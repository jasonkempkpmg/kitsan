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5"/>
    <p:sldMasterId id="2147483837" r:id="rId6"/>
  </p:sldMasterIdLst>
  <p:notesMasterIdLst>
    <p:notesMasterId r:id="rId41"/>
  </p:notesMasterIdLst>
  <p:handoutMasterIdLst>
    <p:handoutMasterId r:id="rId42"/>
  </p:handoutMasterIdLst>
  <p:sldIdLst>
    <p:sldId id="2147483645" r:id="rId7"/>
    <p:sldId id="2147481284" r:id="rId8"/>
    <p:sldId id="2147483647" r:id="rId9"/>
    <p:sldId id="2147481215" r:id="rId10"/>
    <p:sldId id="2147483644" r:id="rId11"/>
    <p:sldId id="266" r:id="rId12"/>
    <p:sldId id="270" r:id="rId13"/>
    <p:sldId id="264" r:id="rId14"/>
    <p:sldId id="258" r:id="rId15"/>
    <p:sldId id="259" r:id="rId16"/>
    <p:sldId id="271" r:id="rId17"/>
    <p:sldId id="260" r:id="rId18"/>
    <p:sldId id="261" r:id="rId19"/>
    <p:sldId id="263" r:id="rId20"/>
    <p:sldId id="265" r:id="rId21"/>
    <p:sldId id="2147483638" r:id="rId22"/>
    <p:sldId id="282" r:id="rId23"/>
    <p:sldId id="274" r:id="rId24"/>
    <p:sldId id="267" r:id="rId25"/>
    <p:sldId id="269" r:id="rId26"/>
    <p:sldId id="256" r:id="rId27"/>
    <p:sldId id="262" r:id="rId28"/>
    <p:sldId id="257" r:id="rId29"/>
    <p:sldId id="272" r:id="rId30"/>
    <p:sldId id="275" r:id="rId31"/>
    <p:sldId id="276" r:id="rId32"/>
    <p:sldId id="2147483343" r:id="rId33"/>
    <p:sldId id="2147483336" r:id="rId34"/>
    <p:sldId id="277" r:id="rId35"/>
    <p:sldId id="278" r:id="rId36"/>
    <p:sldId id="279" r:id="rId37"/>
    <p:sldId id="280" r:id="rId38"/>
    <p:sldId id="281" r:id="rId39"/>
    <p:sldId id="268" r:id="rId40"/>
  </p:sldIdLst>
  <p:sldSz cx="12192000" cy="6858000"/>
  <p:notesSz cx="6858000" cy="9144000"/>
  <p:embeddedFontLst>
    <p:embeddedFont>
      <p:font typeface="KPMG Bold" panose="020B0803030202040204" pitchFamily="34" charset="0"/>
      <p:bold r:id="rId43"/>
      <p:boldItalic r:id="rId44"/>
    </p:embeddedFont>
    <p:embeddedFont>
      <p:font typeface="Open Sans Light"/>
      <p:regular r:id="rId45"/>
      <p:italic r:id="rId46"/>
    </p:embeddedFont>
  </p:embeddedFontLst>
  <p:custDataLst>
    <p:tags r:id="rId4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434CCBF-8948-4222-92AD-33C6E400B5FE}">
          <p14:sldIdLst>
            <p14:sldId id="2147483645"/>
            <p14:sldId id="2147481284"/>
            <p14:sldId id="2147483647"/>
            <p14:sldId id="2147481215"/>
            <p14:sldId id="2147483644"/>
            <p14:sldId id="266"/>
            <p14:sldId id="270"/>
            <p14:sldId id="264"/>
            <p14:sldId id="258"/>
            <p14:sldId id="259"/>
            <p14:sldId id="271"/>
            <p14:sldId id="260"/>
            <p14:sldId id="261"/>
            <p14:sldId id="263"/>
            <p14:sldId id="265"/>
            <p14:sldId id="2147483638"/>
            <p14:sldId id="282"/>
            <p14:sldId id="274"/>
            <p14:sldId id="267"/>
            <p14:sldId id="269"/>
            <p14:sldId id="256"/>
            <p14:sldId id="262"/>
            <p14:sldId id="257"/>
            <p14:sldId id="272"/>
            <p14:sldId id="275"/>
            <p14:sldId id="276"/>
            <p14:sldId id="2147483343"/>
            <p14:sldId id="2147483336"/>
            <p14:sldId id="277"/>
            <p14:sldId id="278"/>
            <p14:sldId id="279"/>
            <p14:sldId id="280"/>
            <p14:sldId id="281"/>
            <p14:sldId id="26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FFC"/>
    <a:srgbClr val="EAEAEA"/>
    <a:srgbClr val="E2E2E2"/>
    <a:srgbClr val="FF9999"/>
    <a:srgbClr val="92D050"/>
    <a:srgbClr val="FFFF66"/>
    <a:srgbClr val="60D7FF"/>
    <a:srgbClr val="E7E9FA"/>
    <a:srgbClr val="B5D0FF"/>
    <a:srgbClr val="63EB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388E3B-E2CF-4CEA-96B0-B14EAEB933C0}" v="2931" dt="2025-12-16T15:22:13.431"/>
    <p1510:client id="{404F9577-7A2B-46EC-82AC-5963161A48E5}" v="186" dt="2025-12-16T14:54:41.713"/>
    <p1510:client id="{E51D377D-1BC4-4601-8264-53D94B0B4C32}" v="7778" dt="2025-12-16T23:06:06.7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handoutMaster" Target="handoutMasters/handoutMaster1.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font" Target="fonts/font3.fntdata"/><Relationship Id="rId53"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font" Target="fonts/font1.fntdata"/><Relationship Id="rId48" Type="http://schemas.openxmlformats.org/officeDocument/2006/relationships/commentAuthors" Target="commentAuthors.xml"/><Relationship Id="rId8" Type="http://schemas.openxmlformats.org/officeDocument/2006/relationships/slide" Target="slides/slide2.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font" Target="fonts/font4.fntdata"/><Relationship Id="rId20" Type="http://schemas.openxmlformats.org/officeDocument/2006/relationships/slide" Target="slides/slide14.xml"/><Relationship Id="rId41" Type="http://schemas.openxmlformats.org/officeDocument/2006/relationships/notesMaster" Target="notesMasters/notesMaster1.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ff, Scott N" userId="72869849-31e1-4535-8811-25fba34f7c11" providerId="ADAL" clId="{9F2C64F9-2912-4B15-A541-D790F8A10E36}"/>
    <pc:docChg chg="undo redo custSel addSld delSld modSld sldOrd modMainMaster delSection modSection">
      <pc:chgData name="Raff, Scott N" userId="72869849-31e1-4535-8811-25fba34f7c11" providerId="ADAL" clId="{9F2C64F9-2912-4B15-A541-D790F8A10E36}" dt="2025-12-16T23:06:06.760" v="29760"/>
      <pc:docMkLst>
        <pc:docMk/>
      </pc:docMkLst>
      <pc:sldChg chg="modSp add del mod">
        <pc:chgData name="Raff, Scott N" userId="72869849-31e1-4535-8811-25fba34f7c11" providerId="ADAL" clId="{9F2C64F9-2912-4B15-A541-D790F8A10E36}" dt="2025-12-04T18:34:13.626" v="20041" actId="47"/>
        <pc:sldMkLst>
          <pc:docMk/>
          <pc:sldMk cId="3134492502" sldId="256"/>
        </pc:sldMkLst>
      </pc:sldChg>
      <pc:sldChg chg="addSp delSp modSp add mod">
        <pc:chgData name="Raff, Scott N" userId="72869849-31e1-4535-8811-25fba34f7c11" providerId="ADAL" clId="{9F2C64F9-2912-4B15-A541-D790F8A10E36}" dt="2025-12-16T23:03:44.103" v="29712" actId="20577"/>
        <pc:sldMkLst>
          <pc:docMk/>
          <pc:sldMk cId="3293316863" sldId="256"/>
        </pc:sldMkLst>
        <pc:spChg chg="mod">
          <ac:chgData name="Raff, Scott N" userId="72869849-31e1-4535-8811-25fba34f7c11" providerId="ADAL" clId="{9F2C64F9-2912-4B15-A541-D790F8A10E36}" dt="2025-12-16T16:07:41.935" v="29279" actId="1035"/>
          <ac:spMkLst>
            <pc:docMk/>
            <pc:sldMk cId="3293316863" sldId="256"/>
            <ac:spMk id="3" creationId="{4792A147-B8F0-9D9F-BB6B-D193FD6492C6}"/>
          </ac:spMkLst>
        </pc:spChg>
        <pc:spChg chg="mod">
          <ac:chgData name="Raff, Scott N" userId="72869849-31e1-4535-8811-25fba34f7c11" providerId="ADAL" clId="{9F2C64F9-2912-4B15-A541-D790F8A10E36}" dt="2025-12-16T16:07:41.935" v="29279" actId="1035"/>
          <ac:spMkLst>
            <pc:docMk/>
            <pc:sldMk cId="3293316863" sldId="256"/>
            <ac:spMk id="5" creationId="{21FCDEC1-92CA-0A0F-736A-E9C6F7F0CC78}"/>
          </ac:spMkLst>
        </pc:spChg>
        <pc:spChg chg="mod">
          <ac:chgData name="Raff, Scott N" userId="72869849-31e1-4535-8811-25fba34f7c11" providerId="ADAL" clId="{9F2C64F9-2912-4B15-A541-D790F8A10E36}" dt="2025-12-16T10:53:42.291" v="27237" actId="20577"/>
          <ac:spMkLst>
            <pc:docMk/>
            <pc:sldMk cId="3293316863" sldId="256"/>
            <ac:spMk id="6" creationId="{7CEF9298-7DA1-4423-3824-074A56FF7AE2}"/>
          </ac:spMkLst>
        </pc:spChg>
        <pc:spChg chg="mod">
          <ac:chgData name="Raff, Scott N" userId="72869849-31e1-4535-8811-25fba34f7c11" providerId="ADAL" clId="{9F2C64F9-2912-4B15-A541-D790F8A10E36}" dt="2025-12-16T16:07:41.935" v="29279" actId="1035"/>
          <ac:spMkLst>
            <pc:docMk/>
            <pc:sldMk cId="3293316863" sldId="256"/>
            <ac:spMk id="7" creationId="{A6519D78-AE4F-8314-3C13-0E56FDB83B3D}"/>
          </ac:spMkLst>
        </pc:spChg>
        <pc:spChg chg="mod">
          <ac:chgData name="Raff, Scott N" userId="72869849-31e1-4535-8811-25fba34f7c11" providerId="ADAL" clId="{9F2C64F9-2912-4B15-A541-D790F8A10E36}" dt="2025-12-16T10:21:38.473" v="26486" actId="1036"/>
          <ac:spMkLst>
            <pc:docMk/>
            <pc:sldMk cId="3293316863" sldId="256"/>
            <ac:spMk id="9" creationId="{683B202B-89D6-BA3A-934A-F132731DF04C}"/>
          </ac:spMkLst>
        </pc:spChg>
        <pc:spChg chg="mod">
          <ac:chgData name="Raff, Scott N" userId="72869849-31e1-4535-8811-25fba34f7c11" providerId="ADAL" clId="{9F2C64F9-2912-4B15-A541-D790F8A10E36}" dt="2025-12-16T10:21:38.473" v="26486" actId="1036"/>
          <ac:spMkLst>
            <pc:docMk/>
            <pc:sldMk cId="3293316863" sldId="256"/>
            <ac:spMk id="11" creationId="{5AEC92A9-6187-F57C-0E01-54DFEAAD4C06}"/>
          </ac:spMkLst>
        </pc:spChg>
        <pc:spChg chg="mod">
          <ac:chgData name="Raff, Scott N" userId="72869849-31e1-4535-8811-25fba34f7c11" providerId="ADAL" clId="{9F2C64F9-2912-4B15-A541-D790F8A10E36}" dt="2025-12-16T16:07:41.935" v="29279" actId="1035"/>
          <ac:spMkLst>
            <pc:docMk/>
            <pc:sldMk cId="3293316863" sldId="256"/>
            <ac:spMk id="12" creationId="{CC9D9BE6-24C4-7C79-7737-1CC765F39885}"/>
          </ac:spMkLst>
        </pc:spChg>
        <pc:spChg chg="mod">
          <ac:chgData name="Raff, Scott N" userId="72869849-31e1-4535-8811-25fba34f7c11" providerId="ADAL" clId="{9F2C64F9-2912-4B15-A541-D790F8A10E36}" dt="2025-12-16T16:07:41.935" v="29279" actId="1035"/>
          <ac:spMkLst>
            <pc:docMk/>
            <pc:sldMk cId="3293316863" sldId="256"/>
            <ac:spMk id="13" creationId="{3CF8D91C-2482-DE82-6036-548302A0BA90}"/>
          </ac:spMkLst>
        </pc:spChg>
        <pc:spChg chg="mod">
          <ac:chgData name="Raff, Scott N" userId="72869849-31e1-4535-8811-25fba34f7c11" providerId="ADAL" clId="{9F2C64F9-2912-4B15-A541-D790F8A10E36}" dt="2025-12-16T16:07:41.935" v="29279" actId="1035"/>
          <ac:spMkLst>
            <pc:docMk/>
            <pc:sldMk cId="3293316863" sldId="256"/>
            <ac:spMk id="14" creationId="{C4D970F1-ACE9-2650-E1A6-B2BDB22A5C38}"/>
          </ac:spMkLst>
        </pc:spChg>
        <pc:spChg chg="mod">
          <ac:chgData name="Raff, Scott N" userId="72869849-31e1-4535-8811-25fba34f7c11" providerId="ADAL" clId="{9F2C64F9-2912-4B15-A541-D790F8A10E36}" dt="2025-12-16T16:07:41.935" v="29279" actId="1035"/>
          <ac:spMkLst>
            <pc:docMk/>
            <pc:sldMk cId="3293316863" sldId="256"/>
            <ac:spMk id="15" creationId="{C667E9DD-4994-2145-0716-552EAD6C1C39}"/>
          </ac:spMkLst>
        </pc:spChg>
        <pc:spChg chg="mod">
          <ac:chgData name="Raff, Scott N" userId="72869849-31e1-4535-8811-25fba34f7c11" providerId="ADAL" clId="{9F2C64F9-2912-4B15-A541-D790F8A10E36}" dt="2025-12-16T16:07:41.935" v="29279" actId="1035"/>
          <ac:spMkLst>
            <pc:docMk/>
            <pc:sldMk cId="3293316863" sldId="256"/>
            <ac:spMk id="16" creationId="{5DBF6CE8-112D-8DB3-23DD-0C63CA4E03F1}"/>
          </ac:spMkLst>
        </pc:spChg>
        <pc:spChg chg="mod">
          <ac:chgData name="Raff, Scott N" userId="72869849-31e1-4535-8811-25fba34f7c11" providerId="ADAL" clId="{9F2C64F9-2912-4B15-A541-D790F8A10E36}" dt="2025-12-16T16:07:41.935" v="29279" actId="1035"/>
          <ac:spMkLst>
            <pc:docMk/>
            <pc:sldMk cId="3293316863" sldId="256"/>
            <ac:spMk id="17" creationId="{EED679AD-E28B-09F8-B767-39F4CFB40D84}"/>
          </ac:spMkLst>
        </pc:spChg>
        <pc:spChg chg="mod">
          <ac:chgData name="Raff, Scott N" userId="72869849-31e1-4535-8811-25fba34f7c11" providerId="ADAL" clId="{9F2C64F9-2912-4B15-A541-D790F8A10E36}" dt="2025-12-16T16:07:41.935" v="29279" actId="1035"/>
          <ac:spMkLst>
            <pc:docMk/>
            <pc:sldMk cId="3293316863" sldId="256"/>
            <ac:spMk id="18" creationId="{B0ACD17F-3613-247A-5D85-0FF5633F273B}"/>
          </ac:spMkLst>
        </pc:spChg>
        <pc:spChg chg="mod topLvl">
          <ac:chgData name="Raff, Scott N" userId="72869849-31e1-4535-8811-25fba34f7c11" providerId="ADAL" clId="{9F2C64F9-2912-4B15-A541-D790F8A10E36}" dt="2025-12-16T16:07:38.155" v="29272" actId="20577"/>
          <ac:spMkLst>
            <pc:docMk/>
            <pc:sldMk cId="3293316863" sldId="256"/>
            <ac:spMk id="19" creationId="{A8141459-EAD8-58B4-40E9-47F4A5424765}"/>
          </ac:spMkLst>
        </pc:spChg>
        <pc:spChg chg="add mod topLvl">
          <ac:chgData name="Raff, Scott N" userId="72869849-31e1-4535-8811-25fba34f7c11" providerId="ADAL" clId="{9F2C64F9-2912-4B15-A541-D790F8A10E36}" dt="2025-12-16T16:07:45.581" v="29294" actId="20577"/>
          <ac:spMkLst>
            <pc:docMk/>
            <pc:sldMk cId="3293316863" sldId="256"/>
            <ac:spMk id="20" creationId="{DF154709-32A3-C3FD-423A-5141BDD4294B}"/>
          </ac:spMkLst>
        </pc:spChg>
        <pc:spChg chg="mod">
          <ac:chgData name="Raff, Scott N" userId="72869849-31e1-4535-8811-25fba34f7c11" providerId="ADAL" clId="{9F2C64F9-2912-4B15-A541-D790F8A10E36}" dt="2025-12-16T10:25:47.280" v="26607" actId="1036"/>
          <ac:spMkLst>
            <pc:docMk/>
            <pc:sldMk cId="3293316863" sldId="256"/>
            <ac:spMk id="21" creationId="{D24AD1C2-1F88-27D2-7879-632C920BDB37}"/>
          </ac:spMkLst>
        </pc:spChg>
        <pc:spChg chg="mod topLvl">
          <ac:chgData name="Raff, Scott N" userId="72869849-31e1-4535-8811-25fba34f7c11" providerId="ADAL" clId="{9F2C64F9-2912-4B15-A541-D790F8A10E36}" dt="2025-12-16T23:03:04.006" v="29709" actId="20577"/>
          <ac:spMkLst>
            <pc:docMk/>
            <pc:sldMk cId="3293316863" sldId="256"/>
            <ac:spMk id="23" creationId="{C0756978-2141-500B-7805-F1CD1A556685}"/>
          </ac:spMkLst>
        </pc:spChg>
        <pc:spChg chg="mod topLvl">
          <ac:chgData name="Raff, Scott N" userId="72869849-31e1-4535-8811-25fba34f7c11" providerId="ADAL" clId="{9F2C64F9-2912-4B15-A541-D790F8A10E36}" dt="2025-12-16T23:00:44.772" v="29699" actId="20577"/>
          <ac:spMkLst>
            <pc:docMk/>
            <pc:sldMk cId="3293316863" sldId="256"/>
            <ac:spMk id="24" creationId="{6A0A589E-DCAC-5430-B0EC-74AA2CFCCAA4}"/>
          </ac:spMkLst>
        </pc:spChg>
        <pc:spChg chg="mod topLvl">
          <ac:chgData name="Raff, Scott N" userId="72869849-31e1-4535-8811-25fba34f7c11" providerId="ADAL" clId="{9F2C64F9-2912-4B15-A541-D790F8A10E36}" dt="2025-12-16T16:07:19.390" v="29261" actId="555"/>
          <ac:spMkLst>
            <pc:docMk/>
            <pc:sldMk cId="3293316863" sldId="256"/>
            <ac:spMk id="25" creationId="{9C84A8D1-198A-38F2-A221-5482175FFF6E}"/>
          </ac:spMkLst>
        </pc:spChg>
        <pc:spChg chg="mod topLvl">
          <ac:chgData name="Raff, Scott N" userId="72869849-31e1-4535-8811-25fba34f7c11" providerId="ADAL" clId="{9F2C64F9-2912-4B15-A541-D790F8A10E36}" dt="2025-12-16T10:26:46.392" v="26623" actId="552"/>
          <ac:spMkLst>
            <pc:docMk/>
            <pc:sldMk cId="3293316863" sldId="256"/>
            <ac:spMk id="26" creationId="{8C4203CE-4323-EF0F-39E6-C64FC73CF96F}"/>
          </ac:spMkLst>
        </pc:spChg>
        <pc:spChg chg="mod">
          <ac:chgData name="Raff, Scott N" userId="72869849-31e1-4535-8811-25fba34f7c11" providerId="ADAL" clId="{9F2C64F9-2912-4B15-A541-D790F8A10E36}" dt="2025-12-16T10:20:43.893" v="26454" actId="12788"/>
          <ac:spMkLst>
            <pc:docMk/>
            <pc:sldMk cId="3293316863" sldId="256"/>
            <ac:spMk id="28" creationId="{2719A85C-0E5A-FE18-CAF7-FFF5C2A538F0}"/>
          </ac:spMkLst>
        </pc:spChg>
        <pc:spChg chg="mod topLvl">
          <ac:chgData name="Raff, Scott N" userId="72869849-31e1-4535-8811-25fba34f7c11" providerId="ADAL" clId="{9F2C64F9-2912-4B15-A541-D790F8A10E36}" dt="2025-12-16T23:03:44.103" v="29712" actId="20577"/>
          <ac:spMkLst>
            <pc:docMk/>
            <pc:sldMk cId="3293316863" sldId="256"/>
            <ac:spMk id="29" creationId="{0CCED2C3-D6BC-6258-4871-17511F473D51}"/>
          </ac:spMkLst>
        </pc:spChg>
        <pc:spChg chg="mod topLvl">
          <ac:chgData name="Raff, Scott N" userId="72869849-31e1-4535-8811-25fba34f7c11" providerId="ADAL" clId="{9F2C64F9-2912-4B15-A541-D790F8A10E36}" dt="2025-12-16T23:02:05.239" v="29702" actId="20577"/>
          <ac:spMkLst>
            <pc:docMk/>
            <pc:sldMk cId="3293316863" sldId="256"/>
            <ac:spMk id="30" creationId="{4FA84347-A140-4E66-6C69-C2F65613BD42}"/>
          </ac:spMkLst>
        </pc:spChg>
        <pc:spChg chg="mod">
          <ac:chgData name="Raff, Scott N" userId="72869849-31e1-4535-8811-25fba34f7c11" providerId="ADAL" clId="{9F2C64F9-2912-4B15-A541-D790F8A10E36}" dt="2025-12-16T10:21:38.473" v="26486" actId="1036"/>
          <ac:spMkLst>
            <pc:docMk/>
            <pc:sldMk cId="3293316863" sldId="256"/>
            <ac:spMk id="31" creationId="{2F218269-66A0-37A6-C5CA-707494472E94}"/>
          </ac:spMkLst>
        </pc:spChg>
        <pc:spChg chg="mod">
          <ac:chgData name="Raff, Scott N" userId="72869849-31e1-4535-8811-25fba34f7c11" providerId="ADAL" clId="{9F2C64F9-2912-4B15-A541-D790F8A10E36}" dt="2025-12-16T16:07:48.573" v="29300" actId="1035"/>
          <ac:spMkLst>
            <pc:docMk/>
            <pc:sldMk cId="3293316863" sldId="256"/>
            <ac:spMk id="32" creationId="{5A1623A3-E558-B87F-3012-5BA029F3D84D}"/>
          </ac:spMkLst>
        </pc:spChg>
        <pc:spChg chg="mod">
          <ac:chgData name="Raff, Scott N" userId="72869849-31e1-4535-8811-25fba34f7c11" providerId="ADAL" clId="{9F2C64F9-2912-4B15-A541-D790F8A10E36}" dt="2025-12-16T16:07:48.573" v="29300" actId="1035"/>
          <ac:spMkLst>
            <pc:docMk/>
            <pc:sldMk cId="3293316863" sldId="256"/>
            <ac:spMk id="33" creationId="{8C499F68-D618-E208-4A5F-98E106C00377}"/>
          </ac:spMkLst>
        </pc:spChg>
        <pc:spChg chg="add mod topLvl">
          <ac:chgData name="Raff, Scott N" userId="72869849-31e1-4535-8811-25fba34f7c11" providerId="ADAL" clId="{9F2C64F9-2912-4B15-A541-D790F8A10E36}" dt="2025-12-16T16:07:56.853" v="29304" actId="20577"/>
          <ac:spMkLst>
            <pc:docMk/>
            <pc:sldMk cId="3293316863" sldId="256"/>
            <ac:spMk id="34" creationId="{5A5808C6-0C8C-9EAE-AB66-8523F7A84B8F}"/>
          </ac:spMkLst>
        </pc:spChg>
        <pc:spChg chg="add mod topLvl">
          <ac:chgData name="Raff, Scott N" userId="72869849-31e1-4535-8811-25fba34f7c11" providerId="ADAL" clId="{9F2C64F9-2912-4B15-A541-D790F8A10E36}" dt="2025-12-16T10:52:26.596" v="27132" actId="948"/>
          <ac:spMkLst>
            <pc:docMk/>
            <pc:sldMk cId="3293316863" sldId="256"/>
            <ac:spMk id="35" creationId="{30E1415C-E180-D4F3-9CCF-187346A284A9}"/>
          </ac:spMkLst>
        </pc:spChg>
        <pc:spChg chg="add mod">
          <ac:chgData name="Raff, Scott N" userId="72869849-31e1-4535-8811-25fba34f7c11" providerId="ADAL" clId="{9F2C64F9-2912-4B15-A541-D790F8A10E36}" dt="2025-12-16T10:31:50.575" v="26754" actId="207"/>
          <ac:spMkLst>
            <pc:docMk/>
            <pc:sldMk cId="3293316863" sldId="256"/>
            <ac:spMk id="36" creationId="{2359A20B-64EA-AE65-8DC4-179DDFCD75D2}"/>
          </ac:spMkLst>
        </pc:spChg>
        <pc:spChg chg="mod">
          <ac:chgData name="Raff, Scott N" userId="72869849-31e1-4535-8811-25fba34f7c11" providerId="ADAL" clId="{9F2C64F9-2912-4B15-A541-D790F8A10E36}" dt="2025-12-16T16:07:48.573" v="29300" actId="1035"/>
          <ac:spMkLst>
            <pc:docMk/>
            <pc:sldMk cId="3293316863" sldId="256"/>
            <ac:spMk id="37" creationId="{099C51F0-C3F7-8995-1A68-318422C1C421}"/>
          </ac:spMkLst>
        </pc:spChg>
        <pc:spChg chg="mod">
          <ac:chgData name="Raff, Scott N" userId="72869849-31e1-4535-8811-25fba34f7c11" providerId="ADAL" clId="{9F2C64F9-2912-4B15-A541-D790F8A10E36}" dt="2025-12-16T10:20:43.893" v="26454" actId="12788"/>
          <ac:spMkLst>
            <pc:docMk/>
            <pc:sldMk cId="3293316863" sldId="256"/>
            <ac:spMk id="39" creationId="{4246885D-B585-4D47-2E41-D266D984B03C}"/>
          </ac:spMkLst>
        </pc:spChg>
        <pc:spChg chg="mod">
          <ac:chgData name="Raff, Scott N" userId="72869849-31e1-4535-8811-25fba34f7c11" providerId="ADAL" clId="{9F2C64F9-2912-4B15-A541-D790F8A10E36}" dt="2025-12-16T16:07:48.573" v="29300" actId="1035"/>
          <ac:spMkLst>
            <pc:docMk/>
            <pc:sldMk cId="3293316863" sldId="256"/>
            <ac:spMk id="40" creationId="{01778701-DB40-86A0-84A0-C001CFC15496}"/>
          </ac:spMkLst>
        </pc:spChg>
        <pc:spChg chg="mod">
          <ac:chgData name="Raff, Scott N" userId="72869849-31e1-4535-8811-25fba34f7c11" providerId="ADAL" clId="{9F2C64F9-2912-4B15-A541-D790F8A10E36}" dt="2025-12-16T16:07:48.573" v="29300" actId="1035"/>
          <ac:spMkLst>
            <pc:docMk/>
            <pc:sldMk cId="3293316863" sldId="256"/>
            <ac:spMk id="41" creationId="{D9497555-79E4-632A-0C29-86297A2F9D11}"/>
          </ac:spMkLst>
        </pc:spChg>
        <pc:spChg chg="add mod">
          <ac:chgData name="Raff, Scott N" userId="72869849-31e1-4535-8811-25fba34f7c11" providerId="ADAL" clId="{9F2C64F9-2912-4B15-A541-D790F8A10E36}" dt="2025-12-16T14:50:09.789" v="29119" actId="14100"/>
          <ac:spMkLst>
            <pc:docMk/>
            <pc:sldMk cId="3293316863" sldId="256"/>
            <ac:spMk id="43" creationId="{2964F0E9-03CB-93C5-825F-36C642549812}"/>
          </ac:spMkLst>
        </pc:spChg>
        <pc:spChg chg="add mod">
          <ac:chgData name="Raff, Scott N" userId="72869849-31e1-4535-8811-25fba34f7c11" providerId="ADAL" clId="{9F2C64F9-2912-4B15-A541-D790F8A10E36}" dt="2025-12-16T10:26:18.150" v="26619" actId="1037"/>
          <ac:spMkLst>
            <pc:docMk/>
            <pc:sldMk cId="3293316863" sldId="256"/>
            <ac:spMk id="44" creationId="{1DAFA3B4-FF9D-FF65-025D-221AB49510CF}"/>
          </ac:spMkLst>
        </pc:spChg>
        <pc:spChg chg="add mod">
          <ac:chgData name="Raff, Scott N" userId="72869849-31e1-4535-8811-25fba34f7c11" providerId="ADAL" clId="{9F2C64F9-2912-4B15-A541-D790F8A10E36}" dt="2025-12-16T14:50:06.062" v="29118" actId="1035"/>
          <ac:spMkLst>
            <pc:docMk/>
            <pc:sldMk cId="3293316863" sldId="256"/>
            <ac:spMk id="45" creationId="{256004C7-1D33-EC22-DE7F-960C22E1FE40}"/>
          </ac:spMkLst>
        </pc:spChg>
        <pc:spChg chg="add mod">
          <ac:chgData name="Raff, Scott N" userId="72869849-31e1-4535-8811-25fba34f7c11" providerId="ADAL" clId="{9F2C64F9-2912-4B15-A541-D790F8A10E36}" dt="2025-12-16T10:31:50.575" v="26754" actId="207"/>
          <ac:spMkLst>
            <pc:docMk/>
            <pc:sldMk cId="3293316863" sldId="256"/>
            <ac:spMk id="46" creationId="{8FBD95FB-3680-BA34-A648-B50750045164}"/>
          </ac:spMkLst>
        </pc:spChg>
        <pc:spChg chg="mod">
          <ac:chgData name="Raff, Scott N" userId="72869849-31e1-4535-8811-25fba34f7c11" providerId="ADAL" clId="{9F2C64F9-2912-4B15-A541-D790F8A10E36}" dt="2025-12-16T16:07:48.573" v="29300" actId="1035"/>
          <ac:spMkLst>
            <pc:docMk/>
            <pc:sldMk cId="3293316863" sldId="256"/>
            <ac:spMk id="47" creationId="{4113A344-5592-C13F-D57A-7F19C8B88141}"/>
          </ac:spMkLst>
        </pc:spChg>
        <pc:spChg chg="mod">
          <ac:chgData name="Raff, Scott N" userId="72869849-31e1-4535-8811-25fba34f7c11" providerId="ADAL" clId="{9F2C64F9-2912-4B15-A541-D790F8A10E36}" dt="2025-12-16T16:07:48.573" v="29300" actId="1035"/>
          <ac:spMkLst>
            <pc:docMk/>
            <pc:sldMk cId="3293316863" sldId="256"/>
            <ac:spMk id="49" creationId="{B83613C5-7A13-BCDC-9316-4EF3568016F0}"/>
          </ac:spMkLst>
        </pc:spChg>
        <pc:spChg chg="mod">
          <ac:chgData name="Raff, Scott N" userId="72869849-31e1-4535-8811-25fba34f7c11" providerId="ADAL" clId="{9F2C64F9-2912-4B15-A541-D790F8A10E36}" dt="2025-12-16T16:07:48.573" v="29300" actId="1035"/>
          <ac:spMkLst>
            <pc:docMk/>
            <pc:sldMk cId="3293316863" sldId="256"/>
            <ac:spMk id="50" creationId="{7CE42F0A-97E9-7C18-B7E6-5CAC27A4BE26}"/>
          </ac:spMkLst>
        </pc:spChg>
        <pc:spChg chg="mod">
          <ac:chgData name="Raff, Scott N" userId="72869849-31e1-4535-8811-25fba34f7c11" providerId="ADAL" clId="{9F2C64F9-2912-4B15-A541-D790F8A10E36}" dt="2025-12-16T10:20:43.893" v="26454" actId="12788"/>
          <ac:spMkLst>
            <pc:docMk/>
            <pc:sldMk cId="3293316863" sldId="256"/>
            <ac:spMk id="51" creationId="{84CC4261-ED11-583D-D088-796D7519C082}"/>
          </ac:spMkLst>
        </pc:spChg>
        <pc:spChg chg="mod">
          <ac:chgData name="Raff, Scott N" userId="72869849-31e1-4535-8811-25fba34f7c11" providerId="ADAL" clId="{9F2C64F9-2912-4B15-A541-D790F8A10E36}" dt="2025-12-16T16:07:48.573" v="29300" actId="1035"/>
          <ac:spMkLst>
            <pc:docMk/>
            <pc:sldMk cId="3293316863" sldId="256"/>
            <ac:spMk id="52" creationId="{DF557A21-028A-B151-4CD8-00CC2875B5F0}"/>
          </ac:spMkLst>
        </pc:spChg>
        <pc:spChg chg="mod">
          <ac:chgData name="Raff, Scott N" userId="72869849-31e1-4535-8811-25fba34f7c11" providerId="ADAL" clId="{9F2C64F9-2912-4B15-A541-D790F8A10E36}" dt="2025-12-16T16:07:48.573" v="29300" actId="1035"/>
          <ac:spMkLst>
            <pc:docMk/>
            <pc:sldMk cId="3293316863" sldId="256"/>
            <ac:spMk id="53" creationId="{739880BC-8B2F-158A-B3D5-932E00936EDF}"/>
          </ac:spMkLst>
        </pc:spChg>
        <pc:spChg chg="mod">
          <ac:chgData name="Raff, Scott N" userId="72869849-31e1-4535-8811-25fba34f7c11" providerId="ADAL" clId="{9F2C64F9-2912-4B15-A541-D790F8A10E36}" dt="2025-12-16T10:21:38.473" v="26486" actId="1036"/>
          <ac:spMkLst>
            <pc:docMk/>
            <pc:sldMk cId="3293316863" sldId="256"/>
            <ac:spMk id="56" creationId="{4C81C6E0-9918-76D3-B2E8-AB19B7414933}"/>
          </ac:spMkLst>
        </pc:spChg>
        <pc:spChg chg="mod">
          <ac:chgData name="Raff, Scott N" userId="72869849-31e1-4535-8811-25fba34f7c11" providerId="ADAL" clId="{9F2C64F9-2912-4B15-A541-D790F8A10E36}" dt="2025-12-16T10:20:12.976" v="26427" actId="12788"/>
          <ac:spMkLst>
            <pc:docMk/>
            <pc:sldMk cId="3293316863" sldId="256"/>
            <ac:spMk id="57" creationId="{E423A5BE-0822-C57B-76A6-69FABA26CA35}"/>
          </ac:spMkLst>
        </pc:spChg>
        <pc:spChg chg="mod">
          <ac:chgData name="Raff, Scott N" userId="72869849-31e1-4535-8811-25fba34f7c11" providerId="ADAL" clId="{9F2C64F9-2912-4B15-A541-D790F8A10E36}" dt="2025-12-16T10:21:38.473" v="26486" actId="1036"/>
          <ac:spMkLst>
            <pc:docMk/>
            <pc:sldMk cId="3293316863" sldId="256"/>
            <ac:spMk id="59" creationId="{F64F9495-A122-AA83-6478-8A2EB9AA201D}"/>
          </ac:spMkLst>
        </pc:spChg>
        <pc:spChg chg="mod">
          <ac:chgData name="Raff, Scott N" userId="72869849-31e1-4535-8811-25fba34f7c11" providerId="ADAL" clId="{9F2C64F9-2912-4B15-A541-D790F8A10E36}" dt="2025-12-16T10:21:38.473" v="26486" actId="1036"/>
          <ac:spMkLst>
            <pc:docMk/>
            <pc:sldMk cId="3293316863" sldId="256"/>
            <ac:spMk id="61" creationId="{657761CE-05E9-1D9E-CD04-C7CA7A492D75}"/>
          </ac:spMkLst>
        </pc:spChg>
        <pc:spChg chg="add mod">
          <ac:chgData name="Raff, Scott N" userId="72869849-31e1-4535-8811-25fba34f7c11" providerId="ADAL" clId="{9F2C64F9-2912-4B15-A541-D790F8A10E36}" dt="2025-12-16T16:07:25.586" v="29264" actId="12788"/>
          <ac:spMkLst>
            <pc:docMk/>
            <pc:sldMk cId="3293316863" sldId="256"/>
            <ac:spMk id="62" creationId="{99F8641A-E7CD-8BB3-47B5-2035D385201C}"/>
          </ac:spMkLst>
        </pc:spChg>
        <pc:grpChg chg="mod">
          <ac:chgData name="Raff, Scott N" userId="72869849-31e1-4535-8811-25fba34f7c11" providerId="ADAL" clId="{9F2C64F9-2912-4B15-A541-D790F8A10E36}" dt="2025-12-16T10:23:44.609" v="26543" actId="1036"/>
          <ac:grpSpMkLst>
            <pc:docMk/>
            <pc:sldMk cId="3293316863" sldId="256"/>
            <ac:grpSpMk id="54" creationId="{8559EF87-6CBC-E1AC-6BC5-6270F8451AE3}"/>
          </ac:grpSpMkLst>
        </pc:grpChg>
      </pc:sldChg>
      <pc:sldChg chg="addSp delSp modSp add del mod modShow">
        <pc:chgData name="Raff, Scott N" userId="72869849-31e1-4535-8811-25fba34f7c11" providerId="ADAL" clId="{9F2C64F9-2912-4B15-A541-D790F8A10E36}" dt="2025-12-03T06:23:33.698" v="15785" actId="47"/>
        <pc:sldMkLst>
          <pc:docMk/>
          <pc:sldMk cId="3939280099" sldId="256"/>
        </pc:sldMkLst>
      </pc:sldChg>
      <pc:sldChg chg="addSp delSp modSp mod ord modClrScheme chgLayout">
        <pc:chgData name="Raff, Scott N" userId="72869849-31e1-4535-8811-25fba34f7c11" providerId="ADAL" clId="{9F2C64F9-2912-4B15-A541-D790F8A10E36}" dt="2025-12-16T23:05:18.426" v="29743" actId="20577"/>
        <pc:sldMkLst>
          <pc:docMk/>
          <pc:sldMk cId="2461388704" sldId="257"/>
        </pc:sldMkLst>
        <pc:spChg chg="mod ord">
          <ac:chgData name="Raff, Scott N" userId="72869849-31e1-4535-8811-25fba34f7c11" providerId="ADAL" clId="{9F2C64F9-2912-4B15-A541-D790F8A10E36}" dt="2025-12-16T23:05:18.426" v="29743" actId="20577"/>
          <ac:spMkLst>
            <pc:docMk/>
            <pc:sldMk cId="2461388704" sldId="257"/>
            <ac:spMk id="2" creationId="{167CAC0E-22A6-B6EE-C764-60A905C20866}"/>
          </ac:spMkLst>
        </pc:spChg>
        <pc:spChg chg="del mod ord">
          <ac:chgData name="Raff, Scott N" userId="72869849-31e1-4535-8811-25fba34f7c11" providerId="ADAL" clId="{9F2C64F9-2912-4B15-A541-D790F8A10E36}" dt="2025-12-16T22:12:52.905" v="29429" actId="700"/>
          <ac:spMkLst>
            <pc:docMk/>
            <pc:sldMk cId="2461388704" sldId="257"/>
            <ac:spMk id="3" creationId="{CB014AF4-9189-DA5A-33C9-C310A01AF6E9}"/>
          </ac:spMkLst>
        </pc:spChg>
        <pc:spChg chg="add del mod ord">
          <ac:chgData name="Raff, Scott N" userId="72869849-31e1-4535-8811-25fba34f7c11" providerId="ADAL" clId="{9F2C64F9-2912-4B15-A541-D790F8A10E36}" dt="2025-12-16T22:51:05.992" v="29663" actId="478"/>
          <ac:spMkLst>
            <pc:docMk/>
            <pc:sldMk cId="2461388704" sldId="257"/>
            <ac:spMk id="4" creationId="{B09C8A9D-28B2-8475-CFDD-214A542B72F6}"/>
          </ac:spMkLst>
        </pc:spChg>
        <pc:spChg chg="add del mod ord">
          <ac:chgData name="Raff, Scott N" userId="72869849-31e1-4535-8811-25fba34f7c11" providerId="ADAL" clId="{9F2C64F9-2912-4B15-A541-D790F8A10E36}" dt="2025-12-16T22:51:04.914" v="29662" actId="478"/>
          <ac:spMkLst>
            <pc:docMk/>
            <pc:sldMk cId="2461388704" sldId="257"/>
            <ac:spMk id="5" creationId="{1B029039-A302-FF69-123C-1EC86643E766}"/>
          </ac:spMkLst>
        </pc:spChg>
      </pc:sldChg>
      <pc:sldChg chg="add del">
        <pc:chgData name="Raff, Scott N" userId="72869849-31e1-4535-8811-25fba34f7c11" providerId="ADAL" clId="{9F2C64F9-2912-4B15-A541-D790F8A10E36}" dt="2025-12-16T10:51:15.257" v="27129" actId="47"/>
        <pc:sldMkLst>
          <pc:docMk/>
          <pc:sldMk cId="3060778893" sldId="257"/>
        </pc:sldMkLst>
      </pc:sldChg>
      <pc:sldChg chg="addSp delSp modSp add del mod modShow">
        <pc:chgData name="Raff, Scott N" userId="72869849-31e1-4535-8811-25fba34f7c11" providerId="ADAL" clId="{9F2C64F9-2912-4B15-A541-D790F8A10E36}" dt="2025-12-15T19:00:14.148" v="25419" actId="2696"/>
        <pc:sldMkLst>
          <pc:docMk/>
          <pc:sldMk cId="3670346612" sldId="257"/>
        </pc:sldMkLst>
        <pc:spChg chg="mod">
          <ac:chgData name="Raff, Scott N" userId="72869849-31e1-4535-8811-25fba34f7c11" providerId="ADAL" clId="{9F2C64F9-2912-4B15-A541-D790F8A10E36}" dt="2025-12-15T17:50:31.409" v="22072" actId="207"/>
          <ac:spMkLst>
            <pc:docMk/>
            <pc:sldMk cId="3670346612" sldId="257"/>
            <ac:spMk id="6" creationId="{D9A59F49-C3F4-100C-8506-1240D68D7C30}"/>
          </ac:spMkLst>
        </pc:spChg>
      </pc:sldChg>
      <pc:sldChg chg="add del">
        <pc:chgData name="Raff, Scott N" userId="72869849-31e1-4535-8811-25fba34f7c11" providerId="ADAL" clId="{9F2C64F9-2912-4B15-A541-D790F8A10E36}" dt="2025-12-16T09:50:43.113" v="25876" actId="47"/>
        <pc:sldMkLst>
          <pc:docMk/>
          <pc:sldMk cId="3999669448" sldId="257"/>
        </pc:sldMkLst>
      </pc:sldChg>
      <pc:sldChg chg="addSp modSp add del mod modShow">
        <pc:chgData name="Raff, Scott N" userId="72869849-31e1-4535-8811-25fba34f7c11" providerId="ADAL" clId="{9F2C64F9-2912-4B15-A541-D790F8A10E36}" dt="2025-12-03T06:23:34.665" v="15787" actId="47"/>
        <pc:sldMkLst>
          <pc:docMk/>
          <pc:sldMk cId="4030322996" sldId="257"/>
        </pc:sldMkLst>
      </pc:sldChg>
      <pc:sldChg chg="modSp add del mod ord modShow">
        <pc:chgData name="Raff, Scott N" userId="72869849-31e1-4535-8811-25fba34f7c11" providerId="ADAL" clId="{9F2C64F9-2912-4B15-A541-D790F8A10E36}" dt="2025-12-03T06:23:35.462" v="15788" actId="47"/>
        <pc:sldMkLst>
          <pc:docMk/>
          <pc:sldMk cId="3108301173" sldId="258"/>
        </pc:sldMkLst>
      </pc:sldChg>
      <pc:sldChg chg="addSp delSp modSp add mod">
        <pc:chgData name="Raff, Scott N" userId="72869849-31e1-4535-8811-25fba34f7c11" providerId="ADAL" clId="{9F2C64F9-2912-4B15-A541-D790F8A10E36}" dt="2025-12-16T22:14:48.004" v="29431" actId="20577"/>
        <pc:sldMkLst>
          <pc:docMk/>
          <pc:sldMk cId="3953648305" sldId="258"/>
        </pc:sldMkLst>
        <pc:spChg chg="mod">
          <ac:chgData name="Raff, Scott N" userId="72869849-31e1-4535-8811-25fba34f7c11" providerId="ADAL" clId="{9F2C64F9-2912-4B15-A541-D790F8A10E36}" dt="2025-12-15T18:42:52.382" v="24657" actId="20577"/>
          <ac:spMkLst>
            <pc:docMk/>
            <pc:sldMk cId="3953648305" sldId="258"/>
            <ac:spMk id="6" creationId="{8C826DDC-B0A4-2391-D436-D77AF51B4793}"/>
          </ac:spMkLst>
        </pc:spChg>
        <pc:graphicFrameChg chg="add mod modGraphic">
          <ac:chgData name="Raff, Scott N" userId="72869849-31e1-4535-8811-25fba34f7c11" providerId="ADAL" clId="{9F2C64F9-2912-4B15-A541-D790F8A10E36}" dt="2025-12-16T22:14:48.004" v="29431" actId="20577"/>
          <ac:graphicFrameMkLst>
            <pc:docMk/>
            <pc:sldMk cId="3953648305" sldId="258"/>
            <ac:graphicFrameMk id="3" creationId="{697A971C-B7EB-A808-ACB8-FA3C7A667F36}"/>
          </ac:graphicFrameMkLst>
        </pc:graphicFrameChg>
      </pc:sldChg>
      <pc:sldChg chg="addSp delSp modSp add mod">
        <pc:chgData name="Raff, Scott N" userId="72869849-31e1-4535-8811-25fba34f7c11" providerId="ADAL" clId="{9F2C64F9-2912-4B15-A541-D790F8A10E36}" dt="2025-12-16T13:38:21.097" v="27480" actId="20577"/>
        <pc:sldMkLst>
          <pc:docMk/>
          <pc:sldMk cId="998676740" sldId="259"/>
        </pc:sldMkLst>
        <pc:spChg chg="mod">
          <ac:chgData name="Raff, Scott N" userId="72869849-31e1-4535-8811-25fba34f7c11" providerId="ADAL" clId="{9F2C64F9-2912-4B15-A541-D790F8A10E36}" dt="2025-12-15T18:43:16.479" v="24670" actId="20577"/>
          <ac:spMkLst>
            <pc:docMk/>
            <pc:sldMk cId="998676740" sldId="259"/>
            <ac:spMk id="6" creationId="{BFDA3C11-5C3E-D53F-FEEA-89629EE90EEB}"/>
          </ac:spMkLst>
        </pc:spChg>
        <pc:spChg chg="mod">
          <ac:chgData name="Raff, Scott N" userId="72869849-31e1-4535-8811-25fba34f7c11" providerId="ADAL" clId="{9F2C64F9-2912-4B15-A541-D790F8A10E36}" dt="2025-12-03T06:30:11.402" v="16014"/>
          <ac:spMkLst>
            <pc:docMk/>
            <pc:sldMk cId="998676740" sldId="259"/>
            <ac:spMk id="15" creationId="{4AF1B14B-BBFB-05BE-50C1-D9238916F68D}"/>
          </ac:spMkLst>
        </pc:spChg>
        <pc:spChg chg="mod">
          <ac:chgData name="Raff, Scott N" userId="72869849-31e1-4535-8811-25fba34f7c11" providerId="ADAL" clId="{9F2C64F9-2912-4B15-A541-D790F8A10E36}" dt="2025-12-03T06:30:11.402" v="16014"/>
          <ac:spMkLst>
            <pc:docMk/>
            <pc:sldMk cId="998676740" sldId="259"/>
            <ac:spMk id="17" creationId="{6A809257-7E3E-219B-1343-B51E98BE546E}"/>
          </ac:spMkLst>
        </pc:spChg>
        <pc:spChg chg="mod">
          <ac:chgData name="Raff, Scott N" userId="72869849-31e1-4535-8811-25fba34f7c11" providerId="ADAL" clId="{9F2C64F9-2912-4B15-A541-D790F8A10E36}" dt="2025-12-03T06:30:11.402" v="16014"/>
          <ac:spMkLst>
            <pc:docMk/>
            <pc:sldMk cId="998676740" sldId="259"/>
            <ac:spMk id="18" creationId="{E539FB57-3B1A-AA28-B615-3EC3ECDE4748}"/>
          </ac:spMkLst>
        </pc:spChg>
        <pc:spChg chg="mod">
          <ac:chgData name="Raff, Scott N" userId="72869849-31e1-4535-8811-25fba34f7c11" providerId="ADAL" clId="{9F2C64F9-2912-4B15-A541-D790F8A10E36}" dt="2025-12-03T06:30:11.402" v="16014"/>
          <ac:spMkLst>
            <pc:docMk/>
            <pc:sldMk cId="998676740" sldId="259"/>
            <ac:spMk id="24" creationId="{4ABCA757-7672-6DCA-7908-D0F4FB59433A}"/>
          </ac:spMkLst>
        </pc:spChg>
        <pc:spChg chg="mod">
          <ac:chgData name="Raff, Scott N" userId="72869849-31e1-4535-8811-25fba34f7c11" providerId="ADAL" clId="{9F2C64F9-2912-4B15-A541-D790F8A10E36}" dt="2025-12-03T06:30:11.402" v="16014"/>
          <ac:spMkLst>
            <pc:docMk/>
            <pc:sldMk cId="998676740" sldId="259"/>
            <ac:spMk id="27" creationId="{5D22C865-9982-ADA9-5061-E2EAD03E9FF0}"/>
          </ac:spMkLst>
        </pc:spChg>
        <pc:spChg chg="mod">
          <ac:chgData name="Raff, Scott N" userId="72869849-31e1-4535-8811-25fba34f7c11" providerId="ADAL" clId="{9F2C64F9-2912-4B15-A541-D790F8A10E36}" dt="2025-12-03T06:30:11.402" v="16014"/>
          <ac:spMkLst>
            <pc:docMk/>
            <pc:sldMk cId="998676740" sldId="259"/>
            <ac:spMk id="30" creationId="{257BE09D-F7CE-3A8B-EE19-9A6AE58C4F2B}"/>
          </ac:spMkLst>
        </pc:spChg>
        <pc:spChg chg="mod">
          <ac:chgData name="Raff, Scott N" userId="72869849-31e1-4535-8811-25fba34f7c11" providerId="ADAL" clId="{9F2C64F9-2912-4B15-A541-D790F8A10E36}" dt="2025-12-03T06:30:11.402" v="16014"/>
          <ac:spMkLst>
            <pc:docMk/>
            <pc:sldMk cId="998676740" sldId="259"/>
            <ac:spMk id="31" creationId="{A15C2AE1-9507-02B9-3814-583ABCA29BBF}"/>
          </ac:spMkLst>
        </pc:spChg>
        <pc:spChg chg="mod">
          <ac:chgData name="Raff, Scott N" userId="72869849-31e1-4535-8811-25fba34f7c11" providerId="ADAL" clId="{9F2C64F9-2912-4B15-A541-D790F8A10E36}" dt="2025-12-03T06:30:11.402" v="16014"/>
          <ac:spMkLst>
            <pc:docMk/>
            <pc:sldMk cId="998676740" sldId="259"/>
            <ac:spMk id="36" creationId="{40F04569-AA92-AE44-42FF-B6DAEEB2986C}"/>
          </ac:spMkLst>
        </pc:spChg>
        <pc:spChg chg="mod">
          <ac:chgData name="Raff, Scott N" userId="72869849-31e1-4535-8811-25fba34f7c11" providerId="ADAL" clId="{9F2C64F9-2912-4B15-A541-D790F8A10E36}" dt="2025-12-03T06:30:11.402" v="16014"/>
          <ac:spMkLst>
            <pc:docMk/>
            <pc:sldMk cId="998676740" sldId="259"/>
            <ac:spMk id="43" creationId="{757D25E9-03FF-1CBC-D895-8FAC3F614938}"/>
          </ac:spMkLst>
        </pc:spChg>
        <pc:grpChg chg="mod">
          <ac:chgData name="Raff, Scott N" userId="72869849-31e1-4535-8811-25fba34f7c11" providerId="ADAL" clId="{9F2C64F9-2912-4B15-A541-D790F8A10E36}" dt="2025-12-03T07:05:21.278" v="16920" actId="553"/>
          <ac:grpSpMkLst>
            <pc:docMk/>
            <pc:sldMk cId="998676740" sldId="259"/>
            <ac:grpSpMk id="3" creationId="{0C052AFE-43CE-627C-4469-1EC833CC3FF5}"/>
          </ac:grpSpMkLst>
        </pc:grpChg>
        <pc:graphicFrameChg chg="mod modGraphic">
          <ac:chgData name="Raff, Scott N" userId="72869849-31e1-4535-8811-25fba34f7c11" providerId="ADAL" clId="{9F2C64F9-2912-4B15-A541-D790F8A10E36}" dt="2025-12-16T13:38:21.097" v="27480" actId="20577"/>
          <ac:graphicFrameMkLst>
            <pc:docMk/>
            <pc:sldMk cId="998676740" sldId="259"/>
            <ac:graphicFrameMk id="2" creationId="{E3F705BA-A19B-FDFD-1AF4-5AC64467B926}"/>
          </ac:graphicFrameMkLst>
        </pc:graphicFrameChg>
      </pc:sldChg>
      <pc:sldChg chg="addSp delSp modSp add del mod ord modShow">
        <pc:chgData name="Raff, Scott N" userId="72869849-31e1-4535-8811-25fba34f7c11" providerId="ADAL" clId="{9F2C64F9-2912-4B15-A541-D790F8A10E36}" dt="2025-12-03T06:23:34.208" v="15786" actId="47"/>
        <pc:sldMkLst>
          <pc:docMk/>
          <pc:sldMk cId="3397825757" sldId="259"/>
        </pc:sldMkLst>
      </pc:sldChg>
      <pc:sldChg chg="addSp delSp modSp add del mod">
        <pc:chgData name="Raff, Scott N" userId="72869849-31e1-4535-8811-25fba34f7c11" providerId="ADAL" clId="{9F2C64F9-2912-4B15-A541-D790F8A10E36}" dt="2025-11-21T15:26:30.795" v="2922" actId="47"/>
        <pc:sldMkLst>
          <pc:docMk/>
          <pc:sldMk cId="132979412" sldId="260"/>
        </pc:sldMkLst>
      </pc:sldChg>
      <pc:sldChg chg="addSp delSp modSp add del mod ord">
        <pc:chgData name="Raff, Scott N" userId="72869849-31e1-4535-8811-25fba34f7c11" providerId="ADAL" clId="{9F2C64F9-2912-4B15-A541-D790F8A10E36}" dt="2025-12-02T18:58:03.087" v="12960" actId="2696"/>
        <pc:sldMkLst>
          <pc:docMk/>
          <pc:sldMk cId="418870624" sldId="260"/>
        </pc:sldMkLst>
      </pc:sldChg>
      <pc:sldChg chg="addSp delSp modSp add mod">
        <pc:chgData name="Raff, Scott N" userId="72869849-31e1-4535-8811-25fba34f7c11" providerId="ADAL" clId="{9F2C64F9-2912-4B15-A541-D790F8A10E36}" dt="2025-12-16T22:25:24.127" v="29504" actId="20577"/>
        <pc:sldMkLst>
          <pc:docMk/>
          <pc:sldMk cId="707210731" sldId="260"/>
        </pc:sldMkLst>
        <pc:spChg chg="mod">
          <ac:chgData name="Raff, Scott N" userId="72869849-31e1-4535-8811-25fba34f7c11" providerId="ADAL" clId="{9F2C64F9-2912-4B15-A541-D790F8A10E36}" dt="2025-12-15T18:43:25.173" v="24678" actId="20577"/>
          <ac:spMkLst>
            <pc:docMk/>
            <pc:sldMk cId="707210731" sldId="260"/>
            <ac:spMk id="6" creationId="{DC368F61-DB1E-6C9C-D2E3-81C2CB0132EB}"/>
          </ac:spMkLst>
        </pc:spChg>
        <pc:spChg chg="mod">
          <ac:chgData name="Raff, Scott N" userId="72869849-31e1-4535-8811-25fba34f7c11" providerId="ADAL" clId="{9F2C64F9-2912-4B15-A541-D790F8A10E36}" dt="2025-12-03T07:05:50.113" v="16924"/>
          <ac:spMkLst>
            <pc:docMk/>
            <pc:sldMk cId="707210731" sldId="260"/>
            <ac:spMk id="52" creationId="{CFDBE093-4CF6-03E7-B659-86214F701F52}"/>
          </ac:spMkLst>
        </pc:spChg>
        <pc:spChg chg="mod">
          <ac:chgData name="Raff, Scott N" userId="72869849-31e1-4535-8811-25fba34f7c11" providerId="ADAL" clId="{9F2C64F9-2912-4B15-A541-D790F8A10E36}" dt="2025-12-03T07:05:50.113" v="16924"/>
          <ac:spMkLst>
            <pc:docMk/>
            <pc:sldMk cId="707210731" sldId="260"/>
            <ac:spMk id="54" creationId="{C6788307-9759-51B0-353F-ABE4823E3F9D}"/>
          </ac:spMkLst>
        </pc:spChg>
        <pc:spChg chg="mod">
          <ac:chgData name="Raff, Scott N" userId="72869849-31e1-4535-8811-25fba34f7c11" providerId="ADAL" clId="{9F2C64F9-2912-4B15-A541-D790F8A10E36}" dt="2025-12-03T07:05:50.113" v="16924"/>
          <ac:spMkLst>
            <pc:docMk/>
            <pc:sldMk cId="707210731" sldId="260"/>
            <ac:spMk id="55" creationId="{565FBB64-7B7E-CAC1-1068-B1ED134B8CCF}"/>
          </ac:spMkLst>
        </pc:spChg>
        <pc:spChg chg="mod">
          <ac:chgData name="Raff, Scott N" userId="72869849-31e1-4535-8811-25fba34f7c11" providerId="ADAL" clId="{9F2C64F9-2912-4B15-A541-D790F8A10E36}" dt="2025-12-03T07:05:50.113" v="16924"/>
          <ac:spMkLst>
            <pc:docMk/>
            <pc:sldMk cId="707210731" sldId="260"/>
            <ac:spMk id="57" creationId="{C70EFB8C-D896-5555-B24C-CE376D84DF02}"/>
          </ac:spMkLst>
        </pc:spChg>
        <pc:spChg chg="mod">
          <ac:chgData name="Raff, Scott N" userId="72869849-31e1-4535-8811-25fba34f7c11" providerId="ADAL" clId="{9F2C64F9-2912-4B15-A541-D790F8A10E36}" dt="2025-12-03T07:05:50.113" v="16924"/>
          <ac:spMkLst>
            <pc:docMk/>
            <pc:sldMk cId="707210731" sldId="260"/>
            <ac:spMk id="59" creationId="{F47D7B67-81D6-A653-BA03-4F4A22B3FC56}"/>
          </ac:spMkLst>
        </pc:spChg>
        <pc:spChg chg="mod">
          <ac:chgData name="Raff, Scott N" userId="72869849-31e1-4535-8811-25fba34f7c11" providerId="ADAL" clId="{9F2C64F9-2912-4B15-A541-D790F8A10E36}" dt="2025-12-03T07:05:50.113" v="16924"/>
          <ac:spMkLst>
            <pc:docMk/>
            <pc:sldMk cId="707210731" sldId="260"/>
            <ac:spMk id="72" creationId="{E9F89E29-A81C-B83A-2A73-1FFC4EA5D315}"/>
          </ac:spMkLst>
        </pc:spChg>
        <pc:spChg chg="mod">
          <ac:chgData name="Raff, Scott N" userId="72869849-31e1-4535-8811-25fba34f7c11" providerId="ADAL" clId="{9F2C64F9-2912-4B15-A541-D790F8A10E36}" dt="2025-12-03T07:05:50.113" v="16924"/>
          <ac:spMkLst>
            <pc:docMk/>
            <pc:sldMk cId="707210731" sldId="260"/>
            <ac:spMk id="74" creationId="{1EC5F0A8-F645-BE01-E87D-D339BB5FA094}"/>
          </ac:spMkLst>
        </pc:spChg>
        <pc:spChg chg="mod">
          <ac:chgData name="Raff, Scott N" userId="72869849-31e1-4535-8811-25fba34f7c11" providerId="ADAL" clId="{9F2C64F9-2912-4B15-A541-D790F8A10E36}" dt="2025-12-03T07:05:50.113" v="16924"/>
          <ac:spMkLst>
            <pc:docMk/>
            <pc:sldMk cId="707210731" sldId="260"/>
            <ac:spMk id="78" creationId="{6BC8F5C0-6801-7E90-E891-F30D8A8AE202}"/>
          </ac:spMkLst>
        </pc:spChg>
        <pc:spChg chg="mod">
          <ac:chgData name="Raff, Scott N" userId="72869849-31e1-4535-8811-25fba34f7c11" providerId="ADAL" clId="{9F2C64F9-2912-4B15-A541-D790F8A10E36}" dt="2025-12-03T07:05:50.113" v="16924"/>
          <ac:spMkLst>
            <pc:docMk/>
            <pc:sldMk cId="707210731" sldId="260"/>
            <ac:spMk id="79" creationId="{1927915F-553A-1BD1-EC0E-41FC8B983F4E}"/>
          </ac:spMkLst>
        </pc:spChg>
        <pc:spChg chg="mod">
          <ac:chgData name="Raff, Scott N" userId="72869849-31e1-4535-8811-25fba34f7c11" providerId="ADAL" clId="{9F2C64F9-2912-4B15-A541-D790F8A10E36}" dt="2025-12-03T07:05:50.113" v="16924"/>
          <ac:spMkLst>
            <pc:docMk/>
            <pc:sldMk cId="707210731" sldId="260"/>
            <ac:spMk id="86" creationId="{B24D8FCE-50C3-A134-BB9F-60C702CD393E}"/>
          </ac:spMkLst>
        </pc:spChg>
        <pc:graphicFrameChg chg="add mod modGraphic">
          <ac:chgData name="Raff, Scott N" userId="72869849-31e1-4535-8811-25fba34f7c11" providerId="ADAL" clId="{9F2C64F9-2912-4B15-A541-D790F8A10E36}" dt="2025-12-16T22:25:24.127" v="29504" actId="20577"/>
          <ac:graphicFrameMkLst>
            <pc:docMk/>
            <pc:sldMk cId="707210731" sldId="260"/>
            <ac:graphicFrameMk id="45" creationId="{8C9BB161-951F-1DFD-1C72-CC5DBEC76CBB}"/>
          </ac:graphicFrameMkLst>
        </pc:graphicFrameChg>
      </pc:sldChg>
      <pc:sldChg chg="add del mod modShow">
        <pc:chgData name="Raff, Scott N" userId="72869849-31e1-4535-8811-25fba34f7c11" providerId="ADAL" clId="{9F2C64F9-2912-4B15-A541-D790F8A10E36}" dt="2025-12-03T06:23:31.232" v="15784" actId="47"/>
        <pc:sldMkLst>
          <pc:docMk/>
          <pc:sldMk cId="838055993" sldId="260"/>
        </pc:sldMkLst>
      </pc:sldChg>
      <pc:sldChg chg="addSp delSp modSp add del mod">
        <pc:chgData name="Raff, Scott N" userId="72869849-31e1-4535-8811-25fba34f7c11" providerId="ADAL" clId="{9F2C64F9-2912-4B15-A541-D790F8A10E36}" dt="2025-11-20T15:03:42.928" v="2063" actId="47"/>
        <pc:sldMkLst>
          <pc:docMk/>
          <pc:sldMk cId="1558279182" sldId="260"/>
        </pc:sldMkLst>
      </pc:sldChg>
      <pc:sldChg chg="addSp delSp modSp add del mod ord">
        <pc:chgData name="Raff, Scott N" userId="72869849-31e1-4535-8811-25fba34f7c11" providerId="ADAL" clId="{9F2C64F9-2912-4B15-A541-D790F8A10E36}" dt="2025-12-01T21:07:03.824" v="10292" actId="47"/>
        <pc:sldMkLst>
          <pc:docMk/>
          <pc:sldMk cId="1650050924" sldId="260"/>
        </pc:sldMkLst>
      </pc:sldChg>
      <pc:sldChg chg="addSp delSp modSp new del mod ord">
        <pc:chgData name="Raff, Scott N" userId="72869849-31e1-4535-8811-25fba34f7c11" providerId="ADAL" clId="{9F2C64F9-2912-4B15-A541-D790F8A10E36}" dt="2025-12-01T18:15:13.402" v="8152" actId="2696"/>
        <pc:sldMkLst>
          <pc:docMk/>
          <pc:sldMk cId="2337972292" sldId="260"/>
        </pc:sldMkLst>
      </pc:sldChg>
      <pc:sldChg chg="addSp delSp modSp add mod">
        <pc:chgData name="Raff, Scott N" userId="72869849-31e1-4535-8811-25fba34f7c11" providerId="ADAL" clId="{9F2C64F9-2912-4B15-A541-D790F8A10E36}" dt="2025-12-16T22:32:41.628" v="29580" actId="20577"/>
        <pc:sldMkLst>
          <pc:docMk/>
          <pc:sldMk cId="1240075306" sldId="261"/>
        </pc:sldMkLst>
        <pc:spChg chg="mod">
          <ac:chgData name="Raff, Scott N" userId="72869849-31e1-4535-8811-25fba34f7c11" providerId="ADAL" clId="{9F2C64F9-2912-4B15-A541-D790F8A10E36}" dt="2025-12-15T18:43:28.854" v="24681" actId="20577"/>
          <ac:spMkLst>
            <pc:docMk/>
            <pc:sldMk cId="1240075306" sldId="261"/>
            <ac:spMk id="6" creationId="{73AA00D2-1CB4-619A-D6B8-5D2F6F2C3555}"/>
          </ac:spMkLst>
        </pc:spChg>
        <pc:spChg chg="mod">
          <ac:chgData name="Raff, Scott N" userId="72869849-31e1-4535-8811-25fba34f7c11" providerId="ADAL" clId="{9F2C64F9-2912-4B15-A541-D790F8A10E36}" dt="2025-12-03T07:05:54.084" v="16926"/>
          <ac:spMkLst>
            <pc:docMk/>
            <pc:sldMk cId="1240075306" sldId="261"/>
            <ac:spMk id="52" creationId="{7BC0D2A8-834F-C0CB-441A-655857F61E3D}"/>
          </ac:spMkLst>
        </pc:spChg>
        <pc:spChg chg="mod">
          <ac:chgData name="Raff, Scott N" userId="72869849-31e1-4535-8811-25fba34f7c11" providerId="ADAL" clId="{9F2C64F9-2912-4B15-A541-D790F8A10E36}" dt="2025-12-03T07:05:54.084" v="16926"/>
          <ac:spMkLst>
            <pc:docMk/>
            <pc:sldMk cId="1240075306" sldId="261"/>
            <ac:spMk id="60" creationId="{7EC608D5-0156-10BC-5E80-A9329022311B}"/>
          </ac:spMkLst>
        </pc:spChg>
        <pc:spChg chg="mod">
          <ac:chgData name="Raff, Scott N" userId="72869849-31e1-4535-8811-25fba34f7c11" providerId="ADAL" clId="{9F2C64F9-2912-4B15-A541-D790F8A10E36}" dt="2025-12-03T07:05:54.084" v="16926"/>
          <ac:spMkLst>
            <pc:docMk/>
            <pc:sldMk cId="1240075306" sldId="261"/>
            <ac:spMk id="61" creationId="{763D1CB1-38A5-14B8-E42B-2A41E278C225}"/>
          </ac:spMkLst>
        </pc:spChg>
        <pc:spChg chg="mod">
          <ac:chgData name="Raff, Scott N" userId="72869849-31e1-4535-8811-25fba34f7c11" providerId="ADAL" clId="{9F2C64F9-2912-4B15-A541-D790F8A10E36}" dt="2025-12-03T07:05:54.084" v="16926"/>
          <ac:spMkLst>
            <pc:docMk/>
            <pc:sldMk cId="1240075306" sldId="261"/>
            <ac:spMk id="66" creationId="{91411732-0D06-4019-F6F2-B11F5AED0935}"/>
          </ac:spMkLst>
        </pc:spChg>
        <pc:spChg chg="mod">
          <ac:chgData name="Raff, Scott N" userId="72869849-31e1-4535-8811-25fba34f7c11" providerId="ADAL" clId="{9F2C64F9-2912-4B15-A541-D790F8A10E36}" dt="2025-12-03T07:05:54.084" v="16926"/>
          <ac:spMkLst>
            <pc:docMk/>
            <pc:sldMk cId="1240075306" sldId="261"/>
            <ac:spMk id="67" creationId="{D61896DE-AF2C-C6C3-8F37-B84AA5E0FB66}"/>
          </ac:spMkLst>
        </pc:spChg>
        <pc:spChg chg="mod">
          <ac:chgData name="Raff, Scott N" userId="72869849-31e1-4535-8811-25fba34f7c11" providerId="ADAL" clId="{9F2C64F9-2912-4B15-A541-D790F8A10E36}" dt="2025-12-03T07:05:54.084" v="16926"/>
          <ac:spMkLst>
            <pc:docMk/>
            <pc:sldMk cId="1240075306" sldId="261"/>
            <ac:spMk id="73" creationId="{C77DEA86-FC59-192F-CFFA-70A49FACAA95}"/>
          </ac:spMkLst>
        </pc:spChg>
        <pc:spChg chg="mod">
          <ac:chgData name="Raff, Scott N" userId="72869849-31e1-4535-8811-25fba34f7c11" providerId="ADAL" clId="{9F2C64F9-2912-4B15-A541-D790F8A10E36}" dt="2025-12-03T07:05:54.084" v="16926"/>
          <ac:spMkLst>
            <pc:docMk/>
            <pc:sldMk cId="1240075306" sldId="261"/>
            <ac:spMk id="76" creationId="{9EA2C1A4-D28F-EBB2-C0AE-1D7B61D79E57}"/>
          </ac:spMkLst>
        </pc:spChg>
        <pc:spChg chg="mod">
          <ac:chgData name="Raff, Scott N" userId="72869849-31e1-4535-8811-25fba34f7c11" providerId="ADAL" clId="{9F2C64F9-2912-4B15-A541-D790F8A10E36}" dt="2025-12-03T07:05:54.084" v="16926"/>
          <ac:spMkLst>
            <pc:docMk/>
            <pc:sldMk cId="1240075306" sldId="261"/>
            <ac:spMk id="78" creationId="{8C8315A0-AD3A-8591-E00D-6F59BF07D4CB}"/>
          </ac:spMkLst>
        </pc:spChg>
        <pc:spChg chg="mod">
          <ac:chgData name="Raff, Scott N" userId="72869849-31e1-4535-8811-25fba34f7c11" providerId="ADAL" clId="{9F2C64F9-2912-4B15-A541-D790F8A10E36}" dt="2025-12-03T07:05:54.084" v="16926"/>
          <ac:spMkLst>
            <pc:docMk/>
            <pc:sldMk cId="1240075306" sldId="261"/>
            <ac:spMk id="80" creationId="{024DD4EF-33C0-49FF-EA47-69975997EDF8}"/>
          </ac:spMkLst>
        </pc:spChg>
        <pc:spChg chg="mod">
          <ac:chgData name="Raff, Scott N" userId="72869849-31e1-4535-8811-25fba34f7c11" providerId="ADAL" clId="{9F2C64F9-2912-4B15-A541-D790F8A10E36}" dt="2025-12-03T07:05:54.084" v="16926"/>
          <ac:spMkLst>
            <pc:docMk/>
            <pc:sldMk cId="1240075306" sldId="261"/>
            <ac:spMk id="85" creationId="{75D8342F-2612-A4C3-D285-C18CC6EEB6D1}"/>
          </ac:spMkLst>
        </pc:spChg>
        <pc:graphicFrameChg chg="add mod modGraphic">
          <ac:chgData name="Raff, Scott N" userId="72869849-31e1-4535-8811-25fba34f7c11" providerId="ADAL" clId="{9F2C64F9-2912-4B15-A541-D790F8A10E36}" dt="2025-12-16T22:32:41.628" v="29580" actId="20577"/>
          <ac:graphicFrameMkLst>
            <pc:docMk/>
            <pc:sldMk cId="1240075306" sldId="261"/>
            <ac:graphicFrameMk id="45" creationId="{50CB43A0-1656-4C31-7843-38140CD00B05}"/>
          </ac:graphicFrameMkLst>
        </pc:graphicFrameChg>
      </pc:sldChg>
      <pc:sldChg chg="modSp add del mod">
        <pc:chgData name="Raff, Scott N" userId="72869849-31e1-4535-8811-25fba34f7c11" providerId="ADAL" clId="{9F2C64F9-2912-4B15-A541-D790F8A10E36}" dt="2025-12-03T06:23:36.469" v="15789" actId="47"/>
        <pc:sldMkLst>
          <pc:docMk/>
          <pc:sldMk cId="2108756441" sldId="261"/>
        </pc:sldMkLst>
      </pc:sldChg>
      <pc:sldChg chg="add del">
        <pc:chgData name="Raff, Scott N" userId="72869849-31e1-4535-8811-25fba34f7c11" providerId="ADAL" clId="{9F2C64F9-2912-4B15-A541-D790F8A10E36}" dt="2025-12-03T06:30:39.463" v="16017" actId="47"/>
        <pc:sldMkLst>
          <pc:docMk/>
          <pc:sldMk cId="4171551789" sldId="261"/>
        </pc:sldMkLst>
      </pc:sldChg>
      <pc:sldChg chg="modSp new mod">
        <pc:chgData name="Raff, Scott N" userId="72869849-31e1-4535-8811-25fba34f7c11" providerId="ADAL" clId="{9F2C64F9-2912-4B15-A541-D790F8A10E36}" dt="2025-12-02T04:30:37.416" v="12905" actId="20577"/>
        <pc:sldMkLst>
          <pc:docMk/>
          <pc:sldMk cId="131986879" sldId="262"/>
        </pc:sldMkLst>
        <pc:spChg chg="mod">
          <ac:chgData name="Raff, Scott N" userId="72869849-31e1-4535-8811-25fba34f7c11" providerId="ADAL" clId="{9F2C64F9-2912-4B15-A541-D790F8A10E36}" dt="2025-12-02T04:30:37.416" v="12905" actId="20577"/>
          <ac:spMkLst>
            <pc:docMk/>
            <pc:sldMk cId="131986879" sldId="262"/>
            <ac:spMk id="2" creationId="{A4171654-8390-39F8-522A-830A8D674B59}"/>
          </ac:spMkLst>
        </pc:spChg>
      </pc:sldChg>
      <pc:sldChg chg="addSp delSp modSp new del mod">
        <pc:chgData name="Raff, Scott N" userId="72869849-31e1-4535-8811-25fba34f7c11" providerId="ADAL" clId="{9F2C64F9-2912-4B15-A541-D790F8A10E36}" dt="2025-11-21T15:23:36.605" v="2862" actId="47"/>
        <pc:sldMkLst>
          <pc:docMk/>
          <pc:sldMk cId="3947648331" sldId="262"/>
        </pc:sldMkLst>
      </pc:sldChg>
      <pc:sldChg chg="addSp delSp modSp add mod">
        <pc:chgData name="Raff, Scott N" userId="72869849-31e1-4535-8811-25fba34f7c11" providerId="ADAL" clId="{9F2C64F9-2912-4B15-A541-D790F8A10E36}" dt="2025-12-16T22:39:43.106" v="29661" actId="20577"/>
        <pc:sldMkLst>
          <pc:docMk/>
          <pc:sldMk cId="378664416" sldId="263"/>
        </pc:sldMkLst>
        <pc:spChg chg="mod">
          <ac:chgData name="Raff, Scott N" userId="72869849-31e1-4535-8811-25fba34f7c11" providerId="ADAL" clId="{9F2C64F9-2912-4B15-A541-D790F8A10E36}" dt="2025-12-15T18:43:31.766" v="24684" actId="20577"/>
          <ac:spMkLst>
            <pc:docMk/>
            <pc:sldMk cId="378664416" sldId="263"/>
            <ac:spMk id="6" creationId="{0A078B99-9E61-A2CB-39BA-897219735D0E}"/>
          </ac:spMkLst>
        </pc:spChg>
        <pc:spChg chg="mod">
          <ac:chgData name="Raff, Scott N" userId="72869849-31e1-4535-8811-25fba34f7c11" providerId="ADAL" clId="{9F2C64F9-2912-4B15-A541-D790F8A10E36}" dt="2025-12-03T07:05:57.328" v="16928"/>
          <ac:spMkLst>
            <pc:docMk/>
            <pc:sldMk cId="378664416" sldId="263"/>
            <ac:spMk id="52" creationId="{ACB2EF17-32B3-EA11-3E2A-BBD88FDF6A44}"/>
          </ac:spMkLst>
        </pc:spChg>
        <pc:spChg chg="mod">
          <ac:chgData name="Raff, Scott N" userId="72869849-31e1-4535-8811-25fba34f7c11" providerId="ADAL" clId="{9F2C64F9-2912-4B15-A541-D790F8A10E36}" dt="2025-12-03T07:05:57.328" v="16928"/>
          <ac:spMkLst>
            <pc:docMk/>
            <pc:sldMk cId="378664416" sldId="263"/>
            <ac:spMk id="56" creationId="{BE527D31-DF3B-02A8-64C6-F9171BB8D0C6}"/>
          </ac:spMkLst>
        </pc:spChg>
        <pc:spChg chg="mod">
          <ac:chgData name="Raff, Scott N" userId="72869849-31e1-4535-8811-25fba34f7c11" providerId="ADAL" clId="{9F2C64F9-2912-4B15-A541-D790F8A10E36}" dt="2025-12-03T07:05:57.328" v="16928"/>
          <ac:spMkLst>
            <pc:docMk/>
            <pc:sldMk cId="378664416" sldId="263"/>
            <ac:spMk id="59" creationId="{0A898B37-535A-DA6A-FEFA-A20A00287E3D}"/>
          </ac:spMkLst>
        </pc:spChg>
        <pc:spChg chg="mod">
          <ac:chgData name="Raff, Scott N" userId="72869849-31e1-4535-8811-25fba34f7c11" providerId="ADAL" clId="{9F2C64F9-2912-4B15-A541-D790F8A10E36}" dt="2025-12-03T07:05:57.328" v="16928"/>
          <ac:spMkLst>
            <pc:docMk/>
            <pc:sldMk cId="378664416" sldId="263"/>
            <ac:spMk id="60" creationId="{D459C2E2-A67C-6728-7BE5-58B60DABBC7A}"/>
          </ac:spMkLst>
        </pc:spChg>
        <pc:spChg chg="mod">
          <ac:chgData name="Raff, Scott N" userId="72869849-31e1-4535-8811-25fba34f7c11" providerId="ADAL" clId="{9F2C64F9-2912-4B15-A541-D790F8A10E36}" dt="2025-12-03T07:05:57.328" v="16928"/>
          <ac:spMkLst>
            <pc:docMk/>
            <pc:sldMk cId="378664416" sldId="263"/>
            <ac:spMk id="61" creationId="{6CF561BD-F0DA-E85E-B44B-B800BEB2AA46}"/>
          </ac:spMkLst>
        </pc:spChg>
        <pc:spChg chg="mod">
          <ac:chgData name="Raff, Scott N" userId="72869849-31e1-4535-8811-25fba34f7c11" providerId="ADAL" clId="{9F2C64F9-2912-4B15-A541-D790F8A10E36}" dt="2025-12-03T07:05:57.328" v="16928"/>
          <ac:spMkLst>
            <pc:docMk/>
            <pc:sldMk cId="378664416" sldId="263"/>
            <ac:spMk id="73" creationId="{FA36136F-3BF3-3205-8B10-518080EAE16A}"/>
          </ac:spMkLst>
        </pc:spChg>
        <pc:spChg chg="mod">
          <ac:chgData name="Raff, Scott N" userId="72869849-31e1-4535-8811-25fba34f7c11" providerId="ADAL" clId="{9F2C64F9-2912-4B15-A541-D790F8A10E36}" dt="2025-12-03T07:05:57.328" v="16928"/>
          <ac:spMkLst>
            <pc:docMk/>
            <pc:sldMk cId="378664416" sldId="263"/>
            <ac:spMk id="75" creationId="{970604F2-4C43-D38C-0DDB-6731ACE8EC09}"/>
          </ac:spMkLst>
        </pc:spChg>
        <pc:spChg chg="mod">
          <ac:chgData name="Raff, Scott N" userId="72869849-31e1-4535-8811-25fba34f7c11" providerId="ADAL" clId="{9F2C64F9-2912-4B15-A541-D790F8A10E36}" dt="2025-12-03T07:05:57.328" v="16928"/>
          <ac:spMkLst>
            <pc:docMk/>
            <pc:sldMk cId="378664416" sldId="263"/>
            <ac:spMk id="78" creationId="{4B2169DB-DE90-C13A-3840-7728EC5C2063}"/>
          </ac:spMkLst>
        </pc:spChg>
        <pc:spChg chg="mod">
          <ac:chgData name="Raff, Scott N" userId="72869849-31e1-4535-8811-25fba34f7c11" providerId="ADAL" clId="{9F2C64F9-2912-4B15-A541-D790F8A10E36}" dt="2025-12-03T07:05:57.328" v="16928"/>
          <ac:spMkLst>
            <pc:docMk/>
            <pc:sldMk cId="378664416" sldId="263"/>
            <ac:spMk id="80" creationId="{0B0F4235-CE81-5E31-0E9A-4072D954D859}"/>
          </ac:spMkLst>
        </pc:spChg>
        <pc:spChg chg="mod">
          <ac:chgData name="Raff, Scott N" userId="72869849-31e1-4535-8811-25fba34f7c11" providerId="ADAL" clId="{9F2C64F9-2912-4B15-A541-D790F8A10E36}" dt="2025-12-03T07:05:57.328" v="16928"/>
          <ac:spMkLst>
            <pc:docMk/>
            <pc:sldMk cId="378664416" sldId="263"/>
            <ac:spMk id="85" creationId="{13F4DE78-9FB5-25CA-F687-F367F4C4C421}"/>
          </ac:spMkLst>
        </pc:spChg>
        <pc:graphicFrameChg chg="add mod modGraphic">
          <ac:chgData name="Raff, Scott N" userId="72869849-31e1-4535-8811-25fba34f7c11" providerId="ADAL" clId="{9F2C64F9-2912-4B15-A541-D790F8A10E36}" dt="2025-12-16T22:39:43.106" v="29661" actId="20577"/>
          <ac:graphicFrameMkLst>
            <pc:docMk/>
            <pc:sldMk cId="378664416" sldId="263"/>
            <ac:graphicFrameMk id="45" creationId="{915B6254-8B4A-63F4-7D3B-97B7AE4FB8B2}"/>
          </ac:graphicFrameMkLst>
        </pc:graphicFrameChg>
      </pc:sldChg>
      <pc:sldChg chg="add del mod modShow">
        <pc:chgData name="Raff, Scott N" userId="72869849-31e1-4535-8811-25fba34f7c11" providerId="ADAL" clId="{9F2C64F9-2912-4B15-A541-D790F8A10E36}" dt="2025-12-03T06:23:28.760" v="15783" actId="47"/>
        <pc:sldMkLst>
          <pc:docMk/>
          <pc:sldMk cId="2376236837" sldId="263"/>
        </pc:sldMkLst>
      </pc:sldChg>
      <pc:sldChg chg="add del">
        <pc:chgData name="Raff, Scott N" userId="72869849-31e1-4535-8811-25fba34f7c11" providerId="ADAL" clId="{9F2C64F9-2912-4B15-A541-D790F8A10E36}" dt="2025-12-03T06:30:41.022" v="16018" actId="47"/>
        <pc:sldMkLst>
          <pc:docMk/>
          <pc:sldMk cId="3930527936" sldId="263"/>
        </pc:sldMkLst>
      </pc:sldChg>
      <pc:sldChg chg="addSp delSp modSp add del mod">
        <pc:chgData name="Raff, Scott N" userId="72869849-31e1-4535-8811-25fba34f7c11" providerId="ADAL" clId="{9F2C64F9-2912-4B15-A541-D790F8A10E36}" dt="2025-12-01T21:06:34.727" v="10287" actId="47"/>
        <pc:sldMkLst>
          <pc:docMk/>
          <pc:sldMk cId="1717294313" sldId="264"/>
        </pc:sldMkLst>
      </pc:sldChg>
      <pc:sldChg chg="addSp delSp modSp add mod">
        <pc:chgData name="Raff, Scott N" userId="72869849-31e1-4535-8811-25fba34f7c11" providerId="ADAL" clId="{9F2C64F9-2912-4B15-A541-D790F8A10E36}" dt="2025-12-16T06:49:01.633" v="25691" actId="1035"/>
        <pc:sldMkLst>
          <pc:docMk/>
          <pc:sldMk cId="1920788343" sldId="264"/>
        </pc:sldMkLst>
        <pc:spChg chg="mod">
          <ac:chgData name="Raff, Scott N" userId="72869849-31e1-4535-8811-25fba34f7c11" providerId="ADAL" clId="{9F2C64F9-2912-4B15-A541-D790F8A10E36}" dt="2025-12-02T22:45:26.339" v="13981" actId="552"/>
          <ac:spMkLst>
            <pc:docMk/>
            <pc:sldMk cId="1920788343" sldId="264"/>
            <ac:spMk id="6" creationId="{1CF65D0D-9127-4127-7680-55F847D9BFDB}"/>
          </ac:spMkLst>
        </pc:spChg>
        <pc:spChg chg="mod">
          <ac:chgData name="Raff, Scott N" userId="72869849-31e1-4535-8811-25fba34f7c11" providerId="ADAL" clId="{9F2C64F9-2912-4B15-A541-D790F8A10E36}" dt="2025-12-01T21:06:59.841" v="10291"/>
          <ac:spMkLst>
            <pc:docMk/>
            <pc:sldMk cId="1920788343" sldId="264"/>
            <ac:spMk id="7" creationId="{827F9148-F5B8-C5D8-536B-885EDD1D52F9}"/>
          </ac:spMkLst>
        </pc:spChg>
        <pc:spChg chg="mod">
          <ac:chgData name="Raff, Scott N" userId="72869849-31e1-4535-8811-25fba34f7c11" providerId="ADAL" clId="{9F2C64F9-2912-4B15-A541-D790F8A10E36}" dt="2025-12-01T21:06:59.841" v="10291"/>
          <ac:spMkLst>
            <pc:docMk/>
            <pc:sldMk cId="1920788343" sldId="264"/>
            <ac:spMk id="8" creationId="{C3B57C4B-2DE0-436F-1A7B-26A1DE53C12B}"/>
          </ac:spMkLst>
        </pc:spChg>
        <pc:spChg chg="mod">
          <ac:chgData name="Raff, Scott N" userId="72869849-31e1-4535-8811-25fba34f7c11" providerId="ADAL" clId="{9F2C64F9-2912-4B15-A541-D790F8A10E36}" dt="2025-12-01T21:06:59.841" v="10291"/>
          <ac:spMkLst>
            <pc:docMk/>
            <pc:sldMk cId="1920788343" sldId="264"/>
            <ac:spMk id="9" creationId="{BA9572B3-F3D3-37B9-4BE2-86820B9B995C}"/>
          </ac:spMkLst>
        </pc:spChg>
        <pc:spChg chg="mod">
          <ac:chgData name="Raff, Scott N" userId="72869849-31e1-4535-8811-25fba34f7c11" providerId="ADAL" clId="{9F2C64F9-2912-4B15-A541-D790F8A10E36}" dt="2025-12-01T21:06:59.841" v="10291"/>
          <ac:spMkLst>
            <pc:docMk/>
            <pc:sldMk cId="1920788343" sldId="264"/>
            <ac:spMk id="10" creationId="{9AF448EF-61DF-A9AF-2E0C-ED8B117A7028}"/>
          </ac:spMkLst>
        </pc:spChg>
        <pc:spChg chg="mod">
          <ac:chgData name="Raff, Scott N" userId="72869849-31e1-4535-8811-25fba34f7c11" providerId="ADAL" clId="{9F2C64F9-2912-4B15-A541-D790F8A10E36}" dt="2025-12-01T21:06:59.841" v="10291"/>
          <ac:spMkLst>
            <pc:docMk/>
            <pc:sldMk cId="1920788343" sldId="264"/>
            <ac:spMk id="11" creationId="{24B00658-C4FE-6D3E-1E14-E732D997FC6C}"/>
          </ac:spMkLst>
        </pc:spChg>
        <pc:spChg chg="mod">
          <ac:chgData name="Raff, Scott N" userId="72869849-31e1-4535-8811-25fba34f7c11" providerId="ADAL" clId="{9F2C64F9-2912-4B15-A541-D790F8A10E36}" dt="2025-12-01T21:06:59.841" v="10291"/>
          <ac:spMkLst>
            <pc:docMk/>
            <pc:sldMk cId="1920788343" sldId="264"/>
            <ac:spMk id="12" creationId="{B1320F04-2BFE-2FB8-7261-447223B4913E}"/>
          </ac:spMkLst>
        </pc:spChg>
        <pc:spChg chg="add mod">
          <ac:chgData name="Raff, Scott N" userId="72869849-31e1-4535-8811-25fba34f7c11" providerId="ADAL" clId="{9F2C64F9-2912-4B15-A541-D790F8A10E36}" dt="2025-12-16T06:49:01.633" v="25691" actId="1035"/>
          <ac:spMkLst>
            <pc:docMk/>
            <pc:sldMk cId="1920788343" sldId="264"/>
            <ac:spMk id="13" creationId="{A07318DB-F6D5-1030-DEF1-75F7C37A2809}"/>
          </ac:spMkLst>
        </pc:spChg>
        <pc:spChg chg="add del mod">
          <ac:chgData name="Raff, Scott N" userId="72869849-31e1-4535-8811-25fba34f7c11" providerId="ADAL" clId="{9F2C64F9-2912-4B15-A541-D790F8A10E36}" dt="2025-12-16T06:49:01.633" v="25691" actId="1035"/>
          <ac:spMkLst>
            <pc:docMk/>
            <pc:sldMk cId="1920788343" sldId="264"/>
            <ac:spMk id="21" creationId="{1572A14F-FA1C-8F53-E244-8A2529A37CE0}"/>
          </ac:spMkLst>
        </pc:spChg>
        <pc:spChg chg="add mod">
          <ac:chgData name="Raff, Scott N" userId="72869849-31e1-4535-8811-25fba34f7c11" providerId="ADAL" clId="{9F2C64F9-2912-4B15-A541-D790F8A10E36}" dt="2025-12-16T06:49:01.633" v="25691" actId="1035"/>
          <ac:spMkLst>
            <pc:docMk/>
            <pc:sldMk cId="1920788343" sldId="264"/>
            <ac:spMk id="26" creationId="{CAB127E6-A2E1-C5BF-8097-943C415DAF13}"/>
          </ac:spMkLst>
        </pc:spChg>
        <pc:grpChg chg="add mod">
          <ac:chgData name="Raff, Scott N" userId="72869849-31e1-4535-8811-25fba34f7c11" providerId="ADAL" clId="{9F2C64F9-2912-4B15-A541-D790F8A10E36}" dt="2025-12-01T21:06:59.841" v="10291"/>
          <ac:grpSpMkLst>
            <pc:docMk/>
            <pc:sldMk cId="1920788343" sldId="264"/>
            <ac:grpSpMk id="5" creationId="{DFF0AF9B-3892-4C3E-4D03-F077419B55E8}"/>
          </ac:grpSpMkLst>
        </pc:grpChg>
        <pc:graphicFrameChg chg="add mod">
          <ac:chgData name="Raff, Scott N" userId="72869849-31e1-4535-8811-25fba34f7c11" providerId="ADAL" clId="{9F2C64F9-2912-4B15-A541-D790F8A10E36}" dt="2025-12-16T06:49:01.633" v="25691" actId="1035"/>
          <ac:graphicFrameMkLst>
            <pc:docMk/>
            <pc:sldMk cId="1920788343" sldId="264"/>
            <ac:graphicFrameMk id="18" creationId="{9097E9AD-A027-4692-8F3F-5245B72F47AF}"/>
          </ac:graphicFrameMkLst>
        </pc:graphicFrameChg>
        <pc:graphicFrameChg chg="add mod modGraphic">
          <ac:chgData name="Raff, Scott N" userId="72869849-31e1-4535-8811-25fba34f7c11" providerId="ADAL" clId="{9F2C64F9-2912-4B15-A541-D790F8A10E36}" dt="2025-12-16T06:49:01.633" v="25691" actId="1035"/>
          <ac:graphicFrameMkLst>
            <pc:docMk/>
            <pc:sldMk cId="1920788343" sldId="264"/>
            <ac:graphicFrameMk id="25" creationId="{55B0CCCD-8C38-22B1-DB1F-04BB75BBAD1A}"/>
          </ac:graphicFrameMkLst>
        </pc:graphicFrameChg>
      </pc:sldChg>
      <pc:sldChg chg="addSp delSp modSp add del mod">
        <pc:chgData name="Raff, Scott N" userId="72869849-31e1-4535-8811-25fba34f7c11" providerId="ADAL" clId="{9F2C64F9-2912-4B15-A541-D790F8A10E36}" dt="2025-12-01T19:10:24.468" v="8305" actId="47"/>
        <pc:sldMkLst>
          <pc:docMk/>
          <pc:sldMk cId="2206494254" sldId="264"/>
        </pc:sldMkLst>
      </pc:sldChg>
      <pc:sldChg chg="addSp delSp modSp add del mod">
        <pc:chgData name="Raff, Scott N" userId="72869849-31e1-4535-8811-25fba34f7c11" providerId="ADAL" clId="{9F2C64F9-2912-4B15-A541-D790F8A10E36}" dt="2025-11-21T15:26:35.184" v="2923" actId="47"/>
        <pc:sldMkLst>
          <pc:docMk/>
          <pc:sldMk cId="1244455152" sldId="265"/>
        </pc:sldMkLst>
      </pc:sldChg>
      <pc:sldChg chg="modSp add mod">
        <pc:chgData name="Raff, Scott N" userId="72869849-31e1-4535-8811-25fba34f7c11" providerId="ADAL" clId="{9F2C64F9-2912-4B15-A541-D790F8A10E36}" dt="2025-12-15T18:35:39.608" v="24351" actId="20577"/>
        <pc:sldMkLst>
          <pc:docMk/>
          <pc:sldMk cId="1447607498" sldId="265"/>
        </pc:sldMkLst>
        <pc:spChg chg="mod">
          <ac:chgData name="Raff, Scott N" userId="72869849-31e1-4535-8811-25fba34f7c11" providerId="ADAL" clId="{9F2C64F9-2912-4B15-A541-D790F8A10E36}" dt="2025-12-15T18:35:39.608" v="24351" actId="20577"/>
          <ac:spMkLst>
            <pc:docMk/>
            <pc:sldMk cId="1447607498" sldId="265"/>
            <ac:spMk id="2" creationId="{2A39556E-34CA-288B-EF32-DE6612B84C6B}"/>
          </ac:spMkLst>
        </pc:spChg>
      </pc:sldChg>
      <pc:sldChg chg="new del">
        <pc:chgData name="Raff, Scott N" userId="72869849-31e1-4535-8811-25fba34f7c11" providerId="ADAL" clId="{9F2C64F9-2912-4B15-A541-D790F8A10E36}" dt="2025-11-21T17:58:06.321" v="4015" actId="680"/>
        <pc:sldMkLst>
          <pc:docMk/>
          <pc:sldMk cId="2732314342" sldId="265"/>
        </pc:sldMkLst>
      </pc:sldChg>
      <pc:sldChg chg="add del">
        <pc:chgData name="Raff, Scott N" userId="72869849-31e1-4535-8811-25fba34f7c11" providerId="ADAL" clId="{9F2C64F9-2912-4B15-A541-D790F8A10E36}" dt="2025-12-01T19:30:12.220" v="8738"/>
        <pc:sldMkLst>
          <pc:docMk/>
          <pc:sldMk cId="796031515" sldId="266"/>
        </pc:sldMkLst>
      </pc:sldChg>
      <pc:sldChg chg="addSp delSp modSp add mod">
        <pc:chgData name="Raff, Scott N" userId="72869849-31e1-4535-8811-25fba34f7c11" providerId="ADAL" clId="{9F2C64F9-2912-4B15-A541-D790F8A10E36}" dt="2025-12-16T14:45:16.219" v="28976" actId="1038"/>
        <pc:sldMkLst>
          <pc:docMk/>
          <pc:sldMk cId="844690647" sldId="266"/>
        </pc:sldMkLst>
        <pc:spChg chg="add mod">
          <ac:chgData name="Raff, Scott N" userId="72869849-31e1-4535-8811-25fba34f7c11" providerId="ADAL" clId="{9F2C64F9-2912-4B15-A541-D790F8A10E36}" dt="2025-12-16T06:45:48.857" v="25573" actId="164"/>
          <ac:spMkLst>
            <pc:docMk/>
            <pc:sldMk cId="844690647" sldId="266"/>
            <ac:spMk id="2" creationId="{ECEA1A14-D5DC-482B-A0EF-45287E96A671}"/>
          </ac:spMkLst>
        </pc:spChg>
        <pc:spChg chg="add mod">
          <ac:chgData name="Raff, Scott N" userId="72869849-31e1-4535-8811-25fba34f7c11" providerId="ADAL" clId="{9F2C64F9-2912-4B15-A541-D790F8A10E36}" dt="2025-12-16T06:45:47.758" v="25572" actId="164"/>
          <ac:spMkLst>
            <pc:docMk/>
            <pc:sldMk cId="844690647" sldId="266"/>
            <ac:spMk id="5" creationId="{516CF226-6795-5ADF-D8DB-F5DB7A9B994B}"/>
          </ac:spMkLst>
        </pc:spChg>
        <pc:spChg chg="mod">
          <ac:chgData name="Raff, Scott N" userId="72869849-31e1-4535-8811-25fba34f7c11" providerId="ADAL" clId="{9F2C64F9-2912-4B15-A541-D790F8A10E36}" dt="2025-12-16T06:48:38.526" v="25684" actId="20577"/>
          <ac:spMkLst>
            <pc:docMk/>
            <pc:sldMk cId="844690647" sldId="266"/>
            <ac:spMk id="6" creationId="{16ADD4C1-4D4F-DC5B-0AD0-05CBC53E54D0}"/>
          </ac:spMkLst>
        </pc:spChg>
        <pc:spChg chg="add mod">
          <ac:chgData name="Raff, Scott N" userId="72869849-31e1-4535-8811-25fba34f7c11" providerId="ADAL" clId="{9F2C64F9-2912-4B15-A541-D790F8A10E36}" dt="2025-12-16T06:45:53.341" v="25577" actId="164"/>
          <ac:spMkLst>
            <pc:docMk/>
            <pc:sldMk cId="844690647" sldId="266"/>
            <ac:spMk id="8" creationId="{AF17F946-F345-77BD-D4C1-F7FBEDAC2848}"/>
          </ac:spMkLst>
        </pc:spChg>
        <pc:spChg chg="add mod">
          <ac:chgData name="Raff, Scott N" userId="72869849-31e1-4535-8811-25fba34f7c11" providerId="ADAL" clId="{9F2C64F9-2912-4B15-A541-D790F8A10E36}" dt="2025-12-16T06:45:49.913" v="25574" actId="164"/>
          <ac:spMkLst>
            <pc:docMk/>
            <pc:sldMk cId="844690647" sldId="266"/>
            <ac:spMk id="10" creationId="{95627AF5-48CD-2933-FB5B-5CE0D4D695D3}"/>
          </ac:spMkLst>
        </pc:spChg>
        <pc:spChg chg="add mod">
          <ac:chgData name="Raff, Scott N" userId="72869849-31e1-4535-8811-25fba34f7c11" providerId="ADAL" clId="{9F2C64F9-2912-4B15-A541-D790F8A10E36}" dt="2025-12-16T06:45:50.928" v="25575" actId="164"/>
          <ac:spMkLst>
            <pc:docMk/>
            <pc:sldMk cId="844690647" sldId="266"/>
            <ac:spMk id="12" creationId="{1062282A-0164-D836-D429-CC20F225458F}"/>
          </ac:spMkLst>
        </pc:spChg>
        <pc:spChg chg="add mod">
          <ac:chgData name="Raff, Scott N" userId="72869849-31e1-4535-8811-25fba34f7c11" providerId="ADAL" clId="{9F2C64F9-2912-4B15-A541-D790F8A10E36}" dt="2025-12-16T06:45:52.315" v="25576" actId="164"/>
          <ac:spMkLst>
            <pc:docMk/>
            <pc:sldMk cId="844690647" sldId="266"/>
            <ac:spMk id="14" creationId="{ACC605F5-83A8-F7DC-AE41-CD00F2F11B39}"/>
          </ac:spMkLst>
        </pc:spChg>
        <pc:grpChg chg="add mod">
          <ac:chgData name="Raff, Scott N" userId="72869849-31e1-4535-8811-25fba34f7c11" providerId="ADAL" clId="{9F2C64F9-2912-4B15-A541-D790F8A10E36}" dt="2025-12-16T06:47:09.200" v="25600" actId="1035"/>
          <ac:grpSpMkLst>
            <pc:docMk/>
            <pc:sldMk cId="844690647" sldId="266"/>
            <ac:grpSpMk id="16" creationId="{03AE7AAE-8AF9-7B22-4A9D-616E2F246168}"/>
          </ac:grpSpMkLst>
        </pc:grpChg>
        <pc:grpChg chg="add mod">
          <ac:chgData name="Raff, Scott N" userId="72869849-31e1-4535-8811-25fba34f7c11" providerId="ADAL" clId="{9F2C64F9-2912-4B15-A541-D790F8A10E36}" dt="2025-12-16T06:47:15.702" v="25609" actId="1036"/>
          <ac:grpSpMkLst>
            <pc:docMk/>
            <pc:sldMk cId="844690647" sldId="266"/>
            <ac:grpSpMk id="17" creationId="{902F87DB-5BFB-EE98-4C66-3C5261D91FDC}"/>
          </ac:grpSpMkLst>
        </pc:grpChg>
        <pc:grpChg chg="add mod">
          <ac:chgData name="Raff, Scott N" userId="72869849-31e1-4535-8811-25fba34f7c11" providerId="ADAL" clId="{9F2C64F9-2912-4B15-A541-D790F8A10E36}" dt="2025-12-16T06:47:13.137" v="25606" actId="1035"/>
          <ac:grpSpMkLst>
            <pc:docMk/>
            <pc:sldMk cId="844690647" sldId="266"/>
            <ac:grpSpMk id="18" creationId="{FFD8C2B2-858C-F738-7E1F-352602B2F4EA}"/>
          </ac:grpSpMkLst>
        </pc:grpChg>
        <pc:grpChg chg="add mod">
          <ac:chgData name="Raff, Scott N" userId="72869849-31e1-4535-8811-25fba34f7c11" providerId="ADAL" clId="{9F2C64F9-2912-4B15-A541-D790F8A10E36}" dt="2025-12-16T14:44:57.275" v="28967" actId="1036"/>
          <ac:grpSpMkLst>
            <pc:docMk/>
            <pc:sldMk cId="844690647" sldId="266"/>
            <ac:grpSpMk id="19" creationId="{2FE54CDE-7C12-3E7F-F72F-4D19F819CF47}"/>
          </ac:grpSpMkLst>
        </pc:grpChg>
        <pc:grpChg chg="add mod">
          <ac:chgData name="Raff, Scott N" userId="72869849-31e1-4535-8811-25fba34f7c11" providerId="ADAL" clId="{9F2C64F9-2912-4B15-A541-D790F8A10E36}" dt="2025-12-16T06:47:17.839" v="25611" actId="1035"/>
          <ac:grpSpMkLst>
            <pc:docMk/>
            <pc:sldMk cId="844690647" sldId="266"/>
            <ac:grpSpMk id="20" creationId="{608A9654-7063-9056-584E-C7628926E016}"/>
          </ac:grpSpMkLst>
        </pc:grpChg>
        <pc:grpChg chg="add mod">
          <ac:chgData name="Raff, Scott N" userId="72869849-31e1-4535-8811-25fba34f7c11" providerId="ADAL" clId="{9F2C64F9-2912-4B15-A541-D790F8A10E36}" dt="2025-12-16T06:47:11.158" v="25603" actId="1035"/>
          <ac:grpSpMkLst>
            <pc:docMk/>
            <pc:sldMk cId="844690647" sldId="266"/>
            <ac:grpSpMk id="21" creationId="{3A605AC4-1FFC-6436-4B9A-D4FD29271CB5}"/>
          </ac:grpSpMkLst>
        </pc:grpChg>
        <pc:graphicFrameChg chg="add mod modGraphic">
          <ac:chgData name="Raff, Scott N" userId="72869849-31e1-4535-8811-25fba34f7c11" providerId="ADAL" clId="{9F2C64F9-2912-4B15-A541-D790F8A10E36}" dt="2025-12-16T14:44:55.082" v="28965"/>
          <ac:graphicFrameMkLst>
            <pc:docMk/>
            <pc:sldMk cId="844690647" sldId="266"/>
            <ac:graphicFrameMk id="3" creationId="{D9C94519-F5DA-0FE6-3C18-B5386E8E6B0B}"/>
          </ac:graphicFrameMkLst>
        </pc:graphicFrameChg>
        <pc:picChg chg="mod">
          <ac:chgData name="Raff, Scott N" userId="72869849-31e1-4535-8811-25fba34f7c11" providerId="ADAL" clId="{9F2C64F9-2912-4B15-A541-D790F8A10E36}" dt="2025-12-16T06:45:48.857" v="25573" actId="164"/>
          <ac:picMkLst>
            <pc:docMk/>
            <pc:sldMk cId="844690647" sldId="266"/>
            <ac:picMk id="4" creationId="{6AD828EF-90D2-E423-0303-1D40CC6D2A23}"/>
          </ac:picMkLst>
        </pc:picChg>
        <pc:picChg chg="mod">
          <ac:chgData name="Raff, Scott N" userId="72869849-31e1-4535-8811-25fba34f7c11" providerId="ADAL" clId="{9F2C64F9-2912-4B15-A541-D790F8A10E36}" dt="2025-12-16T06:45:47.758" v="25572" actId="164"/>
          <ac:picMkLst>
            <pc:docMk/>
            <pc:sldMk cId="844690647" sldId="266"/>
            <ac:picMk id="7" creationId="{D2A1ECB4-BD35-2D1D-85BA-DC824D189D7D}"/>
          </ac:picMkLst>
        </pc:picChg>
        <pc:picChg chg="add mod">
          <ac:chgData name="Raff, Scott N" userId="72869849-31e1-4535-8811-25fba34f7c11" providerId="ADAL" clId="{9F2C64F9-2912-4B15-A541-D790F8A10E36}" dt="2025-12-16T06:45:53.341" v="25577" actId="164"/>
          <ac:picMkLst>
            <pc:docMk/>
            <pc:sldMk cId="844690647" sldId="266"/>
            <ac:picMk id="9" creationId="{D14AF349-6EFE-7027-25E3-95D08B73FAAF}"/>
          </ac:picMkLst>
        </pc:picChg>
        <pc:picChg chg="add mod">
          <ac:chgData name="Raff, Scott N" userId="72869849-31e1-4535-8811-25fba34f7c11" providerId="ADAL" clId="{9F2C64F9-2912-4B15-A541-D790F8A10E36}" dt="2025-12-16T06:45:49.913" v="25574" actId="164"/>
          <ac:picMkLst>
            <pc:docMk/>
            <pc:sldMk cId="844690647" sldId="266"/>
            <ac:picMk id="11" creationId="{4803818B-1E9F-3C05-6F55-6B921702F764}"/>
          </ac:picMkLst>
        </pc:picChg>
        <pc:picChg chg="add mod">
          <ac:chgData name="Raff, Scott N" userId="72869849-31e1-4535-8811-25fba34f7c11" providerId="ADAL" clId="{9F2C64F9-2912-4B15-A541-D790F8A10E36}" dt="2025-12-16T14:45:05.893" v="28972" actId="1037"/>
          <ac:picMkLst>
            <pc:docMk/>
            <pc:sldMk cId="844690647" sldId="266"/>
            <ac:picMk id="13" creationId="{08FBE209-FC80-0AF7-5ECD-2FFC01CBDAA6}"/>
          </ac:picMkLst>
        </pc:picChg>
        <pc:picChg chg="add mod">
          <ac:chgData name="Raff, Scott N" userId="72869849-31e1-4535-8811-25fba34f7c11" providerId="ADAL" clId="{9F2C64F9-2912-4B15-A541-D790F8A10E36}" dt="2025-12-16T14:45:16.219" v="28976" actId="1038"/>
          <ac:picMkLst>
            <pc:docMk/>
            <pc:sldMk cId="844690647" sldId="266"/>
            <ac:picMk id="15" creationId="{D6DFBEF1-BBD2-5B3D-9E2B-81D1E683CCFC}"/>
          </ac:picMkLst>
        </pc:picChg>
      </pc:sldChg>
      <pc:sldChg chg="addSp delSp modSp add del mod">
        <pc:chgData name="Raff, Scott N" userId="72869849-31e1-4535-8811-25fba34f7c11" providerId="ADAL" clId="{9F2C64F9-2912-4B15-A541-D790F8A10E36}" dt="2025-12-01T19:10:27.831" v="8306" actId="47"/>
        <pc:sldMkLst>
          <pc:docMk/>
          <pc:sldMk cId="3483643120" sldId="266"/>
        </pc:sldMkLst>
      </pc:sldChg>
      <pc:sldChg chg="modSp add">
        <pc:chgData name="Raff, Scott N" userId="72869849-31e1-4535-8811-25fba34f7c11" providerId="ADAL" clId="{9F2C64F9-2912-4B15-A541-D790F8A10E36}" dt="2025-12-15T19:00:52.609" v="25425"/>
        <pc:sldMkLst>
          <pc:docMk/>
          <pc:sldMk cId="1959219895" sldId="267"/>
        </pc:sldMkLst>
        <pc:spChg chg="mod">
          <ac:chgData name="Raff, Scott N" userId="72869849-31e1-4535-8811-25fba34f7c11" providerId="ADAL" clId="{9F2C64F9-2912-4B15-A541-D790F8A10E36}" dt="2025-12-15T19:00:52.609" v="25425"/>
          <ac:spMkLst>
            <pc:docMk/>
            <pc:sldMk cId="1959219895" sldId="267"/>
            <ac:spMk id="2" creationId="{590CCBEA-F294-3D54-5FB9-A68B67A803D5}"/>
          </ac:spMkLst>
        </pc:spChg>
      </pc:sldChg>
      <pc:sldChg chg="addSp delSp modSp add del mod modClrScheme chgLayout">
        <pc:chgData name="Raff, Scott N" userId="72869849-31e1-4535-8811-25fba34f7c11" providerId="ADAL" clId="{9F2C64F9-2912-4B15-A541-D790F8A10E36}" dt="2025-12-15T18:43:36.932" v="24685" actId="47"/>
        <pc:sldMkLst>
          <pc:docMk/>
          <pc:sldMk cId="2009503705" sldId="267"/>
        </pc:sldMkLst>
        <pc:spChg chg="mod ord">
          <ac:chgData name="Raff, Scott N" userId="72869849-31e1-4535-8811-25fba34f7c11" providerId="ADAL" clId="{9F2C64F9-2912-4B15-A541-D790F8A10E36}" dt="2025-12-15T18:29:07.879" v="24159" actId="20577"/>
          <ac:spMkLst>
            <pc:docMk/>
            <pc:sldMk cId="2009503705" sldId="267"/>
            <ac:spMk id="4" creationId="{26C12C0F-C836-007A-ACA3-A5434EF86D23}"/>
          </ac:spMkLst>
        </pc:spChg>
      </pc:sldChg>
      <pc:sldChg chg="add del">
        <pc:chgData name="Raff, Scott N" userId="72869849-31e1-4535-8811-25fba34f7c11" providerId="ADAL" clId="{9F2C64F9-2912-4B15-A541-D790F8A10E36}" dt="2025-12-15T19:00:44.593" v="25423"/>
        <pc:sldMkLst>
          <pc:docMk/>
          <pc:sldMk cId="2835899014" sldId="267"/>
        </pc:sldMkLst>
      </pc:sldChg>
      <pc:sldChg chg="addSp modSp add del mod">
        <pc:chgData name="Raff, Scott N" userId="72869849-31e1-4535-8811-25fba34f7c11" providerId="ADAL" clId="{9F2C64F9-2912-4B15-A541-D790F8A10E36}" dt="2025-11-21T15:28:01.461" v="2973" actId="47"/>
        <pc:sldMkLst>
          <pc:docMk/>
          <pc:sldMk cId="3520457271" sldId="267"/>
        </pc:sldMkLst>
      </pc:sldChg>
      <pc:sldChg chg="addSp delSp modSp add mod">
        <pc:chgData name="Raff, Scott N" userId="72869849-31e1-4535-8811-25fba34f7c11" providerId="ADAL" clId="{9F2C64F9-2912-4B15-A541-D790F8A10E36}" dt="2025-12-03T06:43:55.967" v="16200"/>
        <pc:sldMkLst>
          <pc:docMk/>
          <pc:sldMk cId="1452812360" sldId="268"/>
        </pc:sldMkLst>
        <pc:spChg chg="mod">
          <ac:chgData name="Raff, Scott N" userId="72869849-31e1-4535-8811-25fba34f7c11" providerId="ADAL" clId="{9F2C64F9-2912-4B15-A541-D790F8A10E36}" dt="2025-12-03T06:43:47.188" v="16199" actId="20577"/>
          <ac:spMkLst>
            <pc:docMk/>
            <pc:sldMk cId="1452812360" sldId="268"/>
            <ac:spMk id="2" creationId="{2C5FF890-FE83-6C57-4694-F0B935B2F722}"/>
          </ac:spMkLst>
        </pc:spChg>
        <pc:spChg chg="add mod">
          <ac:chgData name="Raff, Scott N" userId="72869849-31e1-4535-8811-25fba34f7c11" providerId="ADAL" clId="{9F2C64F9-2912-4B15-A541-D790F8A10E36}" dt="2025-12-03T06:43:55.967" v="16200"/>
          <ac:spMkLst>
            <pc:docMk/>
            <pc:sldMk cId="1452812360" sldId="268"/>
            <ac:spMk id="3" creationId="{7B882CD1-F8E1-D712-F112-C6E1E4EE7943}"/>
          </ac:spMkLst>
        </pc:spChg>
        <pc:graphicFrameChg chg="add mod">
          <ac:chgData name="Raff, Scott N" userId="72869849-31e1-4535-8811-25fba34f7c11" providerId="ADAL" clId="{9F2C64F9-2912-4B15-A541-D790F8A10E36}" dt="2025-12-03T06:43:55.967" v="16200"/>
          <ac:graphicFrameMkLst>
            <pc:docMk/>
            <pc:sldMk cId="1452812360" sldId="268"/>
            <ac:graphicFrameMk id="5" creationId="{C0812F13-C32A-5BC9-2994-4F777F2EAB4B}"/>
          </ac:graphicFrameMkLst>
        </pc:graphicFrameChg>
      </pc:sldChg>
      <pc:sldChg chg="modSp add del mod">
        <pc:chgData name="Raff, Scott N" userId="72869849-31e1-4535-8811-25fba34f7c11" providerId="ADAL" clId="{9F2C64F9-2912-4B15-A541-D790F8A10E36}" dt="2025-12-03T06:23:23.708" v="15781" actId="47"/>
        <pc:sldMkLst>
          <pc:docMk/>
          <pc:sldMk cId="1862379019" sldId="268"/>
        </pc:sldMkLst>
      </pc:sldChg>
      <pc:sldChg chg="addSp delSp modSp add del mod">
        <pc:chgData name="Raff, Scott N" userId="72869849-31e1-4535-8811-25fba34f7c11" providerId="ADAL" clId="{9F2C64F9-2912-4B15-A541-D790F8A10E36}" dt="2025-12-01T19:09:17.824" v="8294" actId="47"/>
        <pc:sldMkLst>
          <pc:docMk/>
          <pc:sldMk cId="3528994362" sldId="268"/>
        </pc:sldMkLst>
      </pc:sldChg>
      <pc:sldChg chg="addSp delSp modSp add del mod ord">
        <pc:chgData name="Raff, Scott N" userId="72869849-31e1-4535-8811-25fba34f7c11" providerId="ADAL" clId="{9F2C64F9-2912-4B15-A541-D790F8A10E36}" dt="2025-11-26T18:58:00.816" v="7227" actId="47"/>
        <pc:sldMkLst>
          <pc:docMk/>
          <pc:sldMk cId="65619419" sldId="269"/>
        </pc:sldMkLst>
      </pc:sldChg>
      <pc:sldChg chg="modSp add del mod ord">
        <pc:chgData name="Raff, Scott N" userId="72869849-31e1-4535-8811-25fba34f7c11" providerId="ADAL" clId="{9F2C64F9-2912-4B15-A541-D790F8A10E36}" dt="2025-12-15T19:01:04.288" v="25429" actId="47"/>
        <pc:sldMkLst>
          <pc:docMk/>
          <pc:sldMk cId="898458216" sldId="269"/>
        </pc:sldMkLst>
      </pc:sldChg>
      <pc:sldChg chg="addSp delSp modSp add del mod">
        <pc:chgData name="Raff, Scott N" userId="72869849-31e1-4535-8811-25fba34f7c11" providerId="ADAL" clId="{9F2C64F9-2912-4B15-A541-D790F8A10E36}" dt="2025-12-10T20:52:14.550" v="21279" actId="47"/>
        <pc:sldMkLst>
          <pc:docMk/>
          <pc:sldMk cId="910439390" sldId="269"/>
        </pc:sldMkLst>
      </pc:sldChg>
      <pc:sldChg chg="del ord">
        <pc:chgData name="Raff, Scott N" userId="72869849-31e1-4535-8811-25fba34f7c11" providerId="ADAL" clId="{9F2C64F9-2912-4B15-A541-D790F8A10E36}" dt="2025-12-03T06:25:02.196" v="15820" actId="2696"/>
        <pc:sldMkLst>
          <pc:docMk/>
          <pc:sldMk cId="3335494390" sldId="269"/>
        </pc:sldMkLst>
      </pc:sldChg>
      <pc:sldChg chg="modSp add del mod">
        <pc:chgData name="Raff, Scott N" userId="72869849-31e1-4535-8811-25fba34f7c11" providerId="ADAL" clId="{9F2C64F9-2912-4B15-A541-D790F8A10E36}" dt="2025-12-04T18:34:17.932" v="20045" actId="47"/>
        <pc:sldMkLst>
          <pc:docMk/>
          <pc:sldMk cId="3962538127" sldId="269"/>
        </pc:sldMkLst>
      </pc:sldChg>
      <pc:sldChg chg="addSp delSp modSp add mod ord">
        <pc:chgData name="Raff, Scott N" userId="72869849-31e1-4535-8811-25fba34f7c11" providerId="ADAL" clId="{9F2C64F9-2912-4B15-A541-D790F8A10E36}" dt="2025-12-16T16:02:55.582" v="29241" actId="14100"/>
        <pc:sldMkLst>
          <pc:docMk/>
          <pc:sldMk cId="4018212917" sldId="269"/>
        </pc:sldMkLst>
        <pc:spChg chg="add mod">
          <ac:chgData name="Raff, Scott N" userId="72869849-31e1-4535-8811-25fba34f7c11" providerId="ADAL" clId="{9F2C64F9-2912-4B15-A541-D790F8A10E36}" dt="2025-12-16T16:02:55.582" v="29241" actId="14100"/>
          <ac:spMkLst>
            <pc:docMk/>
            <pc:sldMk cId="4018212917" sldId="269"/>
            <ac:spMk id="4" creationId="{CC107823-A99F-0BC3-8056-8DD3F29FC4EA}"/>
          </ac:spMkLst>
        </pc:spChg>
        <pc:spChg chg="add mod">
          <ac:chgData name="Raff, Scott N" userId="72869849-31e1-4535-8811-25fba34f7c11" providerId="ADAL" clId="{9F2C64F9-2912-4B15-A541-D790F8A10E36}" dt="2025-12-16T14:53:11.190" v="29141" actId="14100"/>
          <ac:spMkLst>
            <pc:docMk/>
            <pc:sldMk cId="4018212917" sldId="269"/>
            <ac:spMk id="5" creationId="{11B6EC61-11FC-2D85-EA56-D606A6D5B5CA}"/>
          </ac:spMkLst>
        </pc:spChg>
        <pc:spChg chg="mod">
          <ac:chgData name="Raff, Scott N" userId="72869849-31e1-4535-8811-25fba34f7c11" providerId="ADAL" clId="{9F2C64F9-2912-4B15-A541-D790F8A10E36}" dt="2025-12-16T14:49:14.613" v="29096" actId="20577"/>
          <ac:spMkLst>
            <pc:docMk/>
            <pc:sldMk cId="4018212917" sldId="269"/>
            <ac:spMk id="6" creationId="{FEF20616-AD4B-4931-46D0-A3BAEECF6FE1}"/>
          </ac:spMkLst>
        </pc:spChg>
        <pc:spChg chg="add mod">
          <ac:chgData name="Raff, Scott N" userId="72869849-31e1-4535-8811-25fba34f7c11" providerId="ADAL" clId="{9F2C64F9-2912-4B15-A541-D790F8A10E36}" dt="2025-12-16T14:53:04.361" v="29140" actId="1036"/>
          <ac:spMkLst>
            <pc:docMk/>
            <pc:sldMk cId="4018212917" sldId="269"/>
            <ac:spMk id="7" creationId="{96EEADBB-69CD-AD94-8CE3-186A352D6E9B}"/>
          </ac:spMkLst>
        </pc:spChg>
        <pc:graphicFrameChg chg="del modGraphic">
          <ac:chgData name="Raff, Scott N" userId="72869849-31e1-4535-8811-25fba34f7c11" providerId="ADAL" clId="{9F2C64F9-2912-4B15-A541-D790F8A10E36}" dt="2025-12-16T10:51:38.320" v="27130" actId="478"/>
          <ac:graphicFrameMkLst>
            <pc:docMk/>
            <pc:sldMk cId="4018212917" sldId="269"/>
            <ac:graphicFrameMk id="2" creationId="{CA85BB4D-F594-6E0C-8508-BB5DAF62367C}"/>
          </ac:graphicFrameMkLst>
        </pc:graphicFrameChg>
        <pc:graphicFrameChg chg="add mod modGraphic">
          <ac:chgData name="Raff, Scott N" userId="72869849-31e1-4535-8811-25fba34f7c11" providerId="ADAL" clId="{9F2C64F9-2912-4B15-A541-D790F8A10E36}" dt="2025-12-16T10:57:09.649" v="27297" actId="122"/>
          <ac:graphicFrameMkLst>
            <pc:docMk/>
            <pc:sldMk cId="4018212917" sldId="269"/>
            <ac:graphicFrameMk id="3" creationId="{BE0B36DD-7008-2DB8-8748-A0FBFCB0CB34}"/>
          </ac:graphicFrameMkLst>
        </pc:graphicFrameChg>
      </pc:sldChg>
      <pc:sldChg chg="addSp delSp modSp add del mod ord">
        <pc:chgData name="Raff, Scott N" userId="72869849-31e1-4535-8811-25fba34f7c11" providerId="ADAL" clId="{9F2C64F9-2912-4B15-A541-D790F8A10E36}" dt="2025-12-03T06:28:56.985" v="15962" actId="47"/>
        <pc:sldMkLst>
          <pc:docMk/>
          <pc:sldMk cId="283989772" sldId="270"/>
        </pc:sldMkLst>
      </pc:sldChg>
      <pc:sldChg chg="modSp add mod">
        <pc:chgData name="Raff, Scott N" userId="72869849-31e1-4535-8811-25fba34f7c11" providerId="ADAL" clId="{9F2C64F9-2912-4B15-A541-D790F8A10E36}" dt="2025-12-03T06:56:42.664" v="16737" actId="207"/>
        <pc:sldMkLst>
          <pc:docMk/>
          <pc:sldMk cId="1774361880" sldId="270"/>
        </pc:sldMkLst>
        <pc:graphicFrameChg chg="mod modGraphic">
          <ac:chgData name="Raff, Scott N" userId="72869849-31e1-4535-8811-25fba34f7c11" providerId="ADAL" clId="{9F2C64F9-2912-4B15-A541-D790F8A10E36}" dt="2025-12-03T06:56:42.664" v="16737" actId="207"/>
          <ac:graphicFrameMkLst>
            <pc:docMk/>
            <pc:sldMk cId="1774361880" sldId="270"/>
            <ac:graphicFrameMk id="2" creationId="{5088DF50-88D5-990B-0A33-999A00381137}"/>
          </ac:graphicFrameMkLst>
        </pc:graphicFrameChg>
      </pc:sldChg>
      <pc:sldChg chg="addSp delSp modSp add mod">
        <pc:chgData name="Raff, Scott N" userId="72869849-31e1-4535-8811-25fba34f7c11" providerId="ADAL" clId="{9F2C64F9-2912-4B15-A541-D790F8A10E36}" dt="2025-12-16T13:46:12.550" v="27871" actId="20577"/>
        <pc:sldMkLst>
          <pc:docMk/>
          <pc:sldMk cId="2816896893" sldId="271"/>
        </pc:sldMkLst>
        <pc:spChg chg="mod">
          <ac:chgData name="Raff, Scott N" userId="72869849-31e1-4535-8811-25fba34f7c11" providerId="ADAL" clId="{9F2C64F9-2912-4B15-A541-D790F8A10E36}" dt="2025-12-15T18:43:20.913" v="24673" actId="20577"/>
          <ac:spMkLst>
            <pc:docMk/>
            <pc:sldMk cId="2816896893" sldId="271"/>
            <ac:spMk id="6" creationId="{1750C0D8-F232-D4F8-29E8-C388208F42D9}"/>
          </ac:spMkLst>
        </pc:spChg>
        <pc:spChg chg="mod">
          <ac:chgData name="Raff, Scott N" userId="72869849-31e1-4535-8811-25fba34f7c11" providerId="ADAL" clId="{9F2C64F9-2912-4B15-A541-D790F8A10E36}" dt="2025-12-03T07:05:46.935" v="16922"/>
          <ac:spMkLst>
            <pc:docMk/>
            <pc:sldMk cId="2816896893" sldId="271"/>
            <ac:spMk id="55" creationId="{9D0448DD-824B-B31A-9FA4-F1C11738CE30}"/>
          </ac:spMkLst>
        </pc:spChg>
        <pc:spChg chg="mod">
          <ac:chgData name="Raff, Scott N" userId="72869849-31e1-4535-8811-25fba34f7c11" providerId="ADAL" clId="{9F2C64F9-2912-4B15-A541-D790F8A10E36}" dt="2025-12-03T07:05:46.935" v="16922"/>
          <ac:spMkLst>
            <pc:docMk/>
            <pc:sldMk cId="2816896893" sldId="271"/>
            <ac:spMk id="57" creationId="{A8CB9D4A-EBBD-EC4B-CAC2-00E0F3E6405B}"/>
          </ac:spMkLst>
        </pc:spChg>
        <pc:spChg chg="mod">
          <ac:chgData name="Raff, Scott N" userId="72869849-31e1-4535-8811-25fba34f7c11" providerId="ADAL" clId="{9F2C64F9-2912-4B15-A541-D790F8A10E36}" dt="2025-12-03T07:05:46.935" v="16922"/>
          <ac:spMkLst>
            <pc:docMk/>
            <pc:sldMk cId="2816896893" sldId="271"/>
            <ac:spMk id="64" creationId="{A071F6AB-ED9B-9BCE-05BA-634908D25C95}"/>
          </ac:spMkLst>
        </pc:spChg>
        <pc:spChg chg="mod">
          <ac:chgData name="Raff, Scott N" userId="72869849-31e1-4535-8811-25fba34f7c11" providerId="ADAL" clId="{9F2C64F9-2912-4B15-A541-D790F8A10E36}" dt="2025-12-03T07:05:46.935" v="16922"/>
          <ac:spMkLst>
            <pc:docMk/>
            <pc:sldMk cId="2816896893" sldId="271"/>
            <ac:spMk id="66" creationId="{68742E2E-48B6-D68B-C8B1-26E88CE9B868}"/>
          </ac:spMkLst>
        </pc:spChg>
        <pc:spChg chg="mod">
          <ac:chgData name="Raff, Scott N" userId="72869849-31e1-4535-8811-25fba34f7c11" providerId="ADAL" clId="{9F2C64F9-2912-4B15-A541-D790F8A10E36}" dt="2025-12-03T07:05:46.935" v="16922"/>
          <ac:spMkLst>
            <pc:docMk/>
            <pc:sldMk cId="2816896893" sldId="271"/>
            <ac:spMk id="71" creationId="{14542490-1871-75E6-A8F8-667FAE2D9DBF}"/>
          </ac:spMkLst>
        </pc:spChg>
        <pc:spChg chg="mod">
          <ac:chgData name="Raff, Scott N" userId="72869849-31e1-4535-8811-25fba34f7c11" providerId="ADAL" clId="{9F2C64F9-2912-4B15-A541-D790F8A10E36}" dt="2025-12-03T07:05:46.935" v="16922"/>
          <ac:spMkLst>
            <pc:docMk/>
            <pc:sldMk cId="2816896893" sldId="271"/>
            <ac:spMk id="74" creationId="{7237EC96-57E7-C4EE-313A-63D5C893F1EA}"/>
          </ac:spMkLst>
        </pc:spChg>
        <pc:spChg chg="mod">
          <ac:chgData name="Raff, Scott N" userId="72869849-31e1-4535-8811-25fba34f7c11" providerId="ADAL" clId="{9F2C64F9-2912-4B15-A541-D790F8A10E36}" dt="2025-12-03T07:05:46.935" v="16922"/>
          <ac:spMkLst>
            <pc:docMk/>
            <pc:sldMk cId="2816896893" sldId="271"/>
            <ac:spMk id="76" creationId="{594D2C04-C9DD-E2BF-5B32-FA5DDB270A9D}"/>
          </ac:spMkLst>
        </pc:spChg>
        <pc:spChg chg="mod">
          <ac:chgData name="Raff, Scott N" userId="72869849-31e1-4535-8811-25fba34f7c11" providerId="ADAL" clId="{9F2C64F9-2912-4B15-A541-D790F8A10E36}" dt="2025-12-03T07:05:46.935" v="16922"/>
          <ac:spMkLst>
            <pc:docMk/>
            <pc:sldMk cId="2816896893" sldId="271"/>
            <ac:spMk id="77" creationId="{5C8A56A4-5F64-8632-7DE9-14F659EA1A82}"/>
          </ac:spMkLst>
        </pc:spChg>
        <pc:spChg chg="mod">
          <ac:chgData name="Raff, Scott N" userId="72869849-31e1-4535-8811-25fba34f7c11" providerId="ADAL" clId="{9F2C64F9-2912-4B15-A541-D790F8A10E36}" dt="2025-12-03T07:05:46.935" v="16922"/>
          <ac:spMkLst>
            <pc:docMk/>
            <pc:sldMk cId="2816896893" sldId="271"/>
            <ac:spMk id="78" creationId="{801A9F77-141E-DDA9-FCE4-9D71A142D72A}"/>
          </ac:spMkLst>
        </pc:spChg>
        <pc:spChg chg="mod">
          <ac:chgData name="Raff, Scott N" userId="72869849-31e1-4535-8811-25fba34f7c11" providerId="ADAL" clId="{9F2C64F9-2912-4B15-A541-D790F8A10E36}" dt="2025-12-03T07:05:46.935" v="16922"/>
          <ac:spMkLst>
            <pc:docMk/>
            <pc:sldMk cId="2816896893" sldId="271"/>
            <ac:spMk id="79" creationId="{D5F5198B-B098-93B2-1746-67473EA908DF}"/>
          </ac:spMkLst>
        </pc:spChg>
        <pc:graphicFrameChg chg="mod modGraphic">
          <ac:chgData name="Raff, Scott N" userId="72869849-31e1-4535-8811-25fba34f7c11" providerId="ADAL" clId="{9F2C64F9-2912-4B15-A541-D790F8A10E36}" dt="2025-12-16T13:46:12.550" v="27871" actId="20577"/>
          <ac:graphicFrameMkLst>
            <pc:docMk/>
            <pc:sldMk cId="2816896893" sldId="271"/>
            <ac:graphicFrameMk id="2" creationId="{CD17795D-4C83-FED8-27C3-EEB80804DA31}"/>
          </ac:graphicFrameMkLst>
        </pc:graphicFrameChg>
      </pc:sldChg>
      <pc:sldChg chg="modSp add del mod">
        <pc:chgData name="Raff, Scott N" userId="72869849-31e1-4535-8811-25fba34f7c11" providerId="ADAL" clId="{9F2C64F9-2912-4B15-A541-D790F8A10E36}" dt="2025-12-01T19:10:52.977" v="8311" actId="47"/>
        <pc:sldMkLst>
          <pc:docMk/>
          <pc:sldMk cId="2871288930" sldId="271"/>
        </pc:sldMkLst>
      </pc:sldChg>
      <pc:sldChg chg="delSp modSp del mod ord">
        <pc:chgData name="Raff, Scott N" userId="72869849-31e1-4535-8811-25fba34f7c11" providerId="ADAL" clId="{9F2C64F9-2912-4B15-A541-D790F8A10E36}" dt="2025-12-03T06:29:57.141" v="16012" actId="47"/>
        <pc:sldMkLst>
          <pc:docMk/>
          <pc:sldMk cId="3958521139" sldId="271"/>
        </pc:sldMkLst>
      </pc:sldChg>
      <pc:sldChg chg="addSp delSp modSp add mod ord">
        <pc:chgData name="Raff, Scott N" userId="72869849-31e1-4535-8811-25fba34f7c11" providerId="ADAL" clId="{9F2C64F9-2912-4B15-A541-D790F8A10E36}" dt="2025-12-16T22:12:38.012" v="29428"/>
        <pc:sldMkLst>
          <pc:docMk/>
          <pc:sldMk cId="617616175" sldId="272"/>
        </pc:sldMkLst>
        <pc:spChg chg="mod">
          <ac:chgData name="Raff, Scott N" userId="72869849-31e1-4535-8811-25fba34f7c11" providerId="ADAL" clId="{9F2C64F9-2912-4B15-A541-D790F8A10E36}" dt="2025-12-16T14:53:46.380" v="29150"/>
          <ac:spMkLst>
            <pc:docMk/>
            <pc:sldMk cId="617616175" sldId="272"/>
            <ac:spMk id="2" creationId="{969C03AB-9B2B-E92B-0C11-EF63957006D5}"/>
          </ac:spMkLst>
        </pc:spChg>
        <pc:spChg chg="del">
          <ac:chgData name="Raff, Scott N" userId="72869849-31e1-4535-8811-25fba34f7c11" providerId="ADAL" clId="{9F2C64F9-2912-4B15-A541-D790F8A10E36}" dt="2025-12-16T14:53:42.501" v="29149" actId="478"/>
          <ac:spMkLst>
            <pc:docMk/>
            <pc:sldMk cId="617616175" sldId="272"/>
            <ac:spMk id="3" creationId="{C8D74540-E5DE-FA32-8185-E26C746FB2B9}"/>
          </ac:spMkLst>
        </pc:spChg>
        <pc:spChg chg="mod">
          <ac:chgData name="Raff, Scott N" userId="72869849-31e1-4535-8811-25fba34f7c11" providerId="ADAL" clId="{9F2C64F9-2912-4B15-A541-D790F8A10E36}" dt="2025-12-16T14:53:49.845" v="29151"/>
          <ac:spMkLst>
            <pc:docMk/>
            <pc:sldMk cId="617616175" sldId="272"/>
            <ac:spMk id="13" creationId="{7228223A-FCE7-3A4F-57B1-558862E12877}"/>
          </ac:spMkLst>
        </pc:spChg>
        <pc:spChg chg="mod">
          <ac:chgData name="Raff, Scott N" userId="72869849-31e1-4535-8811-25fba34f7c11" providerId="ADAL" clId="{9F2C64F9-2912-4B15-A541-D790F8A10E36}" dt="2025-12-16T14:53:49.845" v="29151"/>
          <ac:spMkLst>
            <pc:docMk/>
            <pc:sldMk cId="617616175" sldId="272"/>
            <ac:spMk id="15" creationId="{D17880C2-AD63-DC26-FEA6-75E5F1B4DB74}"/>
          </ac:spMkLst>
        </pc:spChg>
        <pc:spChg chg="mod">
          <ac:chgData name="Raff, Scott N" userId="72869849-31e1-4535-8811-25fba34f7c11" providerId="ADAL" clId="{9F2C64F9-2912-4B15-A541-D790F8A10E36}" dt="2025-12-16T14:53:49.845" v="29151"/>
          <ac:spMkLst>
            <pc:docMk/>
            <pc:sldMk cId="617616175" sldId="272"/>
            <ac:spMk id="17" creationId="{523A306F-9E7F-A63B-391B-218EB8BEDBC8}"/>
          </ac:spMkLst>
        </pc:spChg>
        <pc:spChg chg="mod">
          <ac:chgData name="Raff, Scott N" userId="72869849-31e1-4535-8811-25fba34f7c11" providerId="ADAL" clId="{9F2C64F9-2912-4B15-A541-D790F8A10E36}" dt="2025-12-16T14:53:49.845" v="29151"/>
          <ac:spMkLst>
            <pc:docMk/>
            <pc:sldMk cId="617616175" sldId="272"/>
            <ac:spMk id="20" creationId="{48428D8E-DB46-AF6A-A06E-B56FFB296377}"/>
          </ac:spMkLst>
        </pc:spChg>
        <pc:spChg chg="mod">
          <ac:chgData name="Raff, Scott N" userId="72869849-31e1-4535-8811-25fba34f7c11" providerId="ADAL" clId="{9F2C64F9-2912-4B15-A541-D790F8A10E36}" dt="2025-12-16T14:53:49.845" v="29151"/>
          <ac:spMkLst>
            <pc:docMk/>
            <pc:sldMk cId="617616175" sldId="272"/>
            <ac:spMk id="22" creationId="{630D999A-AC95-812F-8AF3-E466F1734EB3}"/>
          </ac:spMkLst>
        </pc:spChg>
        <pc:spChg chg="mod">
          <ac:chgData name="Raff, Scott N" userId="72869849-31e1-4535-8811-25fba34f7c11" providerId="ADAL" clId="{9F2C64F9-2912-4B15-A541-D790F8A10E36}" dt="2025-12-16T14:53:49.845" v="29151"/>
          <ac:spMkLst>
            <pc:docMk/>
            <pc:sldMk cId="617616175" sldId="272"/>
            <ac:spMk id="23" creationId="{068049D2-E1A2-F2A2-4CAB-B9DE14A630AA}"/>
          </ac:spMkLst>
        </pc:spChg>
        <pc:spChg chg="mod">
          <ac:chgData name="Raff, Scott N" userId="72869849-31e1-4535-8811-25fba34f7c11" providerId="ADAL" clId="{9F2C64F9-2912-4B15-A541-D790F8A10E36}" dt="2025-12-16T14:53:49.845" v="29151"/>
          <ac:spMkLst>
            <pc:docMk/>
            <pc:sldMk cId="617616175" sldId="272"/>
            <ac:spMk id="24" creationId="{FC2EB510-F665-18A3-C438-B6242985DA47}"/>
          </ac:spMkLst>
        </pc:spChg>
        <pc:spChg chg="mod">
          <ac:chgData name="Raff, Scott N" userId="72869849-31e1-4535-8811-25fba34f7c11" providerId="ADAL" clId="{9F2C64F9-2912-4B15-A541-D790F8A10E36}" dt="2025-12-16T14:53:49.845" v="29151"/>
          <ac:spMkLst>
            <pc:docMk/>
            <pc:sldMk cId="617616175" sldId="272"/>
            <ac:spMk id="25" creationId="{7AE8CBC5-0120-2C69-CE67-3E1F93EC1C5B}"/>
          </ac:spMkLst>
        </pc:spChg>
        <pc:spChg chg="mod">
          <ac:chgData name="Raff, Scott N" userId="72869849-31e1-4535-8811-25fba34f7c11" providerId="ADAL" clId="{9F2C64F9-2912-4B15-A541-D790F8A10E36}" dt="2025-12-16T14:53:49.845" v="29151"/>
          <ac:spMkLst>
            <pc:docMk/>
            <pc:sldMk cId="617616175" sldId="272"/>
            <ac:spMk id="26" creationId="{5895BAC9-847F-1B9C-F5C7-B2735D184101}"/>
          </ac:spMkLst>
        </pc:spChg>
        <pc:spChg chg="add mod">
          <ac:chgData name="Raff, Scott N" userId="72869849-31e1-4535-8811-25fba34f7c11" providerId="ADAL" clId="{9F2C64F9-2912-4B15-A541-D790F8A10E36}" dt="2025-12-16T14:53:49.845" v="29151"/>
          <ac:spMkLst>
            <pc:docMk/>
            <pc:sldMk cId="617616175" sldId="272"/>
            <ac:spMk id="27" creationId="{0F315101-B006-8B0B-37C4-8405C955F260}"/>
          </ac:spMkLst>
        </pc:spChg>
        <pc:graphicFrameChg chg="del">
          <ac:chgData name="Raff, Scott N" userId="72869849-31e1-4535-8811-25fba34f7c11" providerId="ADAL" clId="{9F2C64F9-2912-4B15-A541-D790F8A10E36}" dt="2025-12-16T14:53:42.501" v="29149" actId="478"/>
          <ac:graphicFrameMkLst>
            <pc:docMk/>
            <pc:sldMk cId="617616175" sldId="272"/>
            <ac:graphicFrameMk id="5" creationId="{790198A4-CDA9-598A-2C6F-BECBD0218C26}"/>
          </ac:graphicFrameMkLst>
        </pc:graphicFrameChg>
      </pc:sldChg>
      <pc:sldChg chg="add del mod ord modShow">
        <pc:chgData name="Raff, Scott N" userId="72869849-31e1-4535-8811-25fba34f7c11" providerId="ADAL" clId="{9F2C64F9-2912-4B15-A541-D790F8A10E36}" dt="2025-12-03T06:23:27.817" v="15782" actId="47"/>
        <pc:sldMkLst>
          <pc:docMk/>
          <pc:sldMk cId="825656547" sldId="272"/>
        </pc:sldMkLst>
      </pc:sldChg>
      <pc:sldChg chg="addSp delSp modSp add del mod ord">
        <pc:chgData name="Raff, Scott N" userId="72869849-31e1-4535-8811-25fba34f7c11" providerId="ADAL" clId="{9F2C64F9-2912-4B15-A541-D790F8A10E36}" dt="2025-12-15T18:34:30.739" v="24343" actId="47"/>
        <pc:sldMkLst>
          <pc:docMk/>
          <pc:sldMk cId="2801267746" sldId="272"/>
        </pc:sldMkLst>
        <pc:spChg chg="add mod">
          <ac:chgData name="Raff, Scott N" userId="72869849-31e1-4535-8811-25fba34f7c11" providerId="ADAL" clId="{9F2C64F9-2912-4B15-A541-D790F8A10E36}" dt="2025-12-15T17:56:03.854" v="22175" actId="767"/>
          <ac:spMkLst>
            <pc:docMk/>
            <pc:sldMk cId="2801267746" sldId="272"/>
            <ac:spMk id="3" creationId="{FFA434E8-94A3-2749-B57B-5A26FF265E61}"/>
          </ac:spMkLst>
        </pc:spChg>
        <pc:spChg chg="add mod">
          <ac:chgData name="Raff, Scott N" userId="72869849-31e1-4535-8811-25fba34f7c11" providerId="ADAL" clId="{9F2C64F9-2912-4B15-A541-D790F8A10E36}" dt="2025-12-15T18:23:16.882" v="23847" actId="948"/>
          <ac:spMkLst>
            <pc:docMk/>
            <pc:sldMk cId="2801267746" sldId="272"/>
            <ac:spMk id="4" creationId="{06608AF2-2C80-3A67-502E-73124E8F42AB}"/>
          </ac:spMkLst>
        </pc:spChg>
        <pc:spChg chg="add del mod">
          <ac:chgData name="Raff, Scott N" userId="72869849-31e1-4535-8811-25fba34f7c11" providerId="ADAL" clId="{9F2C64F9-2912-4B15-A541-D790F8A10E36}" dt="2025-12-15T17:57:47.784" v="22321" actId="478"/>
          <ac:spMkLst>
            <pc:docMk/>
            <pc:sldMk cId="2801267746" sldId="272"/>
            <ac:spMk id="5" creationId="{02F1C9B3-E475-B468-18A2-A5D55DE46381}"/>
          </ac:spMkLst>
        </pc:spChg>
        <pc:spChg chg="mod">
          <ac:chgData name="Raff, Scott N" userId="72869849-31e1-4535-8811-25fba34f7c11" providerId="ADAL" clId="{9F2C64F9-2912-4B15-A541-D790F8A10E36}" dt="2025-12-15T18:22:45.557" v="23807" actId="553"/>
          <ac:spMkLst>
            <pc:docMk/>
            <pc:sldMk cId="2801267746" sldId="272"/>
            <ac:spMk id="6" creationId="{BBCEA739-9DD6-483F-337B-DBB2A9A06339}"/>
          </ac:spMkLst>
        </pc:spChg>
        <pc:spChg chg="add del mod">
          <ac:chgData name="Raff, Scott N" userId="72869849-31e1-4535-8811-25fba34f7c11" providerId="ADAL" clId="{9F2C64F9-2912-4B15-A541-D790F8A10E36}" dt="2025-12-15T18:13:43.943" v="23400" actId="478"/>
          <ac:spMkLst>
            <pc:docMk/>
            <pc:sldMk cId="2801267746" sldId="272"/>
            <ac:spMk id="7" creationId="{E2AEEF10-583B-F9EB-D8DB-AFF74533B1FE}"/>
          </ac:spMkLst>
        </pc:spChg>
        <pc:spChg chg="add del mod">
          <ac:chgData name="Raff, Scott N" userId="72869849-31e1-4535-8811-25fba34f7c11" providerId="ADAL" clId="{9F2C64F9-2912-4B15-A541-D790F8A10E36}" dt="2025-12-15T17:57:40.923" v="22314" actId="478"/>
          <ac:spMkLst>
            <pc:docMk/>
            <pc:sldMk cId="2801267746" sldId="272"/>
            <ac:spMk id="8" creationId="{421C3A97-A251-5C16-AFBF-A83CAF866D99}"/>
          </ac:spMkLst>
        </pc:spChg>
        <pc:spChg chg="add mod">
          <ac:chgData name="Raff, Scott N" userId="72869849-31e1-4535-8811-25fba34f7c11" providerId="ADAL" clId="{9F2C64F9-2912-4B15-A541-D790F8A10E36}" dt="2025-12-15T18:22:56.036" v="23836" actId="1038"/>
          <ac:spMkLst>
            <pc:docMk/>
            <pc:sldMk cId="2801267746" sldId="272"/>
            <ac:spMk id="10" creationId="{2A227425-CB6B-F24A-FD90-BE5ABEFB690C}"/>
          </ac:spMkLst>
        </pc:spChg>
        <pc:spChg chg="add mod">
          <ac:chgData name="Raff, Scott N" userId="72869849-31e1-4535-8811-25fba34f7c11" providerId="ADAL" clId="{9F2C64F9-2912-4B15-A541-D790F8A10E36}" dt="2025-12-15T18:22:51.514" v="23818" actId="1037"/>
          <ac:spMkLst>
            <pc:docMk/>
            <pc:sldMk cId="2801267746" sldId="272"/>
            <ac:spMk id="11" creationId="{9EA4C0C2-8750-E12B-47A7-575E86877460}"/>
          </ac:spMkLst>
        </pc:spChg>
        <pc:spChg chg="add mod">
          <ac:chgData name="Raff, Scott N" userId="72869849-31e1-4535-8811-25fba34f7c11" providerId="ADAL" clId="{9F2C64F9-2912-4B15-A541-D790F8A10E36}" dt="2025-12-15T18:23:39.827" v="23852" actId="1076"/>
          <ac:spMkLst>
            <pc:docMk/>
            <pc:sldMk cId="2801267746" sldId="272"/>
            <ac:spMk id="12" creationId="{BA5CD06A-B2E0-D901-9B67-9C6CAA9D51BC}"/>
          </ac:spMkLst>
        </pc:spChg>
        <pc:graphicFrameChg chg="add mod modGraphic">
          <ac:chgData name="Raff, Scott N" userId="72869849-31e1-4535-8811-25fba34f7c11" providerId="ADAL" clId="{9F2C64F9-2912-4B15-A541-D790F8A10E36}" dt="2025-12-15T18:22:51.514" v="23818" actId="1037"/>
          <ac:graphicFrameMkLst>
            <pc:docMk/>
            <pc:sldMk cId="2801267746" sldId="272"/>
            <ac:graphicFrameMk id="2" creationId="{99F5E43B-6301-2359-8A22-5E9829418608}"/>
          </ac:graphicFrameMkLst>
        </pc:graphicFrameChg>
        <pc:graphicFrameChg chg="add del mod">
          <ac:chgData name="Raff, Scott N" userId="72869849-31e1-4535-8811-25fba34f7c11" providerId="ADAL" clId="{9F2C64F9-2912-4B15-A541-D790F8A10E36}" dt="2025-12-15T18:22:13.206" v="23787" actId="478"/>
          <ac:graphicFrameMkLst>
            <pc:docMk/>
            <pc:sldMk cId="2801267746" sldId="272"/>
            <ac:graphicFrameMk id="9" creationId="{12D66F72-D3A2-1451-BA35-2A87840CAEE4}"/>
          </ac:graphicFrameMkLst>
        </pc:graphicFrameChg>
      </pc:sldChg>
      <pc:sldChg chg="delSp modSp del mod ord">
        <pc:chgData name="Raff, Scott N" userId="72869849-31e1-4535-8811-25fba34f7c11" providerId="ADAL" clId="{9F2C64F9-2912-4B15-A541-D790F8A10E36}" dt="2025-12-01T20:32:49.831" v="8781" actId="2696"/>
        <pc:sldMkLst>
          <pc:docMk/>
          <pc:sldMk cId="2941134824" sldId="272"/>
        </pc:sldMkLst>
      </pc:sldChg>
      <pc:sldChg chg="add del">
        <pc:chgData name="Raff, Scott N" userId="72869849-31e1-4535-8811-25fba34f7c11" providerId="ADAL" clId="{9F2C64F9-2912-4B15-A541-D790F8A10E36}" dt="2025-12-15T18:43:13.251" v="24659" actId="2890"/>
        <pc:sldMkLst>
          <pc:docMk/>
          <pc:sldMk cId="2984004785" sldId="272"/>
        </pc:sldMkLst>
      </pc:sldChg>
      <pc:sldChg chg="add del">
        <pc:chgData name="Raff, Scott N" userId="72869849-31e1-4535-8811-25fba34f7c11" providerId="ADAL" clId="{9F2C64F9-2912-4B15-A541-D790F8A10E36}" dt="2025-12-03T15:25:35.122" v="18173"/>
        <pc:sldMkLst>
          <pc:docMk/>
          <pc:sldMk cId="1287182339" sldId="273"/>
        </pc:sldMkLst>
      </pc:sldChg>
      <pc:sldChg chg="addSp delSp modSp add del mod">
        <pc:chgData name="Raff, Scott N" userId="72869849-31e1-4535-8811-25fba34f7c11" providerId="ADAL" clId="{9F2C64F9-2912-4B15-A541-D790F8A10E36}" dt="2025-12-16T21:15:22.389" v="29420" actId="47"/>
        <pc:sldMkLst>
          <pc:docMk/>
          <pc:sldMk cId="1320261572" sldId="273"/>
        </pc:sldMkLst>
        <pc:spChg chg="mod">
          <ac:chgData name="Raff, Scott N" userId="72869849-31e1-4535-8811-25fba34f7c11" providerId="ADAL" clId="{9F2C64F9-2912-4B15-A541-D790F8A10E36}" dt="2025-12-16T14:54:05.825" v="29155"/>
          <ac:spMkLst>
            <pc:docMk/>
            <pc:sldMk cId="1320261572" sldId="273"/>
            <ac:spMk id="2" creationId="{4374B2BC-256A-F546-2DD5-AD005366B15A}"/>
          </ac:spMkLst>
        </pc:spChg>
        <pc:spChg chg="del">
          <ac:chgData name="Raff, Scott N" userId="72869849-31e1-4535-8811-25fba34f7c11" providerId="ADAL" clId="{9F2C64F9-2912-4B15-A541-D790F8A10E36}" dt="2025-12-16T14:54:01.333" v="29154" actId="478"/>
          <ac:spMkLst>
            <pc:docMk/>
            <pc:sldMk cId="1320261572" sldId="273"/>
            <ac:spMk id="6" creationId="{5FE9680C-92DD-2DCB-372F-EB918EC439DD}"/>
          </ac:spMkLst>
        </pc:spChg>
        <pc:spChg chg="del">
          <ac:chgData name="Raff, Scott N" userId="72869849-31e1-4535-8811-25fba34f7c11" providerId="ADAL" clId="{9F2C64F9-2912-4B15-A541-D790F8A10E36}" dt="2025-12-16T14:54:01.333" v="29154" actId="478"/>
          <ac:spMkLst>
            <pc:docMk/>
            <pc:sldMk cId="1320261572" sldId="273"/>
            <ac:spMk id="27" creationId="{7DC3278E-D955-7BDE-FBAE-DDBFD3291871}"/>
          </ac:spMkLst>
        </pc:spChg>
        <pc:spChg chg="add mod">
          <ac:chgData name="Raff, Scott N" userId="72869849-31e1-4535-8811-25fba34f7c11" providerId="ADAL" clId="{9F2C64F9-2912-4B15-A541-D790F8A10E36}" dt="2025-12-16T14:54:18.235" v="29169" actId="1036"/>
          <ac:spMkLst>
            <pc:docMk/>
            <pc:sldMk cId="1320261572" sldId="273"/>
            <ac:spMk id="28" creationId="{C75D24B6-3EB5-F65F-BDEB-EF013D932DA8}"/>
          </ac:spMkLst>
        </pc:spChg>
        <pc:spChg chg="mod">
          <ac:chgData name="Raff, Scott N" userId="72869849-31e1-4535-8811-25fba34f7c11" providerId="ADAL" clId="{9F2C64F9-2912-4B15-A541-D790F8A10E36}" dt="2025-12-16T16:10:21.397" v="29413" actId="2711"/>
          <ac:spMkLst>
            <pc:docMk/>
            <pc:sldMk cId="1320261572" sldId="273"/>
            <ac:spMk id="32" creationId="{A9D46C22-9D0A-6836-5D83-C17DA7CC34C9}"/>
          </ac:spMkLst>
        </pc:spChg>
        <pc:spChg chg="mod">
          <ac:chgData name="Raff, Scott N" userId="72869849-31e1-4535-8811-25fba34f7c11" providerId="ADAL" clId="{9F2C64F9-2912-4B15-A541-D790F8A10E36}" dt="2025-12-16T16:10:21.556" v="29414" actId="2711"/>
          <ac:spMkLst>
            <pc:docMk/>
            <pc:sldMk cId="1320261572" sldId="273"/>
            <ac:spMk id="33" creationId="{4E4F1DB0-6D60-C28D-7F45-D3B066121436}"/>
          </ac:spMkLst>
        </pc:spChg>
        <pc:spChg chg="add del mod">
          <ac:chgData name="Raff, Scott N" userId="72869849-31e1-4535-8811-25fba34f7c11" providerId="ADAL" clId="{9F2C64F9-2912-4B15-A541-D790F8A10E36}" dt="2025-12-16T16:10:21.556" v="29414" actId="2711"/>
          <ac:spMkLst>
            <pc:docMk/>
            <pc:sldMk cId="1320261572" sldId="273"/>
            <ac:spMk id="34" creationId="{66E2D15B-ED10-404B-A5BA-866F015AB9FE}"/>
          </ac:spMkLst>
        </pc:spChg>
        <pc:spChg chg="add mod">
          <ac:chgData name="Raff, Scott N" userId="72869849-31e1-4535-8811-25fba34f7c11" providerId="ADAL" clId="{9F2C64F9-2912-4B15-A541-D790F8A10E36}" dt="2025-12-16T16:10:24.390" v="29419" actId="2711"/>
          <ac:spMkLst>
            <pc:docMk/>
            <pc:sldMk cId="1320261572" sldId="273"/>
            <ac:spMk id="35" creationId="{C2DB8CC6-18EF-17D0-B191-DE350CB575BA}"/>
          </ac:spMkLst>
        </pc:spChg>
        <pc:spChg chg="mod">
          <ac:chgData name="Raff, Scott N" userId="72869849-31e1-4535-8811-25fba34f7c11" providerId="ADAL" clId="{9F2C64F9-2912-4B15-A541-D790F8A10E36}" dt="2025-12-16T16:10:21.556" v="29414" actId="2711"/>
          <ac:spMkLst>
            <pc:docMk/>
            <pc:sldMk cId="1320261572" sldId="273"/>
            <ac:spMk id="38" creationId="{27F7A90D-8C65-D13C-7042-5D10C238C2E4}"/>
          </ac:spMkLst>
        </pc:spChg>
        <pc:spChg chg="mod">
          <ac:chgData name="Raff, Scott N" userId="72869849-31e1-4535-8811-25fba34f7c11" providerId="ADAL" clId="{9F2C64F9-2912-4B15-A541-D790F8A10E36}" dt="2025-12-16T16:10:21.556" v="29414" actId="2711"/>
          <ac:spMkLst>
            <pc:docMk/>
            <pc:sldMk cId="1320261572" sldId="273"/>
            <ac:spMk id="72" creationId="{23604480-E2A9-E104-26A8-FFFB7D6FE6A6}"/>
          </ac:spMkLst>
        </pc:spChg>
        <pc:spChg chg="mod">
          <ac:chgData name="Raff, Scott N" userId="72869849-31e1-4535-8811-25fba34f7c11" providerId="ADAL" clId="{9F2C64F9-2912-4B15-A541-D790F8A10E36}" dt="2025-12-16T16:08:55.538" v="29320" actId="1036"/>
          <ac:spMkLst>
            <pc:docMk/>
            <pc:sldMk cId="1320261572" sldId="273"/>
            <ac:spMk id="77" creationId="{89D653E7-40DF-FB32-9EEE-899AF89CEEB5}"/>
          </ac:spMkLst>
        </pc:spChg>
        <pc:spChg chg="mod">
          <ac:chgData name="Raff, Scott N" userId="72869849-31e1-4535-8811-25fba34f7c11" providerId="ADAL" clId="{9F2C64F9-2912-4B15-A541-D790F8A10E36}" dt="2025-12-16T16:08:55.538" v="29320" actId="1036"/>
          <ac:spMkLst>
            <pc:docMk/>
            <pc:sldMk cId="1320261572" sldId="273"/>
            <ac:spMk id="83" creationId="{9557341D-AD84-021C-5ADE-D12DD1D093A5}"/>
          </ac:spMkLst>
        </pc:spChg>
        <pc:spChg chg="mod">
          <ac:chgData name="Raff, Scott N" userId="72869849-31e1-4535-8811-25fba34f7c11" providerId="ADAL" clId="{9F2C64F9-2912-4B15-A541-D790F8A10E36}" dt="2025-12-16T16:08:55.538" v="29320" actId="1036"/>
          <ac:spMkLst>
            <pc:docMk/>
            <pc:sldMk cId="1320261572" sldId="273"/>
            <ac:spMk id="86" creationId="{636E38E9-D2EF-9999-4A28-F0B5C8493FE6}"/>
          </ac:spMkLst>
        </pc:spChg>
        <pc:spChg chg="mod">
          <ac:chgData name="Raff, Scott N" userId="72869849-31e1-4535-8811-25fba34f7c11" providerId="ADAL" clId="{9F2C64F9-2912-4B15-A541-D790F8A10E36}" dt="2025-12-16T16:08:55.538" v="29320" actId="1036"/>
          <ac:spMkLst>
            <pc:docMk/>
            <pc:sldMk cId="1320261572" sldId="273"/>
            <ac:spMk id="87" creationId="{24E3C91C-7452-3B62-6F8D-871C00730CBA}"/>
          </ac:spMkLst>
        </pc:spChg>
        <pc:spChg chg="mod">
          <ac:chgData name="Raff, Scott N" userId="72869849-31e1-4535-8811-25fba34f7c11" providerId="ADAL" clId="{9F2C64F9-2912-4B15-A541-D790F8A10E36}" dt="2025-12-16T16:08:55.538" v="29320" actId="1036"/>
          <ac:spMkLst>
            <pc:docMk/>
            <pc:sldMk cId="1320261572" sldId="273"/>
            <ac:spMk id="97" creationId="{F64AFA33-0102-7BC5-DEDB-69C69E79AB73}"/>
          </ac:spMkLst>
        </pc:spChg>
        <pc:spChg chg="mod">
          <ac:chgData name="Raff, Scott N" userId="72869849-31e1-4535-8811-25fba34f7c11" providerId="ADAL" clId="{9F2C64F9-2912-4B15-A541-D790F8A10E36}" dt="2025-12-16T16:08:55.538" v="29320" actId="1036"/>
          <ac:spMkLst>
            <pc:docMk/>
            <pc:sldMk cId="1320261572" sldId="273"/>
            <ac:spMk id="102" creationId="{F6293E43-835B-5115-42F0-3C1994740925}"/>
          </ac:spMkLst>
        </pc:spChg>
        <pc:spChg chg="mod">
          <ac:chgData name="Raff, Scott N" userId="72869849-31e1-4535-8811-25fba34f7c11" providerId="ADAL" clId="{9F2C64F9-2912-4B15-A541-D790F8A10E36}" dt="2025-12-16T14:54:18.235" v="29169" actId="1036"/>
          <ac:spMkLst>
            <pc:docMk/>
            <pc:sldMk cId="1320261572" sldId="273"/>
            <ac:spMk id="103" creationId="{3D2AA372-2C1E-F109-8F50-7B6219BF2D40}"/>
          </ac:spMkLst>
        </pc:spChg>
        <pc:spChg chg="mod">
          <ac:chgData name="Raff, Scott N" userId="72869849-31e1-4535-8811-25fba34f7c11" providerId="ADAL" clId="{9F2C64F9-2912-4B15-A541-D790F8A10E36}" dt="2025-12-16T16:08:55.538" v="29320" actId="1036"/>
          <ac:spMkLst>
            <pc:docMk/>
            <pc:sldMk cId="1320261572" sldId="273"/>
            <ac:spMk id="108" creationId="{2786F8D3-D517-F70B-CFC6-CBDEEA5D7A44}"/>
          </ac:spMkLst>
        </pc:spChg>
        <pc:spChg chg="mod">
          <ac:chgData name="Raff, Scott N" userId="72869849-31e1-4535-8811-25fba34f7c11" providerId="ADAL" clId="{9F2C64F9-2912-4B15-A541-D790F8A10E36}" dt="2025-12-16T16:08:55.538" v="29320" actId="1036"/>
          <ac:spMkLst>
            <pc:docMk/>
            <pc:sldMk cId="1320261572" sldId="273"/>
            <ac:spMk id="113" creationId="{16B127AE-4C06-0322-A110-4F4DC4F2A5C6}"/>
          </ac:spMkLst>
        </pc:spChg>
        <pc:spChg chg="mod">
          <ac:chgData name="Raff, Scott N" userId="72869849-31e1-4535-8811-25fba34f7c11" providerId="ADAL" clId="{9F2C64F9-2912-4B15-A541-D790F8A10E36}" dt="2025-12-16T14:54:18.235" v="29169" actId="1036"/>
          <ac:spMkLst>
            <pc:docMk/>
            <pc:sldMk cId="1320261572" sldId="273"/>
            <ac:spMk id="116" creationId="{64CC5457-BCD4-6D5E-F0B4-27C1845DD8E2}"/>
          </ac:spMkLst>
        </pc:spChg>
        <pc:spChg chg="mod">
          <ac:chgData name="Raff, Scott N" userId="72869849-31e1-4535-8811-25fba34f7c11" providerId="ADAL" clId="{9F2C64F9-2912-4B15-A541-D790F8A10E36}" dt="2025-12-16T14:54:18.235" v="29169" actId="1036"/>
          <ac:spMkLst>
            <pc:docMk/>
            <pc:sldMk cId="1320261572" sldId="273"/>
            <ac:spMk id="120" creationId="{E223566E-B6C8-55DE-DCFD-E51B5B3CE5F6}"/>
          </ac:spMkLst>
        </pc:spChg>
        <pc:spChg chg="mod">
          <ac:chgData name="Raff, Scott N" userId="72869849-31e1-4535-8811-25fba34f7c11" providerId="ADAL" clId="{9F2C64F9-2912-4B15-A541-D790F8A10E36}" dt="2025-12-16T16:10:21.556" v="29414" actId="2711"/>
          <ac:spMkLst>
            <pc:docMk/>
            <pc:sldMk cId="1320261572" sldId="273"/>
            <ac:spMk id="124" creationId="{D5FF2C58-235F-4799-EE35-7DE940A5CD6E}"/>
          </ac:spMkLst>
        </pc:spChg>
        <pc:spChg chg="mod">
          <ac:chgData name="Raff, Scott N" userId="72869849-31e1-4535-8811-25fba34f7c11" providerId="ADAL" clId="{9F2C64F9-2912-4B15-A541-D790F8A10E36}" dt="2025-12-16T16:08:55.538" v="29320" actId="1036"/>
          <ac:spMkLst>
            <pc:docMk/>
            <pc:sldMk cId="1320261572" sldId="273"/>
            <ac:spMk id="128" creationId="{51253560-881B-6F1E-5D28-FCB5F2659BDC}"/>
          </ac:spMkLst>
        </pc:spChg>
        <pc:grpChg chg="del">
          <ac:chgData name="Raff, Scott N" userId="72869849-31e1-4535-8811-25fba34f7c11" providerId="ADAL" clId="{9F2C64F9-2912-4B15-A541-D790F8A10E36}" dt="2025-12-16T14:54:01.333" v="29154" actId="478"/>
          <ac:grpSpMkLst>
            <pc:docMk/>
            <pc:sldMk cId="1320261572" sldId="273"/>
            <ac:grpSpMk id="8" creationId="{D0108882-43A3-A734-A927-623B573FA0B9}"/>
          </ac:grpSpMkLst>
        </pc:grpChg>
        <pc:graphicFrameChg chg="del">
          <ac:chgData name="Raff, Scott N" userId="72869849-31e1-4535-8811-25fba34f7c11" providerId="ADAL" clId="{9F2C64F9-2912-4B15-A541-D790F8A10E36}" dt="2025-12-16T14:54:01.333" v="29154" actId="478"/>
          <ac:graphicFrameMkLst>
            <pc:docMk/>
            <pc:sldMk cId="1320261572" sldId="273"/>
            <ac:graphicFrameMk id="7" creationId="{16867F35-3B98-634B-A4E5-B9A461751908}"/>
          </ac:graphicFrameMkLst>
        </pc:graphicFrameChg>
      </pc:sldChg>
      <pc:sldChg chg="add del">
        <pc:chgData name="Raff, Scott N" userId="72869849-31e1-4535-8811-25fba34f7c11" providerId="ADAL" clId="{9F2C64F9-2912-4B15-A541-D790F8A10E36}" dt="2025-12-04T18:33:50.178" v="20036" actId="47"/>
        <pc:sldMkLst>
          <pc:docMk/>
          <pc:sldMk cId="1641477626" sldId="273"/>
        </pc:sldMkLst>
      </pc:sldChg>
      <pc:sldChg chg="addSp delSp modSp del mod ord">
        <pc:chgData name="Raff, Scott N" userId="72869849-31e1-4535-8811-25fba34f7c11" providerId="ADAL" clId="{9F2C64F9-2912-4B15-A541-D790F8A10E36}" dt="2025-12-03T06:30:32.902" v="16015" actId="47"/>
        <pc:sldMkLst>
          <pc:docMk/>
          <pc:sldMk cId="2785680938" sldId="273"/>
        </pc:sldMkLst>
      </pc:sldChg>
      <pc:sldChg chg="modSp add del mod ord">
        <pc:chgData name="Raff, Scott N" userId="72869849-31e1-4535-8811-25fba34f7c11" providerId="ADAL" clId="{9F2C64F9-2912-4B15-A541-D790F8A10E36}" dt="2025-12-15T19:01:02.736" v="25428" actId="47"/>
        <pc:sldMkLst>
          <pc:docMk/>
          <pc:sldMk cId="3140461038" sldId="273"/>
        </pc:sldMkLst>
      </pc:sldChg>
      <pc:sldChg chg="add del">
        <pc:chgData name="Raff, Scott N" userId="72869849-31e1-4535-8811-25fba34f7c11" providerId="ADAL" clId="{9F2C64F9-2912-4B15-A541-D790F8A10E36}" dt="2025-12-03T15:38:08.080" v="18176"/>
        <pc:sldMkLst>
          <pc:docMk/>
          <pc:sldMk cId="808654771" sldId="274"/>
        </pc:sldMkLst>
      </pc:sldChg>
      <pc:sldChg chg="modSp add del mod ord">
        <pc:chgData name="Raff, Scott N" userId="72869849-31e1-4535-8811-25fba34f7c11" providerId="ADAL" clId="{9F2C64F9-2912-4B15-A541-D790F8A10E36}" dt="2025-12-03T06:31:14.021" v="16027" actId="47"/>
        <pc:sldMkLst>
          <pc:docMk/>
          <pc:sldMk cId="1581183535" sldId="274"/>
        </pc:sldMkLst>
      </pc:sldChg>
      <pc:sldChg chg="addSp delSp modSp add mod ord">
        <pc:chgData name="Raff, Scott N" userId="72869849-31e1-4535-8811-25fba34f7c11" providerId="ADAL" clId="{9F2C64F9-2912-4B15-A541-D790F8A10E36}" dt="2025-12-16T10:56:57.311" v="27296" actId="20577"/>
        <pc:sldMkLst>
          <pc:docMk/>
          <pc:sldMk cId="3385398248" sldId="274"/>
        </pc:sldMkLst>
        <pc:spChg chg="mod">
          <ac:chgData name="Raff, Scott N" userId="72869849-31e1-4535-8811-25fba34f7c11" providerId="ADAL" clId="{9F2C64F9-2912-4B15-A541-D790F8A10E36}" dt="2025-12-16T10:40:35.837" v="26957" actId="552"/>
          <ac:spMkLst>
            <pc:docMk/>
            <pc:sldMk cId="3385398248" sldId="274"/>
            <ac:spMk id="6" creationId="{F5FC804F-8970-7FA3-50C5-20B829A3B8D0}"/>
          </ac:spMkLst>
        </pc:spChg>
        <pc:graphicFrameChg chg="add del mod modGraphic">
          <ac:chgData name="Raff, Scott N" userId="72869849-31e1-4535-8811-25fba34f7c11" providerId="ADAL" clId="{9F2C64F9-2912-4B15-A541-D790F8A10E36}" dt="2025-12-16T10:51:12.952" v="27127" actId="478"/>
          <ac:graphicFrameMkLst>
            <pc:docMk/>
            <pc:sldMk cId="3385398248" sldId="274"/>
            <ac:graphicFrameMk id="2" creationId="{57E25E8E-F1D5-C63D-FCDA-B7C5F4EE6EB3}"/>
          </ac:graphicFrameMkLst>
        </pc:graphicFrameChg>
        <pc:graphicFrameChg chg="add del mod">
          <ac:chgData name="Raff, Scott N" userId="72869849-31e1-4535-8811-25fba34f7c11" providerId="ADAL" clId="{9F2C64F9-2912-4B15-A541-D790F8A10E36}" dt="2025-12-16T10:56:06.052" v="27274" actId="478"/>
          <ac:graphicFrameMkLst>
            <pc:docMk/>
            <pc:sldMk cId="3385398248" sldId="274"/>
            <ac:graphicFrameMk id="3" creationId="{9F75CDC7-23DE-0075-396D-670C680526C1}"/>
          </ac:graphicFrameMkLst>
        </pc:graphicFrameChg>
        <pc:graphicFrameChg chg="add mod modGraphic">
          <ac:chgData name="Raff, Scott N" userId="72869849-31e1-4535-8811-25fba34f7c11" providerId="ADAL" clId="{9F2C64F9-2912-4B15-A541-D790F8A10E36}" dt="2025-12-16T10:56:57.311" v="27296" actId="20577"/>
          <ac:graphicFrameMkLst>
            <pc:docMk/>
            <pc:sldMk cId="3385398248" sldId="274"/>
            <ac:graphicFrameMk id="4" creationId="{06967857-A0C6-5B9F-72CB-0468CD7F8123}"/>
          </ac:graphicFrameMkLst>
        </pc:graphicFrameChg>
      </pc:sldChg>
      <pc:sldChg chg="delSp modSp add del mod ord">
        <pc:chgData name="Raff, Scott N" userId="72869849-31e1-4535-8811-25fba34f7c11" providerId="ADAL" clId="{9F2C64F9-2912-4B15-A541-D790F8A10E36}" dt="2025-12-16T14:43:51.916" v="28955" actId="47"/>
        <pc:sldMkLst>
          <pc:docMk/>
          <pc:sldMk cId="1925556480" sldId="275"/>
        </pc:sldMkLst>
      </pc:sldChg>
      <pc:sldChg chg="modSp del mod ord">
        <pc:chgData name="Raff, Scott N" userId="72869849-31e1-4535-8811-25fba34f7c11" providerId="ADAL" clId="{9F2C64F9-2912-4B15-A541-D790F8A10E36}" dt="2025-12-03T06:31:27.499" v="16029" actId="47"/>
        <pc:sldMkLst>
          <pc:docMk/>
          <pc:sldMk cId="3372625154" sldId="275"/>
        </pc:sldMkLst>
      </pc:sldChg>
      <pc:sldChg chg="addSp delSp modSp add mod ord">
        <pc:chgData name="Raff, Scott N" userId="72869849-31e1-4535-8811-25fba34f7c11" providerId="ADAL" clId="{9F2C64F9-2912-4B15-A541-D790F8A10E36}" dt="2025-12-16T22:12:38.012" v="29428"/>
        <pc:sldMkLst>
          <pc:docMk/>
          <pc:sldMk cId="3995829314" sldId="275"/>
        </pc:sldMkLst>
        <pc:spChg chg="mod">
          <ac:chgData name="Raff, Scott N" userId="72869849-31e1-4535-8811-25fba34f7c11" providerId="ADAL" clId="{9F2C64F9-2912-4B15-A541-D790F8A10E36}" dt="2025-12-16T14:55:04.121" v="29174"/>
          <ac:spMkLst>
            <pc:docMk/>
            <pc:sldMk cId="3995829314" sldId="275"/>
            <ac:spMk id="2" creationId="{09A94C42-19F7-6892-20F3-4F8F0BD8AD9A}"/>
          </ac:spMkLst>
        </pc:spChg>
        <pc:spChg chg="add mod">
          <ac:chgData name="Raff, Scott N" userId="72869849-31e1-4535-8811-25fba34f7c11" providerId="ADAL" clId="{9F2C64F9-2912-4B15-A541-D790F8A10E36}" dt="2025-12-16T14:55:01.197" v="29173"/>
          <ac:spMkLst>
            <pc:docMk/>
            <pc:sldMk cId="3995829314" sldId="275"/>
            <ac:spMk id="3" creationId="{A8F204FF-69E1-B329-E08C-79EB2FA34D7F}"/>
          </ac:spMkLst>
        </pc:spChg>
        <pc:spChg chg="del">
          <ac:chgData name="Raff, Scott N" userId="72869849-31e1-4535-8811-25fba34f7c11" providerId="ADAL" clId="{9F2C64F9-2912-4B15-A541-D790F8A10E36}" dt="2025-12-16T14:54:57.858" v="29172" actId="478"/>
          <ac:spMkLst>
            <pc:docMk/>
            <pc:sldMk cId="3995829314" sldId="275"/>
            <ac:spMk id="6" creationId="{99B11A71-CE00-4ABB-BD8D-B6902F5FB130}"/>
          </ac:spMkLst>
        </pc:spChg>
        <pc:spChg chg="del">
          <ac:chgData name="Raff, Scott N" userId="72869849-31e1-4535-8811-25fba34f7c11" providerId="ADAL" clId="{9F2C64F9-2912-4B15-A541-D790F8A10E36}" dt="2025-12-16T14:54:57.858" v="29172" actId="478"/>
          <ac:spMkLst>
            <pc:docMk/>
            <pc:sldMk cId="3995829314" sldId="275"/>
            <ac:spMk id="27" creationId="{FE55990E-682F-F8E9-5252-05E72B29D341}"/>
          </ac:spMkLst>
        </pc:spChg>
        <pc:spChg chg="mod">
          <ac:chgData name="Raff, Scott N" userId="72869849-31e1-4535-8811-25fba34f7c11" providerId="ADAL" clId="{9F2C64F9-2912-4B15-A541-D790F8A10E36}" dt="2025-12-16T14:55:01.197" v="29173"/>
          <ac:spMkLst>
            <pc:docMk/>
            <pc:sldMk cId="3995829314" sldId="275"/>
            <ac:spMk id="35" creationId="{31FA115E-40CA-8486-EB0B-19CEF0523005}"/>
          </ac:spMkLst>
        </pc:spChg>
        <pc:spChg chg="mod">
          <ac:chgData name="Raff, Scott N" userId="72869849-31e1-4535-8811-25fba34f7c11" providerId="ADAL" clId="{9F2C64F9-2912-4B15-A541-D790F8A10E36}" dt="2025-12-16T14:55:01.197" v="29173"/>
          <ac:spMkLst>
            <pc:docMk/>
            <pc:sldMk cId="3995829314" sldId="275"/>
            <ac:spMk id="37" creationId="{16215498-953D-3A0A-35C4-8CFB9FB77FF3}"/>
          </ac:spMkLst>
        </pc:spChg>
        <pc:spChg chg="mod">
          <ac:chgData name="Raff, Scott N" userId="72869849-31e1-4535-8811-25fba34f7c11" providerId="ADAL" clId="{9F2C64F9-2912-4B15-A541-D790F8A10E36}" dt="2025-12-16T14:55:01.197" v="29173"/>
          <ac:spMkLst>
            <pc:docMk/>
            <pc:sldMk cId="3995829314" sldId="275"/>
            <ac:spMk id="44" creationId="{6D4844FD-7BE0-589B-FE64-155FD81FA2C2}"/>
          </ac:spMkLst>
        </pc:spChg>
        <pc:spChg chg="mod">
          <ac:chgData name="Raff, Scott N" userId="72869849-31e1-4535-8811-25fba34f7c11" providerId="ADAL" clId="{9F2C64F9-2912-4B15-A541-D790F8A10E36}" dt="2025-12-16T14:55:01.197" v="29173"/>
          <ac:spMkLst>
            <pc:docMk/>
            <pc:sldMk cId="3995829314" sldId="275"/>
            <ac:spMk id="47" creationId="{19CACF50-5FFC-69B4-BCE0-5F2DC0D2CA4D}"/>
          </ac:spMkLst>
        </pc:spChg>
        <pc:spChg chg="mod">
          <ac:chgData name="Raff, Scott N" userId="72869849-31e1-4535-8811-25fba34f7c11" providerId="ADAL" clId="{9F2C64F9-2912-4B15-A541-D790F8A10E36}" dt="2025-12-16T14:55:01.197" v="29173"/>
          <ac:spMkLst>
            <pc:docMk/>
            <pc:sldMk cId="3995829314" sldId="275"/>
            <ac:spMk id="51" creationId="{EAB1E34C-374B-C342-E25E-87C6A6F7C0A6}"/>
          </ac:spMkLst>
        </pc:spChg>
        <pc:spChg chg="mod">
          <ac:chgData name="Raff, Scott N" userId="72869849-31e1-4535-8811-25fba34f7c11" providerId="ADAL" clId="{9F2C64F9-2912-4B15-A541-D790F8A10E36}" dt="2025-12-16T14:55:01.197" v="29173"/>
          <ac:spMkLst>
            <pc:docMk/>
            <pc:sldMk cId="3995829314" sldId="275"/>
            <ac:spMk id="53" creationId="{71321C56-D3BE-61C9-7EC8-32557D8BD5F8}"/>
          </ac:spMkLst>
        </pc:spChg>
        <pc:spChg chg="add mod">
          <ac:chgData name="Raff, Scott N" userId="72869849-31e1-4535-8811-25fba34f7c11" providerId="ADAL" clId="{9F2C64F9-2912-4B15-A541-D790F8A10E36}" dt="2025-12-16T14:55:01.197" v="29173"/>
          <ac:spMkLst>
            <pc:docMk/>
            <pc:sldMk cId="3995829314" sldId="275"/>
            <ac:spMk id="54" creationId="{525E2988-5D3F-371A-5005-255FC6CE2DBE}"/>
          </ac:spMkLst>
        </pc:spChg>
        <pc:spChg chg="add mod">
          <ac:chgData name="Raff, Scott N" userId="72869849-31e1-4535-8811-25fba34f7c11" providerId="ADAL" clId="{9F2C64F9-2912-4B15-A541-D790F8A10E36}" dt="2025-12-16T14:55:01.197" v="29173"/>
          <ac:spMkLst>
            <pc:docMk/>
            <pc:sldMk cId="3995829314" sldId="275"/>
            <ac:spMk id="57" creationId="{B2C99C55-C093-0B70-075C-B977D0B973E5}"/>
          </ac:spMkLst>
        </pc:spChg>
        <pc:spChg chg="add mod">
          <ac:chgData name="Raff, Scott N" userId="72869849-31e1-4535-8811-25fba34f7c11" providerId="ADAL" clId="{9F2C64F9-2912-4B15-A541-D790F8A10E36}" dt="2025-12-16T14:55:01.197" v="29173"/>
          <ac:spMkLst>
            <pc:docMk/>
            <pc:sldMk cId="3995829314" sldId="275"/>
            <ac:spMk id="63" creationId="{3A5E48D3-6F29-8792-BFED-643F8A598ED1}"/>
          </ac:spMkLst>
        </pc:spChg>
        <pc:grpChg chg="del">
          <ac:chgData name="Raff, Scott N" userId="72869849-31e1-4535-8811-25fba34f7c11" providerId="ADAL" clId="{9F2C64F9-2912-4B15-A541-D790F8A10E36}" dt="2025-12-16T14:54:57.858" v="29172" actId="478"/>
          <ac:grpSpMkLst>
            <pc:docMk/>
            <pc:sldMk cId="3995829314" sldId="275"/>
            <ac:grpSpMk id="8" creationId="{63E273B0-46AF-49C2-F431-DE011E716AFF}"/>
          </ac:grpSpMkLst>
        </pc:grpChg>
        <pc:graphicFrameChg chg="del">
          <ac:chgData name="Raff, Scott N" userId="72869849-31e1-4535-8811-25fba34f7c11" providerId="ADAL" clId="{9F2C64F9-2912-4B15-A541-D790F8A10E36}" dt="2025-12-16T14:54:57.858" v="29172" actId="478"/>
          <ac:graphicFrameMkLst>
            <pc:docMk/>
            <pc:sldMk cId="3995829314" sldId="275"/>
            <ac:graphicFrameMk id="7" creationId="{EAB27D24-63C4-383C-D409-4A78BCCEA443}"/>
          </ac:graphicFrameMkLst>
        </pc:graphicFrameChg>
        <pc:cxnChg chg="del">
          <ac:chgData name="Raff, Scott N" userId="72869849-31e1-4535-8811-25fba34f7c11" providerId="ADAL" clId="{9F2C64F9-2912-4B15-A541-D790F8A10E36}" dt="2025-12-16T14:54:57.858" v="29172" actId="478"/>
          <ac:cxnSpMkLst>
            <pc:docMk/>
            <pc:sldMk cId="3995829314" sldId="275"/>
            <ac:cxnSpMk id="4" creationId="{830E8F82-7DCE-7940-E45E-96BA1338F7CF}"/>
          </ac:cxnSpMkLst>
        </pc:cxnChg>
      </pc:sldChg>
      <pc:sldChg chg="new del">
        <pc:chgData name="Raff, Scott N" userId="72869849-31e1-4535-8811-25fba34f7c11" providerId="ADAL" clId="{9F2C64F9-2912-4B15-A541-D790F8A10E36}" dt="2025-12-03T16:10:16.565" v="19299" actId="680"/>
        <pc:sldMkLst>
          <pc:docMk/>
          <pc:sldMk cId="4105549497" sldId="275"/>
        </pc:sldMkLst>
      </pc:sldChg>
      <pc:sldChg chg="addSp delSp modSp add mod ord">
        <pc:chgData name="Raff, Scott N" userId="72869849-31e1-4535-8811-25fba34f7c11" providerId="ADAL" clId="{9F2C64F9-2912-4B15-A541-D790F8A10E36}" dt="2025-12-16T22:12:38.012" v="29428"/>
        <pc:sldMkLst>
          <pc:docMk/>
          <pc:sldMk cId="327699854" sldId="276"/>
        </pc:sldMkLst>
        <pc:spChg chg="mod">
          <ac:chgData name="Raff, Scott N" userId="72869849-31e1-4535-8811-25fba34f7c11" providerId="ADAL" clId="{9F2C64F9-2912-4B15-A541-D790F8A10E36}" dt="2025-12-16T14:55:24.574" v="29179"/>
          <ac:spMkLst>
            <pc:docMk/>
            <pc:sldMk cId="327699854" sldId="276"/>
            <ac:spMk id="2" creationId="{D3806FEC-D9F7-BB42-1C59-B97A83188961}"/>
          </ac:spMkLst>
        </pc:spChg>
        <pc:spChg chg="add mod">
          <ac:chgData name="Raff, Scott N" userId="72869849-31e1-4535-8811-25fba34f7c11" providerId="ADAL" clId="{9F2C64F9-2912-4B15-A541-D790F8A10E36}" dt="2025-12-16T21:17:45.042" v="29426" actId="2711"/>
          <ac:spMkLst>
            <pc:docMk/>
            <pc:sldMk cId="327699854" sldId="276"/>
            <ac:spMk id="5" creationId="{F7E20CAE-F9B4-A323-4F6F-3D3B205085DC}"/>
          </ac:spMkLst>
        </pc:spChg>
        <pc:spChg chg="del">
          <ac:chgData name="Raff, Scott N" userId="72869849-31e1-4535-8811-25fba34f7c11" providerId="ADAL" clId="{9F2C64F9-2912-4B15-A541-D790F8A10E36}" dt="2025-12-16T14:55:12.148" v="29177" actId="478"/>
          <ac:spMkLst>
            <pc:docMk/>
            <pc:sldMk cId="327699854" sldId="276"/>
            <ac:spMk id="6" creationId="{274F22DC-A0A9-5D54-0ED0-82501CC6E0F8}"/>
          </ac:spMkLst>
        </pc:spChg>
        <pc:spChg chg="del">
          <ac:chgData name="Raff, Scott N" userId="72869849-31e1-4535-8811-25fba34f7c11" providerId="ADAL" clId="{9F2C64F9-2912-4B15-A541-D790F8A10E36}" dt="2025-12-16T14:55:12.148" v="29177" actId="478"/>
          <ac:spMkLst>
            <pc:docMk/>
            <pc:sldMk cId="327699854" sldId="276"/>
            <ac:spMk id="27" creationId="{D21DF3FC-500B-3101-0952-4B83D0F05AF2}"/>
          </ac:spMkLst>
        </pc:spChg>
        <pc:grpChg chg="del">
          <ac:chgData name="Raff, Scott N" userId="72869849-31e1-4535-8811-25fba34f7c11" providerId="ADAL" clId="{9F2C64F9-2912-4B15-A541-D790F8A10E36}" dt="2025-12-16T14:55:12.148" v="29177" actId="478"/>
          <ac:grpSpMkLst>
            <pc:docMk/>
            <pc:sldMk cId="327699854" sldId="276"/>
            <ac:grpSpMk id="8" creationId="{BFED68E1-D75C-6FF2-E301-9BE61F805CD6}"/>
          </ac:grpSpMkLst>
        </pc:grpChg>
        <pc:graphicFrameChg chg="add mod modGraphic">
          <ac:chgData name="Raff, Scott N" userId="72869849-31e1-4535-8811-25fba34f7c11" providerId="ADAL" clId="{9F2C64F9-2912-4B15-A541-D790F8A10E36}" dt="2025-12-16T21:17:41.336" v="29425" actId="2711"/>
          <ac:graphicFrameMkLst>
            <pc:docMk/>
            <pc:sldMk cId="327699854" sldId="276"/>
            <ac:graphicFrameMk id="3" creationId="{098E8FC3-4A03-19FC-D2A6-926F18115CE7}"/>
          </ac:graphicFrameMkLst>
        </pc:graphicFrameChg>
        <pc:graphicFrameChg chg="del">
          <ac:chgData name="Raff, Scott N" userId="72869849-31e1-4535-8811-25fba34f7c11" providerId="ADAL" clId="{9F2C64F9-2912-4B15-A541-D790F8A10E36}" dt="2025-12-16T14:55:12.148" v="29177" actId="478"/>
          <ac:graphicFrameMkLst>
            <pc:docMk/>
            <pc:sldMk cId="327699854" sldId="276"/>
            <ac:graphicFrameMk id="7" creationId="{F07DF962-62F1-79C0-3A98-02AF8EAB0568}"/>
          </ac:graphicFrameMkLst>
        </pc:graphicFrameChg>
        <pc:cxnChg chg="del">
          <ac:chgData name="Raff, Scott N" userId="72869849-31e1-4535-8811-25fba34f7c11" providerId="ADAL" clId="{9F2C64F9-2912-4B15-A541-D790F8A10E36}" dt="2025-12-16T14:55:12.148" v="29177" actId="478"/>
          <ac:cxnSpMkLst>
            <pc:docMk/>
            <pc:sldMk cId="327699854" sldId="276"/>
            <ac:cxnSpMk id="4" creationId="{3B41845B-DFEF-EEFC-8848-77FBA780012F}"/>
          </ac:cxnSpMkLst>
        </pc:cxnChg>
      </pc:sldChg>
      <pc:sldChg chg="modSp del mod ord">
        <pc:chgData name="Raff, Scott N" userId="72869849-31e1-4535-8811-25fba34f7c11" providerId="ADAL" clId="{9F2C64F9-2912-4B15-A541-D790F8A10E36}" dt="2025-12-03T06:31:37.266" v="16031" actId="47"/>
        <pc:sldMkLst>
          <pc:docMk/>
          <pc:sldMk cId="3694945694" sldId="276"/>
        </pc:sldMkLst>
      </pc:sldChg>
      <pc:sldChg chg="modSp add del ord">
        <pc:chgData name="Raff, Scott N" userId="72869849-31e1-4535-8811-25fba34f7c11" providerId="ADAL" clId="{9F2C64F9-2912-4B15-A541-D790F8A10E36}" dt="2025-12-16T14:43:52.930" v="28956" actId="47"/>
        <pc:sldMkLst>
          <pc:docMk/>
          <pc:sldMk cId="4189191175" sldId="276"/>
        </pc:sldMkLst>
      </pc:sldChg>
      <pc:sldChg chg="modSp add mod">
        <pc:chgData name="Raff, Scott N" userId="72869849-31e1-4535-8811-25fba34f7c11" providerId="ADAL" clId="{9F2C64F9-2912-4B15-A541-D790F8A10E36}" dt="2025-12-16T23:05:58.561" v="29758"/>
        <pc:sldMkLst>
          <pc:docMk/>
          <pc:sldMk cId="861961811" sldId="277"/>
        </pc:sldMkLst>
        <pc:graphicFrameChg chg="mod modGraphic">
          <ac:chgData name="Raff, Scott N" userId="72869849-31e1-4535-8811-25fba34f7c11" providerId="ADAL" clId="{9F2C64F9-2912-4B15-A541-D790F8A10E36}" dt="2025-12-16T23:05:58.561" v="29758"/>
          <ac:graphicFrameMkLst>
            <pc:docMk/>
            <pc:sldMk cId="861961811" sldId="277"/>
            <ac:graphicFrameMk id="4" creationId="{1700A8E4-2C15-E6C3-ED6C-E60C2CAA0CCF}"/>
          </ac:graphicFrameMkLst>
        </pc:graphicFrameChg>
      </pc:sldChg>
      <pc:sldChg chg="del ord">
        <pc:chgData name="Raff, Scott N" userId="72869849-31e1-4535-8811-25fba34f7c11" providerId="ADAL" clId="{9F2C64F9-2912-4B15-A541-D790F8A10E36}" dt="2025-12-03T06:25:02.196" v="15820" actId="2696"/>
        <pc:sldMkLst>
          <pc:docMk/>
          <pc:sldMk cId="4057697410" sldId="277"/>
        </pc:sldMkLst>
      </pc:sldChg>
      <pc:sldChg chg="addSp modSp add del">
        <pc:chgData name="Raff, Scott N" userId="72869849-31e1-4535-8811-25fba34f7c11" providerId="ADAL" clId="{9F2C64F9-2912-4B15-A541-D790F8A10E36}" dt="2025-12-04T18:34:14.432" v="20042" actId="47"/>
        <pc:sldMkLst>
          <pc:docMk/>
          <pc:sldMk cId="4061031204" sldId="277"/>
        </pc:sldMkLst>
      </pc:sldChg>
      <pc:sldChg chg="modSp add mod">
        <pc:chgData name="Raff, Scott N" userId="72869849-31e1-4535-8811-25fba34f7c11" providerId="ADAL" clId="{9F2C64F9-2912-4B15-A541-D790F8A10E36}" dt="2025-12-12T18:03:10.275" v="22064"/>
        <pc:sldMkLst>
          <pc:docMk/>
          <pc:sldMk cId="1446072124" sldId="278"/>
        </pc:sldMkLst>
        <pc:graphicFrameChg chg="mod modGraphic">
          <ac:chgData name="Raff, Scott N" userId="72869849-31e1-4535-8811-25fba34f7c11" providerId="ADAL" clId="{9F2C64F9-2912-4B15-A541-D790F8A10E36}" dt="2025-12-12T18:03:10.275" v="22064"/>
          <ac:graphicFrameMkLst>
            <pc:docMk/>
            <pc:sldMk cId="1446072124" sldId="278"/>
            <ac:graphicFrameMk id="4" creationId="{B8E7E5F6-5F76-B508-026B-1153DBDBAF7F}"/>
          </ac:graphicFrameMkLst>
        </pc:graphicFrameChg>
      </pc:sldChg>
      <pc:sldChg chg="addSp modSp add del">
        <pc:chgData name="Raff, Scott N" userId="72869849-31e1-4535-8811-25fba34f7c11" providerId="ADAL" clId="{9F2C64F9-2912-4B15-A541-D790F8A10E36}" dt="2025-12-04T18:34:16.931" v="20044" actId="47"/>
        <pc:sldMkLst>
          <pc:docMk/>
          <pc:sldMk cId="1611451864" sldId="278"/>
        </pc:sldMkLst>
      </pc:sldChg>
      <pc:sldChg chg="del ord">
        <pc:chgData name="Raff, Scott N" userId="72869849-31e1-4535-8811-25fba34f7c11" providerId="ADAL" clId="{9F2C64F9-2912-4B15-A541-D790F8A10E36}" dt="2025-12-03T06:25:02.196" v="15820" actId="2696"/>
        <pc:sldMkLst>
          <pc:docMk/>
          <pc:sldMk cId="3576397033" sldId="278"/>
        </pc:sldMkLst>
      </pc:sldChg>
      <pc:sldChg chg="addSp modSp add del mod">
        <pc:chgData name="Raff, Scott N" userId="72869849-31e1-4535-8811-25fba34f7c11" providerId="ADAL" clId="{9F2C64F9-2912-4B15-A541-D790F8A10E36}" dt="2025-12-04T18:34:16.232" v="20043" actId="47"/>
        <pc:sldMkLst>
          <pc:docMk/>
          <pc:sldMk cId="234018814" sldId="279"/>
        </pc:sldMkLst>
      </pc:sldChg>
      <pc:sldChg chg="del ord">
        <pc:chgData name="Raff, Scott N" userId="72869849-31e1-4535-8811-25fba34f7c11" providerId="ADAL" clId="{9F2C64F9-2912-4B15-A541-D790F8A10E36}" dt="2025-12-03T06:25:02.196" v="15820" actId="2696"/>
        <pc:sldMkLst>
          <pc:docMk/>
          <pc:sldMk cId="1922857026" sldId="279"/>
        </pc:sldMkLst>
      </pc:sldChg>
      <pc:sldChg chg="modSp add mod">
        <pc:chgData name="Raff, Scott N" userId="72869849-31e1-4535-8811-25fba34f7c11" providerId="ADAL" clId="{9F2C64F9-2912-4B15-A541-D790F8A10E36}" dt="2025-12-16T23:05:43.661" v="29752"/>
        <pc:sldMkLst>
          <pc:docMk/>
          <pc:sldMk cId="2596462984" sldId="279"/>
        </pc:sldMkLst>
        <pc:graphicFrameChg chg="mod modGraphic">
          <ac:chgData name="Raff, Scott N" userId="72869849-31e1-4535-8811-25fba34f7c11" providerId="ADAL" clId="{9F2C64F9-2912-4B15-A541-D790F8A10E36}" dt="2025-12-16T23:05:43.661" v="29752"/>
          <ac:graphicFrameMkLst>
            <pc:docMk/>
            <pc:sldMk cId="2596462984" sldId="279"/>
            <ac:graphicFrameMk id="4" creationId="{D1ACFFC0-9977-E753-B4E9-E6E3803C06A8}"/>
          </ac:graphicFrameMkLst>
        </pc:graphicFrameChg>
      </pc:sldChg>
      <pc:sldChg chg="modSp add mod">
        <pc:chgData name="Raff, Scott N" userId="72869849-31e1-4535-8811-25fba34f7c11" providerId="ADAL" clId="{9F2C64F9-2912-4B15-A541-D790F8A10E36}" dt="2025-12-16T23:06:06.760" v="29760"/>
        <pc:sldMkLst>
          <pc:docMk/>
          <pc:sldMk cId="1861871812" sldId="280"/>
        </pc:sldMkLst>
        <pc:graphicFrameChg chg="mod modGraphic">
          <ac:chgData name="Raff, Scott N" userId="72869849-31e1-4535-8811-25fba34f7c11" providerId="ADAL" clId="{9F2C64F9-2912-4B15-A541-D790F8A10E36}" dt="2025-12-16T23:06:06.760" v="29760"/>
          <ac:graphicFrameMkLst>
            <pc:docMk/>
            <pc:sldMk cId="1861871812" sldId="280"/>
            <ac:graphicFrameMk id="4" creationId="{C5424B80-D321-1DBD-E3A5-12091F5D9179}"/>
          </ac:graphicFrameMkLst>
        </pc:graphicFrameChg>
      </pc:sldChg>
      <pc:sldChg chg="add del ord">
        <pc:chgData name="Raff, Scott N" userId="72869849-31e1-4535-8811-25fba34f7c11" providerId="ADAL" clId="{9F2C64F9-2912-4B15-A541-D790F8A10E36}" dt="2025-12-03T06:19:58.160" v="15711" actId="47"/>
        <pc:sldMkLst>
          <pc:docMk/>
          <pc:sldMk cId="3381241779" sldId="280"/>
        </pc:sldMkLst>
      </pc:sldChg>
      <pc:sldChg chg="addSp delSp modSp add del mod">
        <pc:chgData name="Raff, Scott N" userId="72869849-31e1-4535-8811-25fba34f7c11" providerId="ADAL" clId="{9F2C64F9-2912-4B15-A541-D790F8A10E36}" dt="2025-12-04T18:34:29.035" v="20046" actId="47"/>
        <pc:sldMkLst>
          <pc:docMk/>
          <pc:sldMk cId="405276175" sldId="281"/>
        </pc:sldMkLst>
      </pc:sldChg>
      <pc:sldChg chg="modSp add mod">
        <pc:chgData name="Raff, Scott N" userId="72869849-31e1-4535-8811-25fba34f7c11" providerId="ADAL" clId="{9F2C64F9-2912-4B15-A541-D790F8A10E36}" dt="2025-12-12T18:02:41.076" v="22061"/>
        <pc:sldMkLst>
          <pc:docMk/>
          <pc:sldMk cId="2252750267" sldId="281"/>
        </pc:sldMkLst>
        <pc:graphicFrameChg chg="mod modGraphic">
          <ac:chgData name="Raff, Scott N" userId="72869849-31e1-4535-8811-25fba34f7c11" providerId="ADAL" clId="{9F2C64F9-2912-4B15-A541-D790F8A10E36}" dt="2025-12-12T18:02:41.076" v="22061"/>
          <ac:graphicFrameMkLst>
            <pc:docMk/>
            <pc:sldMk cId="2252750267" sldId="281"/>
            <ac:graphicFrameMk id="4" creationId="{AFB04AF7-CCD0-2B3C-99EC-AAF54CA19721}"/>
          </ac:graphicFrameMkLst>
        </pc:graphicFrameChg>
      </pc:sldChg>
      <pc:sldChg chg="addSp delSp modSp add mod ord">
        <pc:chgData name="Raff, Scott N" userId="72869849-31e1-4535-8811-25fba34f7c11" providerId="ADAL" clId="{9F2C64F9-2912-4B15-A541-D790F8A10E36}" dt="2025-12-16T10:29:57.845" v="26740" actId="20577"/>
        <pc:sldMkLst>
          <pc:docMk/>
          <pc:sldMk cId="192338698" sldId="282"/>
        </pc:sldMkLst>
        <pc:spChg chg="del mod">
          <ac:chgData name="Raff, Scott N" userId="72869849-31e1-4535-8811-25fba34f7c11" providerId="ADAL" clId="{9F2C64F9-2912-4B15-A541-D790F8A10E36}" dt="2025-12-15T18:31:08.748" v="24260" actId="478"/>
          <ac:spMkLst>
            <pc:docMk/>
            <pc:sldMk cId="192338698" sldId="282"/>
            <ac:spMk id="4" creationId="{D28112F8-5301-7577-7F09-A68CDD710DA0}"/>
          </ac:spMkLst>
        </pc:spChg>
        <pc:spChg chg="add del">
          <ac:chgData name="Raff, Scott N" userId="72869849-31e1-4535-8811-25fba34f7c11" providerId="ADAL" clId="{9F2C64F9-2912-4B15-A541-D790F8A10E36}" dt="2025-12-15T18:24:04.435" v="23859" actId="22"/>
          <ac:spMkLst>
            <pc:docMk/>
            <pc:sldMk cId="192338698" sldId="282"/>
            <ac:spMk id="5" creationId="{8737D0DC-9AB5-CBC9-9F78-9633584548AD}"/>
          </ac:spMkLst>
        </pc:spChg>
        <pc:spChg chg="mod">
          <ac:chgData name="Raff, Scott N" userId="72869849-31e1-4535-8811-25fba34f7c11" providerId="ADAL" clId="{9F2C64F9-2912-4B15-A541-D790F8A10E36}" dt="2025-12-15T18:46:49.219" v="24934" actId="20577"/>
          <ac:spMkLst>
            <pc:docMk/>
            <pc:sldMk cId="192338698" sldId="282"/>
            <ac:spMk id="6" creationId="{A768D768-B4DB-F0A8-18EE-8D7723B09712}"/>
          </ac:spMkLst>
        </pc:spChg>
        <pc:spChg chg="add del mod">
          <ac:chgData name="Raff, Scott N" userId="72869849-31e1-4535-8811-25fba34f7c11" providerId="ADAL" clId="{9F2C64F9-2912-4B15-A541-D790F8A10E36}" dt="2025-12-15T18:31:08.748" v="24260" actId="478"/>
          <ac:spMkLst>
            <pc:docMk/>
            <pc:sldMk cId="192338698" sldId="282"/>
            <ac:spMk id="8" creationId="{D854D7C7-12E5-03C9-A51C-B04529230798}"/>
          </ac:spMkLst>
        </pc:spChg>
        <pc:spChg chg="del">
          <ac:chgData name="Raff, Scott N" userId="72869849-31e1-4535-8811-25fba34f7c11" providerId="ADAL" clId="{9F2C64F9-2912-4B15-A541-D790F8A10E36}" dt="2025-12-15T18:29:34.585" v="24161" actId="478"/>
          <ac:spMkLst>
            <pc:docMk/>
            <pc:sldMk cId="192338698" sldId="282"/>
            <ac:spMk id="10" creationId="{85DBFE50-F7FE-67C4-4B34-CDDA1D152398}"/>
          </ac:spMkLst>
        </pc:spChg>
        <pc:spChg chg="mod">
          <ac:chgData name="Raff, Scott N" userId="72869849-31e1-4535-8811-25fba34f7c11" providerId="ADAL" clId="{9F2C64F9-2912-4B15-A541-D790F8A10E36}" dt="2025-12-15T19:14:49.084" v="25491" actId="20577"/>
          <ac:spMkLst>
            <pc:docMk/>
            <pc:sldMk cId="192338698" sldId="282"/>
            <ac:spMk id="11" creationId="{60DE7A92-7F63-E99C-3CA5-6ADDCB98F5D8}"/>
          </ac:spMkLst>
        </pc:spChg>
        <pc:spChg chg="mod">
          <ac:chgData name="Raff, Scott N" userId="72869849-31e1-4535-8811-25fba34f7c11" providerId="ADAL" clId="{9F2C64F9-2912-4B15-A541-D790F8A10E36}" dt="2025-12-16T07:20:45.998" v="25706" actId="12789"/>
          <ac:spMkLst>
            <pc:docMk/>
            <pc:sldMk cId="192338698" sldId="282"/>
            <ac:spMk id="12" creationId="{AA547465-4F5C-A112-901F-EAA0AD2BE856}"/>
          </ac:spMkLst>
        </pc:spChg>
        <pc:spChg chg="add mod">
          <ac:chgData name="Raff, Scott N" userId="72869849-31e1-4535-8811-25fba34f7c11" providerId="ADAL" clId="{9F2C64F9-2912-4B15-A541-D790F8A10E36}" dt="2025-12-16T07:20:45.998" v="25706" actId="12789"/>
          <ac:spMkLst>
            <pc:docMk/>
            <pc:sldMk cId="192338698" sldId="282"/>
            <ac:spMk id="16" creationId="{2401D3CD-160B-E64F-574B-5819C740F5BE}"/>
          </ac:spMkLst>
        </pc:spChg>
        <pc:spChg chg="mod">
          <ac:chgData name="Raff, Scott N" userId="72869849-31e1-4535-8811-25fba34f7c11" providerId="ADAL" clId="{9F2C64F9-2912-4B15-A541-D790F8A10E36}" dt="2025-12-15T18:49:39.420" v="24941" actId="207"/>
          <ac:spMkLst>
            <pc:docMk/>
            <pc:sldMk cId="192338698" sldId="282"/>
            <ac:spMk id="20" creationId="{B3DAADB0-150D-4D2A-0AE9-58FD2D283E1D}"/>
          </ac:spMkLst>
        </pc:spChg>
        <pc:spChg chg="mod">
          <ac:chgData name="Raff, Scott N" userId="72869849-31e1-4535-8811-25fba34f7c11" providerId="ADAL" clId="{9F2C64F9-2912-4B15-A541-D790F8A10E36}" dt="2025-12-15T18:49:39.420" v="24941" actId="207"/>
          <ac:spMkLst>
            <pc:docMk/>
            <pc:sldMk cId="192338698" sldId="282"/>
            <ac:spMk id="21" creationId="{0F0F29E1-74D0-4B46-F49C-A6F1A37F9BDA}"/>
          </ac:spMkLst>
        </pc:spChg>
        <pc:spChg chg="mod">
          <ac:chgData name="Raff, Scott N" userId="72869849-31e1-4535-8811-25fba34f7c11" providerId="ADAL" clId="{9F2C64F9-2912-4B15-A541-D790F8A10E36}" dt="2025-12-15T18:49:39.420" v="24941" actId="207"/>
          <ac:spMkLst>
            <pc:docMk/>
            <pc:sldMk cId="192338698" sldId="282"/>
            <ac:spMk id="22" creationId="{C67B4292-6D0C-D641-7437-4D1344F89A75}"/>
          </ac:spMkLst>
        </pc:spChg>
        <pc:spChg chg="mod">
          <ac:chgData name="Raff, Scott N" userId="72869849-31e1-4535-8811-25fba34f7c11" providerId="ADAL" clId="{9F2C64F9-2912-4B15-A541-D790F8A10E36}" dt="2025-12-15T18:49:39.420" v="24941" actId="207"/>
          <ac:spMkLst>
            <pc:docMk/>
            <pc:sldMk cId="192338698" sldId="282"/>
            <ac:spMk id="23" creationId="{327762E0-0BF0-A8B2-4239-83962C209AA7}"/>
          </ac:spMkLst>
        </pc:spChg>
        <pc:spChg chg="mod">
          <ac:chgData name="Raff, Scott N" userId="72869849-31e1-4535-8811-25fba34f7c11" providerId="ADAL" clId="{9F2C64F9-2912-4B15-A541-D790F8A10E36}" dt="2025-12-15T18:49:39.420" v="24941" actId="207"/>
          <ac:spMkLst>
            <pc:docMk/>
            <pc:sldMk cId="192338698" sldId="282"/>
            <ac:spMk id="24" creationId="{A12DC9F5-9704-1E01-0089-C3E237BE59D8}"/>
          </ac:spMkLst>
        </pc:spChg>
        <pc:spChg chg="mod">
          <ac:chgData name="Raff, Scott N" userId="72869849-31e1-4535-8811-25fba34f7c11" providerId="ADAL" clId="{9F2C64F9-2912-4B15-A541-D790F8A10E36}" dt="2025-12-15T18:49:39.420" v="24941" actId="207"/>
          <ac:spMkLst>
            <pc:docMk/>
            <pc:sldMk cId="192338698" sldId="282"/>
            <ac:spMk id="25" creationId="{7E039E1E-2CD5-5CA0-82DB-A7F40B866924}"/>
          </ac:spMkLst>
        </pc:spChg>
        <pc:spChg chg="mod">
          <ac:chgData name="Raff, Scott N" userId="72869849-31e1-4535-8811-25fba34f7c11" providerId="ADAL" clId="{9F2C64F9-2912-4B15-A541-D790F8A10E36}" dt="2025-12-15T18:49:39.420" v="24941" actId="207"/>
          <ac:spMkLst>
            <pc:docMk/>
            <pc:sldMk cId="192338698" sldId="282"/>
            <ac:spMk id="26" creationId="{C9D706D7-1760-D7A4-380D-ABA61724BDAE}"/>
          </ac:spMkLst>
        </pc:spChg>
        <pc:spChg chg="mod">
          <ac:chgData name="Raff, Scott N" userId="72869849-31e1-4535-8811-25fba34f7c11" providerId="ADAL" clId="{9F2C64F9-2912-4B15-A541-D790F8A10E36}" dt="2025-12-15T18:49:39.420" v="24941" actId="207"/>
          <ac:spMkLst>
            <pc:docMk/>
            <pc:sldMk cId="192338698" sldId="282"/>
            <ac:spMk id="27" creationId="{92F4FEDC-92BD-D51A-9B81-F8A6B58CEC19}"/>
          </ac:spMkLst>
        </pc:spChg>
        <pc:spChg chg="mod">
          <ac:chgData name="Raff, Scott N" userId="72869849-31e1-4535-8811-25fba34f7c11" providerId="ADAL" clId="{9F2C64F9-2912-4B15-A541-D790F8A10E36}" dt="2025-12-15T18:49:39.420" v="24941" actId="207"/>
          <ac:spMkLst>
            <pc:docMk/>
            <pc:sldMk cId="192338698" sldId="282"/>
            <ac:spMk id="28" creationId="{F2E8AA51-BD58-54D2-8FC6-F91D91CFB4AD}"/>
          </ac:spMkLst>
        </pc:spChg>
        <pc:spChg chg="add mod">
          <ac:chgData name="Raff, Scott N" userId="72869849-31e1-4535-8811-25fba34f7c11" providerId="ADAL" clId="{9F2C64F9-2912-4B15-A541-D790F8A10E36}" dt="2025-12-15T18:50:23.956" v="24960"/>
          <ac:spMkLst>
            <pc:docMk/>
            <pc:sldMk cId="192338698" sldId="282"/>
            <ac:spMk id="29" creationId="{273F06D8-C873-D607-2317-FE9E4B6DF91C}"/>
          </ac:spMkLst>
        </pc:spChg>
        <pc:spChg chg="mod">
          <ac:chgData name="Raff, Scott N" userId="72869849-31e1-4535-8811-25fba34f7c11" providerId="ADAL" clId="{9F2C64F9-2912-4B15-A541-D790F8A10E36}" dt="2025-12-15T18:50:39.979" v="24961"/>
          <ac:spMkLst>
            <pc:docMk/>
            <pc:sldMk cId="192338698" sldId="282"/>
            <ac:spMk id="31" creationId="{D0849DD4-CBB2-343E-7742-3FA8867BF86A}"/>
          </ac:spMkLst>
        </pc:spChg>
        <pc:spChg chg="mod">
          <ac:chgData name="Raff, Scott N" userId="72869849-31e1-4535-8811-25fba34f7c11" providerId="ADAL" clId="{9F2C64F9-2912-4B15-A541-D790F8A10E36}" dt="2025-12-15T18:50:39.979" v="24961"/>
          <ac:spMkLst>
            <pc:docMk/>
            <pc:sldMk cId="192338698" sldId="282"/>
            <ac:spMk id="32" creationId="{28DCAF4A-DA5E-8CD7-43C6-554B345EBA96}"/>
          </ac:spMkLst>
        </pc:spChg>
        <pc:spChg chg="mod">
          <ac:chgData name="Raff, Scott N" userId="72869849-31e1-4535-8811-25fba34f7c11" providerId="ADAL" clId="{9F2C64F9-2912-4B15-A541-D790F8A10E36}" dt="2025-12-15T18:50:39.979" v="24961"/>
          <ac:spMkLst>
            <pc:docMk/>
            <pc:sldMk cId="192338698" sldId="282"/>
            <ac:spMk id="33" creationId="{542043F0-D1C0-7BC6-227F-0175A5B80662}"/>
          </ac:spMkLst>
        </pc:spChg>
        <pc:spChg chg="add mod">
          <ac:chgData name="Raff, Scott N" userId="72869849-31e1-4535-8811-25fba34f7c11" providerId="ADAL" clId="{9F2C64F9-2912-4B15-A541-D790F8A10E36}" dt="2025-12-15T18:51:52.141" v="24977"/>
          <ac:spMkLst>
            <pc:docMk/>
            <pc:sldMk cId="192338698" sldId="282"/>
            <ac:spMk id="34" creationId="{971AFCE7-0AF5-AC9B-FDB5-D62CE393D52D}"/>
          </ac:spMkLst>
        </pc:spChg>
        <pc:spChg chg="add del mod">
          <ac:chgData name="Raff, Scott N" userId="72869849-31e1-4535-8811-25fba34f7c11" providerId="ADAL" clId="{9F2C64F9-2912-4B15-A541-D790F8A10E36}" dt="2025-12-15T18:52:16.196" v="24983" actId="478"/>
          <ac:spMkLst>
            <pc:docMk/>
            <pc:sldMk cId="192338698" sldId="282"/>
            <ac:spMk id="35" creationId="{B2D0AFEA-2F91-205A-684A-AC903358B13C}"/>
          </ac:spMkLst>
        </pc:spChg>
        <pc:spChg chg="mod">
          <ac:chgData name="Raff, Scott N" userId="72869849-31e1-4535-8811-25fba34f7c11" providerId="ADAL" clId="{9F2C64F9-2912-4B15-A541-D790F8A10E36}" dt="2025-12-15T18:52:13.751" v="24982"/>
          <ac:spMkLst>
            <pc:docMk/>
            <pc:sldMk cId="192338698" sldId="282"/>
            <ac:spMk id="37" creationId="{E5DA48AE-2CF6-0CB5-2C16-48C433D9A6F3}"/>
          </ac:spMkLst>
        </pc:spChg>
        <pc:spChg chg="mod">
          <ac:chgData name="Raff, Scott N" userId="72869849-31e1-4535-8811-25fba34f7c11" providerId="ADAL" clId="{9F2C64F9-2912-4B15-A541-D790F8A10E36}" dt="2025-12-15T18:52:13.751" v="24982"/>
          <ac:spMkLst>
            <pc:docMk/>
            <pc:sldMk cId="192338698" sldId="282"/>
            <ac:spMk id="38" creationId="{C84DC0BF-E758-99A9-C356-21D3D967EBDD}"/>
          </ac:spMkLst>
        </pc:spChg>
        <pc:grpChg chg="add mod">
          <ac:chgData name="Raff, Scott N" userId="72869849-31e1-4535-8811-25fba34f7c11" providerId="ADAL" clId="{9F2C64F9-2912-4B15-A541-D790F8A10E36}" dt="2025-12-15T19:12:09.822" v="25460" actId="1035"/>
          <ac:grpSpMkLst>
            <pc:docMk/>
            <pc:sldMk cId="192338698" sldId="282"/>
            <ac:grpSpMk id="19" creationId="{12B196CF-CFA9-AD54-10F6-9E109956D782}"/>
          </ac:grpSpMkLst>
        </pc:grpChg>
        <pc:grpChg chg="add mod">
          <ac:chgData name="Raff, Scott N" userId="72869849-31e1-4535-8811-25fba34f7c11" providerId="ADAL" clId="{9F2C64F9-2912-4B15-A541-D790F8A10E36}" dt="2025-12-15T19:12:09.822" v="25460" actId="1035"/>
          <ac:grpSpMkLst>
            <pc:docMk/>
            <pc:sldMk cId="192338698" sldId="282"/>
            <ac:grpSpMk id="30" creationId="{C40D10E6-C3CE-CBAB-9132-00F655FFE882}"/>
          </ac:grpSpMkLst>
        </pc:grpChg>
        <pc:grpChg chg="add mod">
          <ac:chgData name="Raff, Scott N" userId="72869849-31e1-4535-8811-25fba34f7c11" providerId="ADAL" clId="{9F2C64F9-2912-4B15-A541-D790F8A10E36}" dt="2025-12-15T19:12:09.822" v="25460" actId="1035"/>
          <ac:grpSpMkLst>
            <pc:docMk/>
            <pc:sldMk cId="192338698" sldId="282"/>
            <ac:grpSpMk id="36" creationId="{68E5644B-E6A6-9EA7-40F1-47B8F6BCD1BD}"/>
          </ac:grpSpMkLst>
        </pc:grpChg>
        <pc:graphicFrameChg chg="mod modGraphic">
          <ac:chgData name="Raff, Scott N" userId="72869849-31e1-4535-8811-25fba34f7c11" providerId="ADAL" clId="{9F2C64F9-2912-4B15-A541-D790F8A10E36}" dt="2025-12-16T10:29:57.845" v="26740" actId="20577"/>
          <ac:graphicFrameMkLst>
            <pc:docMk/>
            <pc:sldMk cId="192338698" sldId="282"/>
            <ac:graphicFrameMk id="2" creationId="{E21B856B-49CA-AE69-8D6F-BC1AFB302B90}"/>
          </ac:graphicFrameMkLst>
        </pc:graphicFrameChg>
        <pc:graphicFrameChg chg="add del mod modGraphic">
          <ac:chgData name="Raff, Scott N" userId="72869849-31e1-4535-8811-25fba34f7c11" providerId="ADAL" clId="{9F2C64F9-2912-4B15-A541-D790F8A10E36}" dt="2025-12-15T18:31:06.416" v="24259" actId="21"/>
          <ac:graphicFrameMkLst>
            <pc:docMk/>
            <pc:sldMk cId="192338698" sldId="282"/>
            <ac:graphicFrameMk id="9" creationId="{2F64384B-E226-7955-F1A8-499764419F28}"/>
          </ac:graphicFrameMkLst>
        </pc:graphicFrameChg>
        <pc:graphicFrameChg chg="add del mod modGraphic">
          <ac:chgData name="Raff, Scott N" userId="72869849-31e1-4535-8811-25fba34f7c11" providerId="ADAL" clId="{9F2C64F9-2912-4B15-A541-D790F8A10E36}" dt="2025-12-15T18:31:06.416" v="24259" actId="21"/>
          <ac:graphicFrameMkLst>
            <pc:docMk/>
            <pc:sldMk cId="192338698" sldId="282"/>
            <ac:graphicFrameMk id="13" creationId="{503EF880-EA91-7274-DCC8-1B53774B84D8}"/>
          </ac:graphicFrameMkLst>
        </pc:graphicFrameChg>
        <pc:graphicFrameChg chg="add mod modGraphic">
          <ac:chgData name="Raff, Scott N" userId="72869849-31e1-4535-8811-25fba34f7c11" providerId="ADAL" clId="{9F2C64F9-2912-4B15-A541-D790F8A10E36}" dt="2025-12-15T19:12:44.819" v="25487"/>
          <ac:graphicFrameMkLst>
            <pc:docMk/>
            <pc:sldMk cId="192338698" sldId="282"/>
            <ac:graphicFrameMk id="14" creationId="{2F64384B-E226-7955-F1A8-499764419F28}"/>
          </ac:graphicFrameMkLst>
        </pc:graphicFrameChg>
        <pc:graphicFrameChg chg="add del mod modGraphic">
          <ac:chgData name="Raff, Scott N" userId="72869849-31e1-4535-8811-25fba34f7c11" providerId="ADAL" clId="{9F2C64F9-2912-4B15-A541-D790F8A10E36}" dt="2025-12-15T18:46:26.069" v="24898" actId="478"/>
          <ac:graphicFrameMkLst>
            <pc:docMk/>
            <pc:sldMk cId="192338698" sldId="282"/>
            <ac:graphicFrameMk id="15" creationId="{503EF880-EA91-7274-DCC8-1B53774B84D8}"/>
          </ac:graphicFrameMkLst>
        </pc:graphicFrameChg>
        <pc:graphicFrameChg chg="add del mod">
          <ac:chgData name="Raff, Scott N" userId="72869849-31e1-4535-8811-25fba34f7c11" providerId="ADAL" clId="{9F2C64F9-2912-4B15-A541-D790F8A10E36}" dt="2025-12-15T18:46:22.523" v="24895" actId="21"/>
          <ac:graphicFrameMkLst>
            <pc:docMk/>
            <pc:sldMk cId="192338698" sldId="282"/>
            <ac:graphicFrameMk id="17" creationId="{4F672132-9E45-F00F-8B3B-72C032C30C6F}"/>
          </ac:graphicFrameMkLst>
        </pc:graphicFrameChg>
        <pc:graphicFrameChg chg="add mod modGraphic">
          <ac:chgData name="Raff, Scott N" userId="72869849-31e1-4535-8811-25fba34f7c11" providerId="ADAL" clId="{9F2C64F9-2912-4B15-A541-D790F8A10E36}" dt="2025-12-16T07:20:45.998" v="25706" actId="12789"/>
          <ac:graphicFrameMkLst>
            <pc:docMk/>
            <pc:sldMk cId="192338698" sldId="282"/>
            <ac:graphicFrameMk id="18" creationId="{4F672132-9E45-F00F-8B3B-72C032C30C6F}"/>
          </ac:graphicFrameMkLst>
        </pc:graphicFrameChg>
      </pc:sldChg>
      <pc:sldChg chg="addSp delSp modSp add del mod modShow">
        <pc:chgData name="Raff, Scott N" userId="72869849-31e1-4535-8811-25fba34f7c11" providerId="ADAL" clId="{9F2C64F9-2912-4B15-A541-D790F8A10E36}" dt="2025-12-16T21:15:22.730" v="29421" actId="47"/>
        <pc:sldMkLst>
          <pc:docMk/>
          <pc:sldMk cId="2806246107" sldId="283"/>
        </pc:sldMkLst>
        <pc:spChg chg="mod">
          <ac:chgData name="Raff, Scott N" userId="72869849-31e1-4535-8811-25fba34f7c11" providerId="ADAL" clId="{9F2C64F9-2912-4B15-A541-D790F8A10E36}" dt="2025-12-16T14:55:48.668" v="29185"/>
          <ac:spMkLst>
            <pc:docMk/>
            <pc:sldMk cId="2806246107" sldId="283"/>
            <ac:spMk id="2" creationId="{D9BB3EAE-0F23-9D92-C4E0-412F2A9B2798}"/>
          </ac:spMkLst>
        </pc:spChg>
        <pc:spChg chg="del">
          <ac:chgData name="Raff, Scott N" userId="72869849-31e1-4535-8811-25fba34f7c11" providerId="ADAL" clId="{9F2C64F9-2912-4B15-A541-D790F8A10E36}" dt="2025-12-16T14:55:42.903" v="29183" actId="478"/>
          <ac:spMkLst>
            <pc:docMk/>
            <pc:sldMk cId="2806246107" sldId="283"/>
            <ac:spMk id="5" creationId="{BCA9D97B-9721-0845-46D8-32534C9E1DDB}"/>
          </ac:spMkLst>
        </pc:spChg>
        <pc:spChg chg="add mod">
          <ac:chgData name="Raff, Scott N" userId="72869849-31e1-4535-8811-25fba34f7c11" providerId="ADAL" clId="{9F2C64F9-2912-4B15-A541-D790F8A10E36}" dt="2025-12-16T14:57:07.907" v="29224" actId="1035"/>
          <ac:spMkLst>
            <pc:docMk/>
            <pc:sldMk cId="2806246107" sldId="283"/>
            <ac:spMk id="6" creationId="{1D49713D-4973-5EA8-C50A-46EA04FDB33C}"/>
          </ac:spMkLst>
        </pc:spChg>
        <pc:spChg chg="mod">
          <ac:chgData name="Raff, Scott N" userId="72869849-31e1-4535-8811-25fba34f7c11" providerId="ADAL" clId="{9F2C64F9-2912-4B15-A541-D790F8A10E36}" dt="2025-12-16T16:08:50.697" v="29319" actId="1035"/>
          <ac:spMkLst>
            <pc:docMk/>
            <pc:sldMk cId="2806246107" sldId="283"/>
            <ac:spMk id="19" creationId="{C0C73731-45AF-20CB-B30B-986685DB3534}"/>
          </ac:spMkLst>
        </pc:spChg>
        <pc:spChg chg="mod">
          <ac:chgData name="Raff, Scott N" userId="72869849-31e1-4535-8811-25fba34f7c11" providerId="ADAL" clId="{9F2C64F9-2912-4B15-A541-D790F8A10E36}" dt="2025-12-16T14:57:07.907" v="29224" actId="1035"/>
          <ac:spMkLst>
            <pc:docMk/>
            <pc:sldMk cId="2806246107" sldId="283"/>
            <ac:spMk id="23" creationId="{26B335F8-142C-E8D4-C87A-B968AA716F8A}"/>
          </ac:spMkLst>
        </pc:spChg>
        <pc:spChg chg="mod">
          <ac:chgData name="Raff, Scott N" userId="72869849-31e1-4535-8811-25fba34f7c11" providerId="ADAL" clId="{9F2C64F9-2912-4B15-A541-D790F8A10E36}" dt="2025-12-16T14:57:07.907" v="29224" actId="1035"/>
          <ac:spMkLst>
            <pc:docMk/>
            <pc:sldMk cId="2806246107" sldId="283"/>
            <ac:spMk id="26" creationId="{08975D65-A419-276F-8651-A4CC8AAB5F4A}"/>
          </ac:spMkLst>
        </pc:spChg>
        <pc:spChg chg="mod">
          <ac:chgData name="Raff, Scott N" userId="72869849-31e1-4535-8811-25fba34f7c11" providerId="ADAL" clId="{9F2C64F9-2912-4B15-A541-D790F8A10E36}" dt="2025-12-16T16:08:50.697" v="29319" actId="1035"/>
          <ac:spMkLst>
            <pc:docMk/>
            <pc:sldMk cId="2806246107" sldId="283"/>
            <ac:spMk id="29" creationId="{647E0C8A-EB81-EEFC-568E-C1ADB3959D22}"/>
          </ac:spMkLst>
        </pc:spChg>
        <pc:spChg chg="mod">
          <ac:chgData name="Raff, Scott N" userId="72869849-31e1-4535-8811-25fba34f7c11" providerId="ADAL" clId="{9F2C64F9-2912-4B15-A541-D790F8A10E36}" dt="2025-12-16T14:57:07.907" v="29224" actId="1035"/>
          <ac:spMkLst>
            <pc:docMk/>
            <pc:sldMk cId="2806246107" sldId="283"/>
            <ac:spMk id="31" creationId="{2A1E25E3-FAD5-6ED9-F99E-B47AB982D8BD}"/>
          </ac:spMkLst>
        </pc:spChg>
        <pc:spChg chg="mod">
          <ac:chgData name="Raff, Scott N" userId="72869849-31e1-4535-8811-25fba34f7c11" providerId="ADAL" clId="{9F2C64F9-2912-4B15-A541-D790F8A10E36}" dt="2025-12-16T16:08:50.697" v="29319" actId="1035"/>
          <ac:spMkLst>
            <pc:docMk/>
            <pc:sldMk cId="2806246107" sldId="283"/>
            <ac:spMk id="35" creationId="{8438804A-DAF7-2E3E-E547-3D1CB91135B9}"/>
          </ac:spMkLst>
        </pc:spChg>
        <pc:spChg chg="mod">
          <ac:chgData name="Raff, Scott N" userId="72869849-31e1-4535-8811-25fba34f7c11" providerId="ADAL" clId="{9F2C64F9-2912-4B15-A541-D790F8A10E36}" dt="2025-12-16T16:08:50.697" v="29319" actId="1035"/>
          <ac:spMkLst>
            <pc:docMk/>
            <pc:sldMk cId="2806246107" sldId="283"/>
            <ac:spMk id="36" creationId="{90D65A0C-578E-519F-4A96-EE02BBD8232E}"/>
          </ac:spMkLst>
        </pc:spChg>
        <pc:spChg chg="mod">
          <ac:chgData name="Raff, Scott N" userId="72869849-31e1-4535-8811-25fba34f7c11" providerId="ADAL" clId="{9F2C64F9-2912-4B15-A541-D790F8A10E36}" dt="2025-12-16T14:57:07.907" v="29224" actId="1035"/>
          <ac:spMkLst>
            <pc:docMk/>
            <pc:sldMk cId="2806246107" sldId="283"/>
            <ac:spMk id="39" creationId="{B8EC20B8-A729-0506-1F83-7264D6A4EC8F}"/>
          </ac:spMkLst>
        </pc:spChg>
        <pc:spChg chg="mod">
          <ac:chgData name="Raff, Scott N" userId="72869849-31e1-4535-8811-25fba34f7c11" providerId="ADAL" clId="{9F2C64F9-2912-4B15-A541-D790F8A10E36}" dt="2025-12-16T14:57:07.907" v="29224" actId="1035"/>
          <ac:spMkLst>
            <pc:docMk/>
            <pc:sldMk cId="2806246107" sldId="283"/>
            <ac:spMk id="40" creationId="{95075DB1-BA42-8A95-E119-D4AD24FD551D}"/>
          </ac:spMkLst>
        </pc:spChg>
        <pc:spChg chg="mod">
          <ac:chgData name="Raff, Scott N" userId="72869849-31e1-4535-8811-25fba34f7c11" providerId="ADAL" clId="{9F2C64F9-2912-4B15-A541-D790F8A10E36}" dt="2025-12-16T16:08:50.697" v="29319" actId="1035"/>
          <ac:spMkLst>
            <pc:docMk/>
            <pc:sldMk cId="2806246107" sldId="283"/>
            <ac:spMk id="45" creationId="{AD3F8BEA-442C-DF7C-D3B5-4BF947267181}"/>
          </ac:spMkLst>
        </pc:spChg>
        <pc:spChg chg="mod">
          <ac:chgData name="Raff, Scott N" userId="72869849-31e1-4535-8811-25fba34f7c11" providerId="ADAL" clId="{9F2C64F9-2912-4B15-A541-D790F8A10E36}" dt="2025-12-16T16:08:50.697" v="29319" actId="1035"/>
          <ac:spMkLst>
            <pc:docMk/>
            <pc:sldMk cId="2806246107" sldId="283"/>
            <ac:spMk id="46" creationId="{D3EBF1D6-1409-2526-7131-334468E4D6B4}"/>
          </ac:spMkLst>
        </pc:spChg>
        <pc:spChg chg="mod">
          <ac:chgData name="Raff, Scott N" userId="72869849-31e1-4535-8811-25fba34f7c11" providerId="ADAL" clId="{9F2C64F9-2912-4B15-A541-D790F8A10E36}" dt="2025-12-16T16:08:50.697" v="29319" actId="1035"/>
          <ac:spMkLst>
            <pc:docMk/>
            <pc:sldMk cId="2806246107" sldId="283"/>
            <ac:spMk id="49" creationId="{90FF12DA-B559-1203-3252-772341272D55}"/>
          </ac:spMkLst>
        </pc:spChg>
        <pc:spChg chg="mod">
          <ac:chgData name="Raff, Scott N" userId="72869849-31e1-4535-8811-25fba34f7c11" providerId="ADAL" clId="{9F2C64F9-2912-4B15-A541-D790F8A10E36}" dt="2025-12-16T14:57:07.907" v="29224" actId="1035"/>
          <ac:spMkLst>
            <pc:docMk/>
            <pc:sldMk cId="2806246107" sldId="283"/>
            <ac:spMk id="52" creationId="{FB8C6AFE-7D05-19A1-9660-8B3293CC53B9}"/>
          </ac:spMkLst>
        </pc:spChg>
        <pc:spChg chg="mod">
          <ac:chgData name="Raff, Scott N" userId="72869849-31e1-4535-8811-25fba34f7c11" providerId="ADAL" clId="{9F2C64F9-2912-4B15-A541-D790F8A10E36}" dt="2025-12-16T16:08:50.697" v="29319" actId="1035"/>
          <ac:spMkLst>
            <pc:docMk/>
            <pc:sldMk cId="2806246107" sldId="283"/>
            <ac:spMk id="61" creationId="{A0398ECE-029A-7DE0-8378-324F8F70D4CE}"/>
          </ac:spMkLst>
        </pc:spChg>
        <pc:spChg chg="mod">
          <ac:chgData name="Raff, Scott N" userId="72869849-31e1-4535-8811-25fba34f7c11" providerId="ADAL" clId="{9F2C64F9-2912-4B15-A541-D790F8A10E36}" dt="2025-12-16T14:57:07.907" v="29224" actId="1035"/>
          <ac:spMkLst>
            <pc:docMk/>
            <pc:sldMk cId="2806246107" sldId="283"/>
            <ac:spMk id="62" creationId="{FEDEC00E-DCE9-AC4F-55C1-45E4CA9E9796}"/>
          </ac:spMkLst>
        </pc:spChg>
        <pc:spChg chg="mod">
          <ac:chgData name="Raff, Scott N" userId="72869849-31e1-4535-8811-25fba34f7c11" providerId="ADAL" clId="{9F2C64F9-2912-4B15-A541-D790F8A10E36}" dt="2025-12-16T16:08:50.697" v="29319" actId="1035"/>
          <ac:spMkLst>
            <pc:docMk/>
            <pc:sldMk cId="2806246107" sldId="283"/>
            <ac:spMk id="63" creationId="{18F50883-73DA-B89C-74AF-B18804B6500E}"/>
          </ac:spMkLst>
        </pc:spChg>
        <pc:spChg chg="mod">
          <ac:chgData name="Raff, Scott N" userId="72869849-31e1-4535-8811-25fba34f7c11" providerId="ADAL" clId="{9F2C64F9-2912-4B15-A541-D790F8A10E36}" dt="2025-12-16T14:57:07.907" v="29224" actId="1035"/>
          <ac:spMkLst>
            <pc:docMk/>
            <pc:sldMk cId="2806246107" sldId="283"/>
            <ac:spMk id="65" creationId="{7AE09E23-EB5D-D515-2AFE-193A04FE216E}"/>
          </ac:spMkLst>
        </pc:spChg>
        <pc:spChg chg="mod">
          <ac:chgData name="Raff, Scott N" userId="72869849-31e1-4535-8811-25fba34f7c11" providerId="ADAL" clId="{9F2C64F9-2912-4B15-A541-D790F8A10E36}" dt="2025-12-16T16:08:50.697" v="29319" actId="1035"/>
          <ac:spMkLst>
            <pc:docMk/>
            <pc:sldMk cId="2806246107" sldId="283"/>
            <ac:spMk id="68" creationId="{810FCA33-6319-C996-163C-5B9C4FAE843D}"/>
          </ac:spMkLst>
        </pc:spChg>
        <pc:spChg chg="mod">
          <ac:chgData name="Raff, Scott N" userId="72869849-31e1-4535-8811-25fba34f7c11" providerId="ADAL" clId="{9F2C64F9-2912-4B15-A541-D790F8A10E36}" dt="2025-12-16T14:57:07.907" v="29224" actId="1035"/>
          <ac:spMkLst>
            <pc:docMk/>
            <pc:sldMk cId="2806246107" sldId="283"/>
            <ac:spMk id="70" creationId="{48514041-7700-967F-E8B0-D986A3F0AB48}"/>
          </ac:spMkLst>
        </pc:spChg>
        <pc:graphicFrameChg chg="del">
          <ac:chgData name="Raff, Scott N" userId="72869849-31e1-4535-8811-25fba34f7c11" providerId="ADAL" clId="{9F2C64F9-2912-4B15-A541-D790F8A10E36}" dt="2025-12-16T14:55:42.903" v="29183" actId="478"/>
          <ac:graphicFrameMkLst>
            <pc:docMk/>
            <pc:sldMk cId="2806246107" sldId="283"/>
            <ac:graphicFrameMk id="3" creationId="{E8C216D2-98F9-187B-EF80-31A64FB6AC2D}"/>
          </ac:graphicFrameMkLst>
        </pc:graphicFrameChg>
      </pc:sldChg>
      <pc:sldChg chg="addSp delSp modSp add del mod modShow">
        <pc:chgData name="Raff, Scott N" userId="72869849-31e1-4535-8811-25fba34f7c11" providerId="ADAL" clId="{9F2C64F9-2912-4B15-A541-D790F8A10E36}" dt="2025-12-16T21:15:23.404" v="29422" actId="47"/>
        <pc:sldMkLst>
          <pc:docMk/>
          <pc:sldMk cId="779843025" sldId="284"/>
        </pc:sldMkLst>
        <pc:spChg chg="mod">
          <ac:chgData name="Raff, Scott N" userId="72869849-31e1-4535-8811-25fba34f7c11" providerId="ADAL" clId="{9F2C64F9-2912-4B15-A541-D790F8A10E36}" dt="2025-12-16T14:56:17.492" v="29202"/>
          <ac:spMkLst>
            <pc:docMk/>
            <pc:sldMk cId="779843025" sldId="284"/>
            <ac:spMk id="2" creationId="{3626ACB8-8DF2-FB0E-ECED-5098517CCB29}"/>
          </ac:spMkLst>
        </pc:spChg>
        <pc:spChg chg="del">
          <ac:chgData name="Raff, Scott N" userId="72869849-31e1-4535-8811-25fba34f7c11" providerId="ADAL" clId="{9F2C64F9-2912-4B15-A541-D790F8A10E36}" dt="2025-12-16T14:56:06.799" v="29195" actId="478"/>
          <ac:spMkLst>
            <pc:docMk/>
            <pc:sldMk cId="779843025" sldId="284"/>
            <ac:spMk id="6" creationId="{CD38244D-D9AF-2368-79E1-BB10A3107734}"/>
          </ac:spMkLst>
        </pc:spChg>
        <pc:spChg chg="del">
          <ac:chgData name="Raff, Scott N" userId="72869849-31e1-4535-8811-25fba34f7c11" providerId="ADAL" clId="{9F2C64F9-2912-4B15-A541-D790F8A10E36}" dt="2025-12-16T14:56:06.799" v="29195" actId="478"/>
          <ac:spMkLst>
            <pc:docMk/>
            <pc:sldMk cId="779843025" sldId="284"/>
            <ac:spMk id="27" creationId="{583DEF7F-D9BA-CB09-194D-0A9D3FD75CE3}"/>
          </ac:spMkLst>
        </pc:spChg>
        <pc:spChg chg="add mod">
          <ac:chgData name="Raff, Scott N" userId="72869849-31e1-4535-8811-25fba34f7c11" providerId="ADAL" clId="{9F2C64F9-2912-4B15-A541-D790F8A10E36}" dt="2025-12-16T16:09:13.536" v="29346" actId="1035"/>
          <ac:spMkLst>
            <pc:docMk/>
            <pc:sldMk cId="779843025" sldId="284"/>
            <ac:spMk id="28" creationId="{6368F1F8-40A4-11FD-2820-E83C85EF22F4}"/>
          </ac:spMkLst>
        </pc:spChg>
        <pc:spChg chg="add mod">
          <ac:chgData name="Raff, Scott N" userId="72869849-31e1-4535-8811-25fba34f7c11" providerId="ADAL" clId="{9F2C64F9-2912-4B15-A541-D790F8A10E36}" dt="2025-12-16T16:09:13.536" v="29346" actId="1035"/>
          <ac:spMkLst>
            <pc:docMk/>
            <pc:sldMk cId="779843025" sldId="284"/>
            <ac:spMk id="29" creationId="{CFFBFCF2-06A4-3FD2-A525-577F22DFEB7F}"/>
          </ac:spMkLst>
        </pc:spChg>
        <pc:spChg chg="mod">
          <ac:chgData name="Raff, Scott N" userId="72869849-31e1-4535-8811-25fba34f7c11" providerId="ADAL" clId="{9F2C64F9-2912-4B15-A541-D790F8A10E36}" dt="2025-12-16T16:09:10.270" v="29331" actId="1035"/>
          <ac:spMkLst>
            <pc:docMk/>
            <pc:sldMk cId="779843025" sldId="284"/>
            <ac:spMk id="39" creationId="{4D32F931-BFA0-3FFD-9A6D-3EE467B7C7DE}"/>
          </ac:spMkLst>
        </pc:spChg>
        <pc:spChg chg="mod">
          <ac:chgData name="Raff, Scott N" userId="72869849-31e1-4535-8811-25fba34f7c11" providerId="ADAL" clId="{9F2C64F9-2912-4B15-A541-D790F8A10E36}" dt="2025-12-16T16:09:13.536" v="29346" actId="1035"/>
          <ac:spMkLst>
            <pc:docMk/>
            <pc:sldMk cId="779843025" sldId="284"/>
            <ac:spMk id="43" creationId="{12289E8F-6ED5-F716-4D6C-6CCBC6D84225}"/>
          </ac:spMkLst>
        </pc:spChg>
        <pc:spChg chg="mod">
          <ac:chgData name="Raff, Scott N" userId="72869849-31e1-4535-8811-25fba34f7c11" providerId="ADAL" clId="{9F2C64F9-2912-4B15-A541-D790F8A10E36}" dt="2025-12-16T16:09:13.536" v="29346" actId="1035"/>
          <ac:spMkLst>
            <pc:docMk/>
            <pc:sldMk cId="779843025" sldId="284"/>
            <ac:spMk id="51" creationId="{ABEF7B64-8D8D-B533-C609-4423853EF56C}"/>
          </ac:spMkLst>
        </pc:spChg>
        <pc:spChg chg="mod">
          <ac:chgData name="Raff, Scott N" userId="72869849-31e1-4535-8811-25fba34f7c11" providerId="ADAL" clId="{9F2C64F9-2912-4B15-A541-D790F8A10E36}" dt="2025-12-16T16:09:10.270" v="29331" actId="1035"/>
          <ac:spMkLst>
            <pc:docMk/>
            <pc:sldMk cId="779843025" sldId="284"/>
            <ac:spMk id="53" creationId="{F0B78935-F2F4-4E74-565B-AB0559CFAB96}"/>
          </ac:spMkLst>
        </pc:spChg>
        <pc:spChg chg="mod">
          <ac:chgData name="Raff, Scott N" userId="72869849-31e1-4535-8811-25fba34f7c11" providerId="ADAL" clId="{9F2C64F9-2912-4B15-A541-D790F8A10E36}" dt="2025-12-16T16:09:13.536" v="29346" actId="1035"/>
          <ac:spMkLst>
            <pc:docMk/>
            <pc:sldMk cId="779843025" sldId="284"/>
            <ac:spMk id="59" creationId="{1B6FD8A1-5B05-0F60-7A7A-3A36BA018967}"/>
          </ac:spMkLst>
        </pc:spChg>
        <pc:spChg chg="mod">
          <ac:chgData name="Raff, Scott N" userId="72869849-31e1-4535-8811-25fba34f7c11" providerId="ADAL" clId="{9F2C64F9-2912-4B15-A541-D790F8A10E36}" dt="2025-12-16T16:09:13.536" v="29346" actId="1035"/>
          <ac:spMkLst>
            <pc:docMk/>
            <pc:sldMk cId="779843025" sldId="284"/>
            <ac:spMk id="64" creationId="{1AFDD765-037E-75F8-8F01-BE2B8DEA7E18}"/>
          </ac:spMkLst>
        </pc:spChg>
        <pc:spChg chg="mod">
          <ac:chgData name="Raff, Scott N" userId="72869849-31e1-4535-8811-25fba34f7c11" providerId="ADAL" clId="{9F2C64F9-2912-4B15-A541-D790F8A10E36}" dt="2025-12-16T16:09:10.270" v="29331" actId="1035"/>
          <ac:spMkLst>
            <pc:docMk/>
            <pc:sldMk cId="779843025" sldId="284"/>
            <ac:spMk id="67" creationId="{164B2107-852A-F1CC-C17E-AF9632129581}"/>
          </ac:spMkLst>
        </pc:spChg>
        <pc:spChg chg="mod">
          <ac:chgData name="Raff, Scott N" userId="72869849-31e1-4535-8811-25fba34f7c11" providerId="ADAL" clId="{9F2C64F9-2912-4B15-A541-D790F8A10E36}" dt="2025-12-16T16:09:13.536" v="29346" actId="1035"/>
          <ac:spMkLst>
            <pc:docMk/>
            <pc:sldMk cId="779843025" sldId="284"/>
            <ac:spMk id="68" creationId="{305B0C7F-A804-5D5A-2286-C7BB547D2A96}"/>
          </ac:spMkLst>
        </pc:spChg>
        <pc:spChg chg="mod">
          <ac:chgData name="Raff, Scott N" userId="72869849-31e1-4535-8811-25fba34f7c11" providerId="ADAL" clId="{9F2C64F9-2912-4B15-A541-D790F8A10E36}" dt="2025-12-16T16:09:10.270" v="29331" actId="1035"/>
          <ac:spMkLst>
            <pc:docMk/>
            <pc:sldMk cId="779843025" sldId="284"/>
            <ac:spMk id="69" creationId="{682103AE-C648-C1EE-7681-29CAE705EA53}"/>
          </ac:spMkLst>
        </pc:spChg>
        <pc:spChg chg="mod">
          <ac:chgData name="Raff, Scott N" userId="72869849-31e1-4535-8811-25fba34f7c11" providerId="ADAL" clId="{9F2C64F9-2912-4B15-A541-D790F8A10E36}" dt="2025-12-16T16:09:13.536" v="29346" actId="1035"/>
          <ac:spMkLst>
            <pc:docMk/>
            <pc:sldMk cId="779843025" sldId="284"/>
            <ac:spMk id="73" creationId="{D0C3B6D4-1428-A87D-1865-007E01C07E47}"/>
          </ac:spMkLst>
        </pc:spChg>
        <pc:spChg chg="mod">
          <ac:chgData name="Raff, Scott N" userId="72869849-31e1-4535-8811-25fba34f7c11" providerId="ADAL" clId="{9F2C64F9-2912-4B15-A541-D790F8A10E36}" dt="2025-12-16T16:09:10.270" v="29331" actId="1035"/>
          <ac:spMkLst>
            <pc:docMk/>
            <pc:sldMk cId="779843025" sldId="284"/>
            <ac:spMk id="76" creationId="{1A56A9F4-5FC6-AEDE-BFBF-95477CFEB881}"/>
          </ac:spMkLst>
        </pc:spChg>
        <pc:spChg chg="mod">
          <ac:chgData name="Raff, Scott N" userId="72869849-31e1-4535-8811-25fba34f7c11" providerId="ADAL" clId="{9F2C64F9-2912-4B15-A541-D790F8A10E36}" dt="2025-12-16T16:09:10.270" v="29331" actId="1035"/>
          <ac:spMkLst>
            <pc:docMk/>
            <pc:sldMk cId="779843025" sldId="284"/>
            <ac:spMk id="77" creationId="{B43E68DA-7CE0-F34D-AC24-F9A476E9D353}"/>
          </ac:spMkLst>
        </pc:spChg>
        <pc:spChg chg="mod">
          <ac:chgData name="Raff, Scott N" userId="72869849-31e1-4535-8811-25fba34f7c11" providerId="ADAL" clId="{9F2C64F9-2912-4B15-A541-D790F8A10E36}" dt="2025-12-16T16:09:13.536" v="29346" actId="1035"/>
          <ac:spMkLst>
            <pc:docMk/>
            <pc:sldMk cId="779843025" sldId="284"/>
            <ac:spMk id="78" creationId="{0682E833-9264-0276-D578-2EE1130372F6}"/>
          </ac:spMkLst>
        </pc:spChg>
        <pc:spChg chg="mod">
          <ac:chgData name="Raff, Scott N" userId="72869849-31e1-4535-8811-25fba34f7c11" providerId="ADAL" clId="{9F2C64F9-2912-4B15-A541-D790F8A10E36}" dt="2025-12-16T16:09:10.270" v="29331" actId="1035"/>
          <ac:spMkLst>
            <pc:docMk/>
            <pc:sldMk cId="779843025" sldId="284"/>
            <ac:spMk id="79" creationId="{93120CE7-95B2-17EC-B08D-1D395886E862}"/>
          </ac:spMkLst>
        </pc:spChg>
        <pc:spChg chg="mod">
          <ac:chgData name="Raff, Scott N" userId="72869849-31e1-4535-8811-25fba34f7c11" providerId="ADAL" clId="{9F2C64F9-2912-4B15-A541-D790F8A10E36}" dt="2025-12-16T16:09:13.536" v="29346" actId="1035"/>
          <ac:spMkLst>
            <pc:docMk/>
            <pc:sldMk cId="779843025" sldId="284"/>
            <ac:spMk id="88" creationId="{4A5E2F3E-C594-BD37-3075-749EFCBD041A}"/>
          </ac:spMkLst>
        </pc:spChg>
        <pc:spChg chg="mod">
          <ac:chgData name="Raff, Scott N" userId="72869849-31e1-4535-8811-25fba34f7c11" providerId="ADAL" clId="{9F2C64F9-2912-4B15-A541-D790F8A10E36}" dt="2025-12-16T16:09:10.270" v="29331" actId="1035"/>
          <ac:spMkLst>
            <pc:docMk/>
            <pc:sldMk cId="779843025" sldId="284"/>
            <ac:spMk id="94" creationId="{C6432CE9-C422-A9A2-470F-51772A92845B}"/>
          </ac:spMkLst>
        </pc:spChg>
        <pc:grpChg chg="del">
          <ac:chgData name="Raff, Scott N" userId="72869849-31e1-4535-8811-25fba34f7c11" providerId="ADAL" clId="{9F2C64F9-2912-4B15-A541-D790F8A10E36}" dt="2025-12-16T14:56:06.799" v="29195" actId="478"/>
          <ac:grpSpMkLst>
            <pc:docMk/>
            <pc:sldMk cId="779843025" sldId="284"/>
            <ac:grpSpMk id="8" creationId="{788F8E60-F3A3-2730-371E-FB02F6825DEF}"/>
          </ac:grpSpMkLst>
        </pc:grpChg>
        <pc:graphicFrameChg chg="del">
          <ac:chgData name="Raff, Scott N" userId="72869849-31e1-4535-8811-25fba34f7c11" providerId="ADAL" clId="{9F2C64F9-2912-4B15-A541-D790F8A10E36}" dt="2025-12-16T14:56:06.799" v="29195" actId="478"/>
          <ac:graphicFrameMkLst>
            <pc:docMk/>
            <pc:sldMk cId="779843025" sldId="284"/>
            <ac:graphicFrameMk id="7" creationId="{34C48DAD-BFF0-BD1C-352E-3C864D705014}"/>
          </ac:graphicFrameMkLst>
        </pc:graphicFrameChg>
        <pc:cxnChg chg="del">
          <ac:chgData name="Raff, Scott N" userId="72869849-31e1-4535-8811-25fba34f7c11" providerId="ADAL" clId="{9F2C64F9-2912-4B15-A541-D790F8A10E36}" dt="2025-12-16T14:56:06.799" v="29195" actId="478"/>
          <ac:cxnSpMkLst>
            <pc:docMk/>
            <pc:sldMk cId="779843025" sldId="284"/>
            <ac:cxnSpMk id="4" creationId="{914CEB99-9B01-9F42-3CDC-D59E11F95F96}"/>
          </ac:cxnSpMkLst>
        </pc:cxnChg>
      </pc:sldChg>
      <pc:sldChg chg="addSp delSp modSp add del mod">
        <pc:chgData name="Raff, Scott N" userId="72869849-31e1-4535-8811-25fba34f7c11" providerId="ADAL" clId="{9F2C64F9-2912-4B15-A541-D790F8A10E36}" dt="2025-12-16T21:15:23.890" v="29423" actId="47"/>
        <pc:sldMkLst>
          <pc:docMk/>
          <pc:sldMk cId="416227453" sldId="285"/>
        </pc:sldMkLst>
        <pc:spChg chg="mod">
          <ac:chgData name="Raff, Scott N" userId="72869849-31e1-4535-8811-25fba34f7c11" providerId="ADAL" clId="{9F2C64F9-2912-4B15-A541-D790F8A10E36}" dt="2025-12-16T14:56:47.187" v="29208"/>
          <ac:spMkLst>
            <pc:docMk/>
            <pc:sldMk cId="416227453" sldId="285"/>
            <ac:spMk id="2" creationId="{6459F6BE-9554-4C2F-5C89-C5A9C1BA1E19}"/>
          </ac:spMkLst>
        </pc:spChg>
        <pc:spChg chg="del">
          <ac:chgData name="Raff, Scott N" userId="72869849-31e1-4535-8811-25fba34f7c11" providerId="ADAL" clId="{9F2C64F9-2912-4B15-A541-D790F8A10E36}" dt="2025-12-16T14:56:33.775" v="29206" actId="478"/>
          <ac:spMkLst>
            <pc:docMk/>
            <pc:sldMk cId="416227453" sldId="285"/>
            <ac:spMk id="3" creationId="{8FA374D5-B95D-586A-58C3-1DBD5CC2A33E}"/>
          </ac:spMkLst>
        </pc:spChg>
        <pc:spChg chg="del">
          <ac:chgData name="Raff, Scott N" userId="72869849-31e1-4535-8811-25fba34f7c11" providerId="ADAL" clId="{9F2C64F9-2912-4B15-A541-D790F8A10E36}" dt="2025-12-16T14:56:33.775" v="29206" actId="478"/>
          <ac:spMkLst>
            <pc:docMk/>
            <pc:sldMk cId="416227453" sldId="285"/>
            <ac:spMk id="5" creationId="{A617FFDB-1697-2B54-F69B-E2F91241B203}"/>
          </ac:spMkLst>
        </pc:spChg>
        <pc:spChg chg="add mod">
          <ac:chgData name="Raff, Scott N" userId="72869849-31e1-4535-8811-25fba34f7c11" providerId="ADAL" clId="{9F2C64F9-2912-4B15-A541-D790F8A10E36}" dt="2025-12-16T16:09:20.849" v="29361" actId="1035"/>
          <ac:spMkLst>
            <pc:docMk/>
            <pc:sldMk cId="416227453" sldId="285"/>
            <ac:spMk id="10" creationId="{AB823951-E014-F965-D17B-4AF359113BBD}"/>
          </ac:spMkLst>
        </pc:spChg>
        <pc:spChg chg="mod">
          <ac:chgData name="Raff, Scott N" userId="72869849-31e1-4535-8811-25fba34f7c11" providerId="ADAL" clId="{9F2C64F9-2912-4B15-A541-D790F8A10E36}" dt="2025-12-16T16:09:20.849" v="29361" actId="1035"/>
          <ac:spMkLst>
            <pc:docMk/>
            <pc:sldMk cId="416227453" sldId="285"/>
            <ac:spMk id="13" creationId="{4A24315E-C3F6-A98E-DA27-D2F9EC2E0054}"/>
          </ac:spMkLst>
        </pc:spChg>
        <pc:spChg chg="mod">
          <ac:chgData name="Raff, Scott N" userId="72869849-31e1-4535-8811-25fba34f7c11" providerId="ADAL" clId="{9F2C64F9-2912-4B15-A541-D790F8A10E36}" dt="2025-12-16T16:09:20.849" v="29361" actId="1035"/>
          <ac:spMkLst>
            <pc:docMk/>
            <pc:sldMk cId="416227453" sldId="285"/>
            <ac:spMk id="22" creationId="{369CC667-5D5C-D6ED-508C-4D761884C82D}"/>
          </ac:spMkLst>
        </pc:spChg>
        <pc:spChg chg="del">
          <ac:chgData name="Raff, Scott N" userId="72869849-31e1-4535-8811-25fba34f7c11" providerId="ADAL" clId="{9F2C64F9-2912-4B15-A541-D790F8A10E36}" dt="2025-12-16T14:56:33.775" v="29206" actId="478"/>
          <ac:spMkLst>
            <pc:docMk/>
            <pc:sldMk cId="416227453" sldId="285"/>
            <ac:spMk id="28" creationId="{67C5593F-D719-DD2E-C299-025044F7A6D0}"/>
          </ac:spMkLst>
        </pc:spChg>
        <pc:spChg chg="del">
          <ac:chgData name="Raff, Scott N" userId="72869849-31e1-4535-8811-25fba34f7c11" providerId="ADAL" clId="{9F2C64F9-2912-4B15-A541-D790F8A10E36}" dt="2025-12-16T14:56:33.775" v="29206" actId="478"/>
          <ac:spMkLst>
            <pc:docMk/>
            <pc:sldMk cId="416227453" sldId="285"/>
            <ac:spMk id="35" creationId="{1672569F-C943-BE1F-8DD9-D9F0783F4B5C}"/>
          </ac:spMkLst>
        </pc:spChg>
        <pc:spChg chg="del">
          <ac:chgData name="Raff, Scott N" userId="72869849-31e1-4535-8811-25fba34f7c11" providerId="ADAL" clId="{9F2C64F9-2912-4B15-A541-D790F8A10E36}" dt="2025-12-16T14:56:33.775" v="29206" actId="478"/>
          <ac:spMkLst>
            <pc:docMk/>
            <pc:sldMk cId="416227453" sldId="285"/>
            <ac:spMk id="37" creationId="{F7206756-6E89-4C78-6A10-CE8B6ADCF98B}"/>
          </ac:spMkLst>
        </pc:spChg>
        <pc:spChg chg="del">
          <ac:chgData name="Raff, Scott N" userId="72869849-31e1-4535-8811-25fba34f7c11" providerId="ADAL" clId="{9F2C64F9-2912-4B15-A541-D790F8A10E36}" dt="2025-12-16T14:56:33.775" v="29206" actId="478"/>
          <ac:spMkLst>
            <pc:docMk/>
            <pc:sldMk cId="416227453" sldId="285"/>
            <ac:spMk id="38" creationId="{D0915AFC-E608-F54F-CBF2-DADAD38D2500}"/>
          </ac:spMkLst>
        </pc:spChg>
        <pc:spChg chg="del">
          <ac:chgData name="Raff, Scott N" userId="72869849-31e1-4535-8811-25fba34f7c11" providerId="ADAL" clId="{9F2C64F9-2912-4B15-A541-D790F8A10E36}" dt="2025-12-16T14:56:33.775" v="29206" actId="478"/>
          <ac:spMkLst>
            <pc:docMk/>
            <pc:sldMk cId="416227453" sldId="285"/>
            <ac:spMk id="39" creationId="{B2D54C1D-A93F-3EF4-4764-0656DBD08F2F}"/>
          </ac:spMkLst>
        </pc:spChg>
        <pc:spChg chg="del">
          <ac:chgData name="Raff, Scott N" userId="72869849-31e1-4535-8811-25fba34f7c11" providerId="ADAL" clId="{9F2C64F9-2912-4B15-A541-D790F8A10E36}" dt="2025-12-16T14:56:33.775" v="29206" actId="478"/>
          <ac:spMkLst>
            <pc:docMk/>
            <pc:sldMk cId="416227453" sldId="285"/>
            <ac:spMk id="40" creationId="{6F72EA6E-CD2C-76AE-C6E1-B3DC6792DA2F}"/>
          </ac:spMkLst>
        </pc:spChg>
        <pc:spChg chg="del">
          <ac:chgData name="Raff, Scott N" userId="72869849-31e1-4535-8811-25fba34f7c11" providerId="ADAL" clId="{9F2C64F9-2912-4B15-A541-D790F8A10E36}" dt="2025-12-16T14:56:33.775" v="29206" actId="478"/>
          <ac:spMkLst>
            <pc:docMk/>
            <pc:sldMk cId="416227453" sldId="285"/>
            <ac:spMk id="41" creationId="{6D716099-0B5C-E979-C11F-A152FBBE6ECA}"/>
          </ac:spMkLst>
        </pc:spChg>
        <pc:spChg chg="del">
          <ac:chgData name="Raff, Scott N" userId="72869849-31e1-4535-8811-25fba34f7c11" providerId="ADAL" clId="{9F2C64F9-2912-4B15-A541-D790F8A10E36}" dt="2025-12-16T14:56:33.775" v="29206" actId="478"/>
          <ac:spMkLst>
            <pc:docMk/>
            <pc:sldMk cId="416227453" sldId="285"/>
            <ac:spMk id="91" creationId="{EDE657DD-7DCD-9419-03FB-CA128D0ACFBF}"/>
          </ac:spMkLst>
        </pc:spChg>
        <pc:spChg chg="mod">
          <ac:chgData name="Raff, Scott N" userId="72869849-31e1-4535-8811-25fba34f7c11" providerId="ADAL" clId="{9F2C64F9-2912-4B15-A541-D790F8A10E36}" dt="2025-12-16T16:09:20.849" v="29361" actId="1035"/>
          <ac:spMkLst>
            <pc:docMk/>
            <pc:sldMk cId="416227453" sldId="285"/>
            <ac:spMk id="96" creationId="{5E82AFEA-CB34-14FC-47C4-EB77A3F8FB57}"/>
          </ac:spMkLst>
        </pc:spChg>
        <pc:spChg chg="mod">
          <ac:chgData name="Raff, Scott N" userId="72869849-31e1-4535-8811-25fba34f7c11" providerId="ADAL" clId="{9F2C64F9-2912-4B15-A541-D790F8A10E36}" dt="2025-12-16T16:09:20.849" v="29361" actId="1035"/>
          <ac:spMkLst>
            <pc:docMk/>
            <pc:sldMk cId="416227453" sldId="285"/>
            <ac:spMk id="101" creationId="{B70D1EFD-7306-1179-813B-8A2B5CBDBC85}"/>
          </ac:spMkLst>
        </pc:spChg>
        <pc:spChg chg="mod">
          <ac:chgData name="Raff, Scott N" userId="72869849-31e1-4535-8811-25fba34f7c11" providerId="ADAL" clId="{9F2C64F9-2912-4B15-A541-D790F8A10E36}" dt="2025-12-16T16:09:20.849" v="29361" actId="1035"/>
          <ac:spMkLst>
            <pc:docMk/>
            <pc:sldMk cId="416227453" sldId="285"/>
            <ac:spMk id="104" creationId="{B29337F8-93A8-AA4A-3B54-D86B84086BA6}"/>
          </ac:spMkLst>
        </pc:spChg>
        <pc:spChg chg="mod">
          <ac:chgData name="Raff, Scott N" userId="72869849-31e1-4535-8811-25fba34f7c11" providerId="ADAL" clId="{9F2C64F9-2912-4B15-A541-D790F8A10E36}" dt="2025-12-16T16:09:20.849" v="29361" actId="1035"/>
          <ac:spMkLst>
            <pc:docMk/>
            <pc:sldMk cId="416227453" sldId="285"/>
            <ac:spMk id="105" creationId="{6682E53F-9DCD-FFC2-1721-002CB36798B9}"/>
          </ac:spMkLst>
        </pc:spChg>
        <pc:spChg chg="mod">
          <ac:chgData name="Raff, Scott N" userId="72869849-31e1-4535-8811-25fba34f7c11" providerId="ADAL" clId="{9F2C64F9-2912-4B15-A541-D790F8A10E36}" dt="2025-12-16T16:09:20.849" v="29361" actId="1035"/>
          <ac:spMkLst>
            <pc:docMk/>
            <pc:sldMk cId="416227453" sldId="285"/>
            <ac:spMk id="111" creationId="{4F16FCA4-00A4-06BD-DFC5-2DD0CD3577CC}"/>
          </ac:spMkLst>
        </pc:spChg>
        <pc:spChg chg="mod">
          <ac:chgData name="Raff, Scott N" userId="72869849-31e1-4535-8811-25fba34f7c11" providerId="ADAL" clId="{9F2C64F9-2912-4B15-A541-D790F8A10E36}" dt="2025-12-16T16:09:20.849" v="29361" actId="1035"/>
          <ac:spMkLst>
            <pc:docMk/>
            <pc:sldMk cId="416227453" sldId="285"/>
            <ac:spMk id="126" creationId="{43F45CE6-AEE5-F518-3CC6-FEC2B2B4C706}"/>
          </ac:spMkLst>
        </pc:spChg>
        <pc:spChg chg="mod">
          <ac:chgData name="Raff, Scott N" userId="72869849-31e1-4535-8811-25fba34f7c11" providerId="ADAL" clId="{9F2C64F9-2912-4B15-A541-D790F8A10E36}" dt="2025-12-16T16:09:20.849" v="29361" actId="1035"/>
          <ac:spMkLst>
            <pc:docMk/>
            <pc:sldMk cId="416227453" sldId="285"/>
            <ac:spMk id="130" creationId="{144BEB01-531E-4F62-AE3B-2C39F40B6F5F}"/>
          </ac:spMkLst>
        </pc:spChg>
      </pc:sldChg>
      <pc:sldChg chg="addSp delSp modSp add del mod">
        <pc:chgData name="Raff, Scott N" userId="72869849-31e1-4535-8811-25fba34f7c11" providerId="ADAL" clId="{9F2C64F9-2912-4B15-A541-D790F8A10E36}" dt="2025-12-16T21:15:24.606" v="29424" actId="47"/>
        <pc:sldMkLst>
          <pc:docMk/>
          <pc:sldMk cId="1711468126" sldId="286"/>
        </pc:sldMkLst>
        <pc:spChg chg="mod">
          <ac:chgData name="Raff, Scott N" userId="72869849-31e1-4535-8811-25fba34f7c11" providerId="ADAL" clId="{9F2C64F9-2912-4B15-A541-D790F8A10E36}" dt="2025-12-16T14:57:22.762" v="29229"/>
          <ac:spMkLst>
            <pc:docMk/>
            <pc:sldMk cId="1711468126" sldId="286"/>
            <ac:spMk id="2" creationId="{26538D5D-5563-BCA4-CAFA-170276EDDE74}"/>
          </ac:spMkLst>
        </pc:spChg>
        <pc:spChg chg="del">
          <ac:chgData name="Raff, Scott N" userId="72869849-31e1-4535-8811-25fba34f7c11" providerId="ADAL" clId="{9F2C64F9-2912-4B15-A541-D790F8A10E36}" dt="2025-12-16T14:57:17.266" v="29227" actId="478"/>
          <ac:spMkLst>
            <pc:docMk/>
            <pc:sldMk cId="1711468126" sldId="286"/>
            <ac:spMk id="4" creationId="{478D2532-6A21-BBEE-858D-C0D06B3451E0}"/>
          </ac:spMkLst>
        </pc:spChg>
        <pc:spChg chg="del">
          <ac:chgData name="Raff, Scott N" userId="72869849-31e1-4535-8811-25fba34f7c11" providerId="ADAL" clId="{9F2C64F9-2912-4B15-A541-D790F8A10E36}" dt="2025-12-16T14:57:17.266" v="29227" actId="478"/>
          <ac:spMkLst>
            <pc:docMk/>
            <pc:sldMk cId="1711468126" sldId="286"/>
            <ac:spMk id="8" creationId="{D93A6CD2-26EF-C79D-6BA5-201D220E2F03}"/>
          </ac:spMkLst>
        </pc:spChg>
        <pc:spChg chg="del">
          <ac:chgData name="Raff, Scott N" userId="72869849-31e1-4535-8811-25fba34f7c11" providerId="ADAL" clId="{9F2C64F9-2912-4B15-A541-D790F8A10E36}" dt="2025-12-16T14:57:17.266" v="29227" actId="478"/>
          <ac:spMkLst>
            <pc:docMk/>
            <pc:sldMk cId="1711468126" sldId="286"/>
            <ac:spMk id="9" creationId="{CD526739-9A13-5018-67C2-5D3CB3793167}"/>
          </ac:spMkLst>
        </pc:spChg>
        <pc:spChg chg="del">
          <ac:chgData name="Raff, Scott N" userId="72869849-31e1-4535-8811-25fba34f7c11" providerId="ADAL" clId="{9F2C64F9-2912-4B15-A541-D790F8A10E36}" dt="2025-12-16T14:57:17.266" v="29227" actId="478"/>
          <ac:spMkLst>
            <pc:docMk/>
            <pc:sldMk cId="1711468126" sldId="286"/>
            <ac:spMk id="10" creationId="{734CFEA2-ECD6-DE61-532D-F636C8B92567}"/>
          </ac:spMkLst>
        </pc:spChg>
        <pc:spChg chg="add mod">
          <ac:chgData name="Raff, Scott N" userId="72869849-31e1-4535-8811-25fba34f7c11" providerId="ADAL" clId="{9F2C64F9-2912-4B15-A541-D790F8A10E36}" dt="2025-12-16T16:10:23.409" v="29417" actId="1035"/>
          <ac:spMkLst>
            <pc:docMk/>
            <pc:sldMk cId="1711468126" sldId="286"/>
            <ac:spMk id="29" creationId="{D8FED651-48DF-82B7-2CDB-2A54781CCE91}"/>
          </ac:spMkLst>
        </pc:spChg>
        <pc:spChg chg="mod">
          <ac:chgData name="Raff, Scott N" userId="72869849-31e1-4535-8811-25fba34f7c11" providerId="ADAL" clId="{9F2C64F9-2912-4B15-A541-D790F8A10E36}" dt="2025-12-16T16:10:23.409" v="29417" actId="1035"/>
          <ac:spMkLst>
            <pc:docMk/>
            <pc:sldMk cId="1711468126" sldId="286"/>
            <ac:spMk id="34" creationId="{D60178F5-F7E6-F9C3-80AB-3EE9E752E85F}"/>
          </ac:spMkLst>
        </pc:spChg>
        <pc:spChg chg="mod">
          <ac:chgData name="Raff, Scott N" userId="72869849-31e1-4535-8811-25fba34f7c11" providerId="ADAL" clId="{9F2C64F9-2912-4B15-A541-D790F8A10E36}" dt="2025-12-16T16:10:23.409" v="29417" actId="1035"/>
          <ac:spMkLst>
            <pc:docMk/>
            <pc:sldMk cId="1711468126" sldId="286"/>
            <ac:spMk id="41" creationId="{4E1D30E2-AA79-6E72-ADF3-7A95D3555567}"/>
          </ac:spMkLst>
        </pc:spChg>
        <pc:spChg chg="mod">
          <ac:chgData name="Raff, Scott N" userId="72869849-31e1-4535-8811-25fba34f7c11" providerId="ADAL" clId="{9F2C64F9-2912-4B15-A541-D790F8A10E36}" dt="2025-12-16T14:57:39.162" v="29238" actId="1035"/>
          <ac:spMkLst>
            <pc:docMk/>
            <pc:sldMk cId="1711468126" sldId="286"/>
            <ac:spMk id="42" creationId="{D4C286AA-A6AE-1CBD-A348-685580D6E875}"/>
          </ac:spMkLst>
        </pc:spChg>
        <pc:spChg chg="mod">
          <ac:chgData name="Raff, Scott N" userId="72869849-31e1-4535-8811-25fba34f7c11" providerId="ADAL" clId="{9F2C64F9-2912-4B15-A541-D790F8A10E36}" dt="2025-12-16T16:10:23.409" v="29417" actId="1035"/>
          <ac:spMkLst>
            <pc:docMk/>
            <pc:sldMk cId="1711468126" sldId="286"/>
            <ac:spMk id="45" creationId="{0030F0AB-4C93-8243-2C2E-B17B4B94EACA}"/>
          </ac:spMkLst>
        </pc:spChg>
        <pc:spChg chg="mod">
          <ac:chgData name="Raff, Scott N" userId="72869849-31e1-4535-8811-25fba34f7c11" providerId="ADAL" clId="{9F2C64F9-2912-4B15-A541-D790F8A10E36}" dt="2025-12-16T14:57:39.162" v="29238" actId="1035"/>
          <ac:spMkLst>
            <pc:docMk/>
            <pc:sldMk cId="1711468126" sldId="286"/>
            <ac:spMk id="49" creationId="{CAB50730-332D-9132-C2C5-03CBA883C938}"/>
          </ac:spMkLst>
        </pc:spChg>
        <pc:spChg chg="mod">
          <ac:chgData name="Raff, Scott N" userId="72869849-31e1-4535-8811-25fba34f7c11" providerId="ADAL" clId="{9F2C64F9-2912-4B15-A541-D790F8A10E36}" dt="2025-12-16T16:10:23.409" v="29417" actId="1035"/>
          <ac:spMkLst>
            <pc:docMk/>
            <pc:sldMk cId="1711468126" sldId="286"/>
            <ac:spMk id="51" creationId="{98ACD968-1643-788C-7A2E-01230F5F41CB}"/>
          </ac:spMkLst>
        </pc:spChg>
        <pc:spChg chg="mod">
          <ac:chgData name="Raff, Scott N" userId="72869849-31e1-4535-8811-25fba34f7c11" providerId="ADAL" clId="{9F2C64F9-2912-4B15-A541-D790F8A10E36}" dt="2025-12-16T16:10:23.409" v="29417" actId="1035"/>
          <ac:spMkLst>
            <pc:docMk/>
            <pc:sldMk cId="1711468126" sldId="286"/>
            <ac:spMk id="54" creationId="{5344ABF9-C42E-0516-BD48-6327D83CB7A2}"/>
          </ac:spMkLst>
        </pc:spChg>
        <pc:spChg chg="mod">
          <ac:chgData name="Raff, Scott N" userId="72869849-31e1-4535-8811-25fba34f7c11" providerId="ADAL" clId="{9F2C64F9-2912-4B15-A541-D790F8A10E36}" dt="2025-12-16T16:10:23.409" v="29417" actId="1035"/>
          <ac:spMkLst>
            <pc:docMk/>
            <pc:sldMk cId="1711468126" sldId="286"/>
            <ac:spMk id="57" creationId="{F206C9F9-845D-55C3-75D2-3D98628C44E7}"/>
          </ac:spMkLst>
        </pc:spChg>
        <pc:spChg chg="mod">
          <ac:chgData name="Raff, Scott N" userId="72869849-31e1-4535-8811-25fba34f7c11" providerId="ADAL" clId="{9F2C64F9-2912-4B15-A541-D790F8A10E36}" dt="2025-12-16T14:57:39.162" v="29238" actId="1035"/>
          <ac:spMkLst>
            <pc:docMk/>
            <pc:sldMk cId="1711468126" sldId="286"/>
            <ac:spMk id="65" creationId="{96F0257C-EB11-953E-B6DF-D54E5C330B93}"/>
          </ac:spMkLst>
        </pc:spChg>
        <pc:spChg chg="mod">
          <ac:chgData name="Raff, Scott N" userId="72869849-31e1-4535-8811-25fba34f7c11" providerId="ADAL" clId="{9F2C64F9-2912-4B15-A541-D790F8A10E36}" dt="2025-12-16T16:10:23.409" v="29417" actId="1035"/>
          <ac:spMkLst>
            <pc:docMk/>
            <pc:sldMk cId="1711468126" sldId="286"/>
            <ac:spMk id="69" creationId="{F3A69F45-E63C-DC48-9B99-E6D1C1BA0BD5}"/>
          </ac:spMkLst>
        </pc:spChg>
        <pc:spChg chg="mod">
          <ac:chgData name="Raff, Scott N" userId="72869849-31e1-4535-8811-25fba34f7c11" providerId="ADAL" clId="{9F2C64F9-2912-4B15-A541-D790F8A10E36}" dt="2025-12-16T16:10:23.409" v="29417" actId="1035"/>
          <ac:spMkLst>
            <pc:docMk/>
            <pc:sldMk cId="1711468126" sldId="286"/>
            <ac:spMk id="74" creationId="{32B6612A-C427-FF78-1394-B03AFDDF275D}"/>
          </ac:spMkLst>
        </pc:spChg>
        <pc:spChg chg="add mod">
          <ac:chgData name="Raff, Scott N" userId="72869849-31e1-4535-8811-25fba34f7c11" providerId="ADAL" clId="{9F2C64F9-2912-4B15-A541-D790F8A10E36}" dt="2025-12-16T16:10:23.409" v="29417" actId="1035"/>
          <ac:spMkLst>
            <pc:docMk/>
            <pc:sldMk cId="1711468126" sldId="286"/>
            <ac:spMk id="93" creationId="{A83D8A48-2502-017B-7531-823383F03C23}"/>
          </ac:spMkLst>
        </pc:spChg>
        <pc:spChg chg="del">
          <ac:chgData name="Raff, Scott N" userId="72869849-31e1-4535-8811-25fba34f7c11" providerId="ADAL" clId="{9F2C64F9-2912-4B15-A541-D790F8A10E36}" dt="2025-12-16T14:57:17.266" v="29227" actId="478"/>
          <ac:spMkLst>
            <pc:docMk/>
            <pc:sldMk cId="1711468126" sldId="286"/>
            <ac:spMk id="128" creationId="{928F9D65-0A54-488F-7416-4DC0C7200D3E}"/>
          </ac:spMkLst>
        </pc:spChg>
        <pc:spChg chg="del">
          <ac:chgData name="Raff, Scott N" userId="72869849-31e1-4535-8811-25fba34f7c11" providerId="ADAL" clId="{9F2C64F9-2912-4B15-A541-D790F8A10E36}" dt="2025-12-16T14:57:17.266" v="29227" actId="478"/>
          <ac:spMkLst>
            <pc:docMk/>
            <pc:sldMk cId="1711468126" sldId="286"/>
            <ac:spMk id="133" creationId="{93466B1B-36E8-3D46-BE68-DFFFB4040859}"/>
          </ac:spMkLst>
        </pc:spChg>
        <pc:spChg chg="del">
          <ac:chgData name="Raff, Scott N" userId="72869849-31e1-4535-8811-25fba34f7c11" providerId="ADAL" clId="{9F2C64F9-2912-4B15-A541-D790F8A10E36}" dt="2025-12-16T14:57:17.266" v="29227" actId="478"/>
          <ac:spMkLst>
            <pc:docMk/>
            <pc:sldMk cId="1711468126" sldId="286"/>
            <ac:spMk id="140" creationId="{C297C20D-B760-AEF2-2A8A-7BC6C732D52C}"/>
          </ac:spMkLst>
        </pc:spChg>
        <pc:spChg chg="del">
          <ac:chgData name="Raff, Scott N" userId="72869849-31e1-4535-8811-25fba34f7c11" providerId="ADAL" clId="{9F2C64F9-2912-4B15-A541-D790F8A10E36}" dt="2025-12-16T14:57:17.266" v="29227" actId="478"/>
          <ac:spMkLst>
            <pc:docMk/>
            <pc:sldMk cId="1711468126" sldId="286"/>
            <ac:spMk id="141" creationId="{7228A172-9111-DCD9-5431-EC68A65B5333}"/>
          </ac:spMkLst>
        </pc:spChg>
        <pc:spChg chg="del">
          <ac:chgData name="Raff, Scott N" userId="72869849-31e1-4535-8811-25fba34f7c11" providerId="ADAL" clId="{9F2C64F9-2912-4B15-A541-D790F8A10E36}" dt="2025-12-16T14:57:17.266" v="29227" actId="478"/>
          <ac:spMkLst>
            <pc:docMk/>
            <pc:sldMk cId="1711468126" sldId="286"/>
            <ac:spMk id="142" creationId="{861BE706-A5E4-A3F0-ACA3-97DC0310E532}"/>
          </ac:spMkLst>
        </pc:spChg>
        <pc:spChg chg="del">
          <ac:chgData name="Raff, Scott N" userId="72869849-31e1-4535-8811-25fba34f7c11" providerId="ADAL" clId="{9F2C64F9-2912-4B15-A541-D790F8A10E36}" dt="2025-12-16T14:57:17.266" v="29227" actId="478"/>
          <ac:spMkLst>
            <pc:docMk/>
            <pc:sldMk cId="1711468126" sldId="286"/>
            <ac:spMk id="143" creationId="{FAD33CD0-D9E8-7CB0-A7E1-A0554BCF7D1E}"/>
          </ac:spMkLst>
        </pc:spChg>
      </pc:sldChg>
      <pc:sldChg chg="del">
        <pc:chgData name="Raff, Scott N" userId="72869849-31e1-4535-8811-25fba34f7c11" providerId="ADAL" clId="{9F2C64F9-2912-4B15-A541-D790F8A10E36}" dt="2025-12-16T14:53:52.622" v="29152" actId="47"/>
        <pc:sldMkLst>
          <pc:docMk/>
          <pc:sldMk cId="2421636009" sldId="454"/>
        </pc:sldMkLst>
      </pc:sldChg>
      <pc:sldChg chg="del">
        <pc:chgData name="Raff, Scott N" userId="72869849-31e1-4535-8811-25fba34f7c11" providerId="ADAL" clId="{9F2C64F9-2912-4B15-A541-D790F8A10E36}" dt="2025-12-16T14:54:25.556" v="29170" actId="47"/>
        <pc:sldMkLst>
          <pc:docMk/>
          <pc:sldMk cId="1558459364" sldId="2147471376"/>
        </pc:sldMkLst>
      </pc:sldChg>
      <pc:sldChg chg="del">
        <pc:chgData name="Raff, Scott N" userId="72869849-31e1-4535-8811-25fba34f7c11" providerId="ADAL" clId="{9F2C64F9-2912-4B15-A541-D790F8A10E36}" dt="2025-12-16T14:55:59.961" v="29193" actId="47"/>
        <pc:sldMkLst>
          <pc:docMk/>
          <pc:sldMk cId="1429292821" sldId="2147471377"/>
        </pc:sldMkLst>
      </pc:sldChg>
      <pc:sldChg chg="del">
        <pc:chgData name="Raff, Scott N" userId="72869849-31e1-4535-8811-25fba34f7c11" providerId="ADAL" clId="{9F2C64F9-2912-4B15-A541-D790F8A10E36}" dt="2025-12-16T14:56:22.780" v="29204" actId="47"/>
        <pc:sldMkLst>
          <pc:docMk/>
          <pc:sldMk cId="1370575434" sldId="2147471379"/>
        </pc:sldMkLst>
      </pc:sldChg>
      <pc:sldChg chg="del">
        <pc:chgData name="Raff, Scott N" userId="72869849-31e1-4535-8811-25fba34f7c11" providerId="ADAL" clId="{9F2C64F9-2912-4B15-A541-D790F8A10E36}" dt="2025-12-16T14:57:44.904" v="29239" actId="47"/>
        <pc:sldMkLst>
          <pc:docMk/>
          <pc:sldMk cId="1524100121" sldId="2147471414"/>
        </pc:sldMkLst>
      </pc:sldChg>
      <pc:sldChg chg="del">
        <pc:chgData name="Raff, Scott N" userId="72869849-31e1-4535-8811-25fba34f7c11" providerId="ADAL" clId="{9F2C64F9-2912-4B15-A541-D790F8A10E36}" dt="2025-12-16T14:57:11.893" v="29225" actId="47"/>
        <pc:sldMkLst>
          <pc:docMk/>
          <pc:sldMk cId="1027720369" sldId="2147471415"/>
        </pc:sldMkLst>
      </pc:sldChg>
      <pc:sldChg chg="addSp modSp add mod ord">
        <pc:chgData name="Raff, Scott N" userId="72869849-31e1-4535-8811-25fba34f7c11" providerId="ADAL" clId="{9F2C64F9-2912-4B15-A541-D790F8A10E36}" dt="2025-12-16T14:44:21.052" v="28957" actId="113"/>
        <pc:sldMkLst>
          <pc:docMk/>
          <pc:sldMk cId="3678271063" sldId="2147481215"/>
        </pc:sldMkLst>
        <pc:spChg chg="mod">
          <ac:chgData name="Raff, Scott N" userId="72869849-31e1-4535-8811-25fba34f7c11" providerId="ADAL" clId="{9F2C64F9-2912-4B15-A541-D790F8A10E36}" dt="2025-12-16T14:44:21.052" v="28957" actId="113"/>
          <ac:spMkLst>
            <pc:docMk/>
            <pc:sldMk cId="3678271063" sldId="2147481215"/>
            <ac:spMk id="2" creationId="{4F887FCE-B79B-1326-2479-5A73C33F4E73}"/>
          </ac:spMkLst>
        </pc:spChg>
        <pc:spChg chg="mod">
          <ac:chgData name="Raff, Scott N" userId="72869849-31e1-4535-8811-25fba34f7c11" providerId="ADAL" clId="{9F2C64F9-2912-4B15-A541-D790F8A10E36}" dt="2025-12-15T18:37:18.374" v="24473" actId="164"/>
          <ac:spMkLst>
            <pc:docMk/>
            <pc:sldMk cId="3678271063" sldId="2147481215"/>
            <ac:spMk id="3" creationId="{71DC08B7-9C45-347D-D4F7-93B5FF126421}"/>
          </ac:spMkLst>
        </pc:spChg>
        <pc:spChg chg="mod">
          <ac:chgData name="Raff, Scott N" userId="72869849-31e1-4535-8811-25fba34f7c11" providerId="ADAL" clId="{9F2C64F9-2912-4B15-A541-D790F8A10E36}" dt="2025-12-15T18:38:11.725" v="24511" actId="164"/>
          <ac:spMkLst>
            <pc:docMk/>
            <pc:sldMk cId="3678271063" sldId="2147481215"/>
            <ac:spMk id="4" creationId="{0E0758B7-442D-2727-F68E-D854BA4F0376}"/>
          </ac:spMkLst>
        </pc:spChg>
        <pc:spChg chg="mod">
          <ac:chgData name="Raff, Scott N" userId="72869849-31e1-4535-8811-25fba34f7c11" providerId="ADAL" clId="{9F2C64F9-2912-4B15-A541-D790F8A10E36}" dt="2025-12-15T18:40:44.918" v="24523" actId="20577"/>
          <ac:spMkLst>
            <pc:docMk/>
            <pc:sldMk cId="3678271063" sldId="2147481215"/>
            <ac:spMk id="6" creationId="{C83F9844-B9F1-94C6-4A25-81F2D3EA2F0F}"/>
          </ac:spMkLst>
        </pc:spChg>
        <pc:spChg chg="mod">
          <ac:chgData name="Raff, Scott N" userId="72869849-31e1-4535-8811-25fba34f7c11" providerId="ADAL" clId="{9F2C64F9-2912-4B15-A541-D790F8A10E36}" dt="2025-12-15T18:37:18.374" v="24473" actId="164"/>
          <ac:spMkLst>
            <pc:docMk/>
            <pc:sldMk cId="3678271063" sldId="2147481215"/>
            <ac:spMk id="8" creationId="{7A96DDF4-DCDB-85C5-101E-E613A49E9E18}"/>
          </ac:spMkLst>
        </pc:spChg>
        <pc:spChg chg="mod">
          <ac:chgData name="Raff, Scott N" userId="72869849-31e1-4535-8811-25fba34f7c11" providerId="ADAL" clId="{9F2C64F9-2912-4B15-A541-D790F8A10E36}" dt="2025-12-15T18:37:18.374" v="24473" actId="164"/>
          <ac:spMkLst>
            <pc:docMk/>
            <pc:sldMk cId="3678271063" sldId="2147481215"/>
            <ac:spMk id="10" creationId="{D6C94E24-F536-F895-1383-04B6B44D4846}"/>
          </ac:spMkLst>
        </pc:spChg>
        <pc:spChg chg="mod">
          <ac:chgData name="Raff, Scott N" userId="72869849-31e1-4535-8811-25fba34f7c11" providerId="ADAL" clId="{9F2C64F9-2912-4B15-A541-D790F8A10E36}" dt="2025-12-15T18:38:11.725" v="24511" actId="164"/>
          <ac:spMkLst>
            <pc:docMk/>
            <pc:sldMk cId="3678271063" sldId="2147481215"/>
            <ac:spMk id="14" creationId="{2B8332FE-C319-41B0-D384-FADDA11894B9}"/>
          </ac:spMkLst>
        </pc:spChg>
        <pc:spChg chg="mod">
          <ac:chgData name="Raff, Scott N" userId="72869849-31e1-4535-8811-25fba34f7c11" providerId="ADAL" clId="{9F2C64F9-2912-4B15-A541-D790F8A10E36}" dt="2025-12-15T18:38:11.725" v="24511" actId="164"/>
          <ac:spMkLst>
            <pc:docMk/>
            <pc:sldMk cId="3678271063" sldId="2147481215"/>
            <ac:spMk id="16" creationId="{31C3E545-AA64-034A-0768-7EEAE6054BC2}"/>
          </ac:spMkLst>
        </pc:spChg>
        <pc:spChg chg="mod">
          <ac:chgData name="Raff, Scott N" userId="72869849-31e1-4535-8811-25fba34f7c11" providerId="ADAL" clId="{9F2C64F9-2912-4B15-A541-D790F8A10E36}" dt="2025-12-15T18:38:11.725" v="24511" actId="164"/>
          <ac:spMkLst>
            <pc:docMk/>
            <pc:sldMk cId="3678271063" sldId="2147481215"/>
            <ac:spMk id="19" creationId="{DDC3D53E-396E-BACE-7329-1D90B3693811}"/>
          </ac:spMkLst>
        </pc:spChg>
        <pc:spChg chg="mod">
          <ac:chgData name="Raff, Scott N" userId="72869849-31e1-4535-8811-25fba34f7c11" providerId="ADAL" clId="{9F2C64F9-2912-4B15-A541-D790F8A10E36}" dt="2025-12-15T18:38:11.725" v="24511" actId="164"/>
          <ac:spMkLst>
            <pc:docMk/>
            <pc:sldMk cId="3678271063" sldId="2147481215"/>
            <ac:spMk id="24" creationId="{8211ED64-A0FB-8A82-C731-24FB6B896D50}"/>
          </ac:spMkLst>
        </pc:spChg>
        <pc:spChg chg="mod">
          <ac:chgData name="Raff, Scott N" userId="72869849-31e1-4535-8811-25fba34f7c11" providerId="ADAL" clId="{9F2C64F9-2912-4B15-A541-D790F8A10E36}" dt="2025-12-15T18:37:18.374" v="24473" actId="164"/>
          <ac:spMkLst>
            <pc:docMk/>
            <pc:sldMk cId="3678271063" sldId="2147481215"/>
            <ac:spMk id="26" creationId="{F29F3C9D-1592-241C-0873-281168E8C632}"/>
          </ac:spMkLst>
        </pc:spChg>
        <pc:spChg chg="mod">
          <ac:chgData name="Raff, Scott N" userId="72869849-31e1-4535-8811-25fba34f7c11" providerId="ADAL" clId="{9F2C64F9-2912-4B15-A541-D790F8A10E36}" dt="2025-12-15T18:37:18.374" v="24473" actId="164"/>
          <ac:spMkLst>
            <pc:docMk/>
            <pc:sldMk cId="3678271063" sldId="2147481215"/>
            <ac:spMk id="30" creationId="{F51CCCE2-86A8-D78E-FA6D-FA20A7525006}"/>
          </ac:spMkLst>
        </pc:spChg>
        <pc:spChg chg="mod">
          <ac:chgData name="Raff, Scott N" userId="72869849-31e1-4535-8811-25fba34f7c11" providerId="ADAL" clId="{9F2C64F9-2912-4B15-A541-D790F8A10E36}" dt="2025-12-15T18:38:11.725" v="24511" actId="164"/>
          <ac:spMkLst>
            <pc:docMk/>
            <pc:sldMk cId="3678271063" sldId="2147481215"/>
            <ac:spMk id="31" creationId="{D09A7C47-AE67-541F-A822-0FEFFCFB14DF}"/>
          </ac:spMkLst>
        </pc:spChg>
        <pc:spChg chg="mod">
          <ac:chgData name="Raff, Scott N" userId="72869849-31e1-4535-8811-25fba34f7c11" providerId="ADAL" clId="{9F2C64F9-2912-4B15-A541-D790F8A10E36}" dt="2025-12-15T18:38:11.725" v="24511" actId="164"/>
          <ac:spMkLst>
            <pc:docMk/>
            <pc:sldMk cId="3678271063" sldId="2147481215"/>
            <ac:spMk id="36" creationId="{0F5E26B3-5EAA-313E-C7AB-9B05755820AB}"/>
          </ac:spMkLst>
        </pc:spChg>
        <pc:spChg chg="mod">
          <ac:chgData name="Raff, Scott N" userId="72869849-31e1-4535-8811-25fba34f7c11" providerId="ADAL" clId="{9F2C64F9-2912-4B15-A541-D790F8A10E36}" dt="2025-12-15T18:37:18.374" v="24473" actId="164"/>
          <ac:spMkLst>
            <pc:docMk/>
            <pc:sldMk cId="3678271063" sldId="2147481215"/>
            <ac:spMk id="47" creationId="{62EDF121-ACF9-34F6-9618-E18B0C545FB3}"/>
          </ac:spMkLst>
        </pc:spChg>
        <pc:spChg chg="mod">
          <ac:chgData name="Raff, Scott N" userId="72869849-31e1-4535-8811-25fba34f7c11" providerId="ADAL" clId="{9F2C64F9-2912-4B15-A541-D790F8A10E36}" dt="2025-12-01T21:05:43.858" v="10276" actId="1036"/>
          <ac:spMkLst>
            <pc:docMk/>
            <pc:sldMk cId="3678271063" sldId="2147481215"/>
            <ac:spMk id="49" creationId="{B2AE1B83-DBBD-32DE-B5C8-0258DE75FC95}"/>
          </ac:spMkLst>
        </pc:spChg>
        <pc:spChg chg="mod">
          <ac:chgData name="Raff, Scott N" userId="72869849-31e1-4535-8811-25fba34f7c11" providerId="ADAL" clId="{9F2C64F9-2912-4B15-A541-D790F8A10E36}" dt="2025-12-15T18:38:11.725" v="24511" actId="164"/>
          <ac:spMkLst>
            <pc:docMk/>
            <pc:sldMk cId="3678271063" sldId="2147481215"/>
            <ac:spMk id="57" creationId="{4BFA0C73-99B6-93DC-7C8D-5BD69406880C}"/>
          </ac:spMkLst>
        </pc:spChg>
        <pc:spChg chg="mod">
          <ac:chgData name="Raff, Scott N" userId="72869849-31e1-4535-8811-25fba34f7c11" providerId="ADAL" clId="{9F2C64F9-2912-4B15-A541-D790F8A10E36}" dt="2025-12-01T21:05:43.858" v="10276" actId="1036"/>
          <ac:spMkLst>
            <pc:docMk/>
            <pc:sldMk cId="3678271063" sldId="2147481215"/>
            <ac:spMk id="60" creationId="{3622EA07-1BA9-CF91-ACD8-8DC43FA56B0C}"/>
          </ac:spMkLst>
        </pc:spChg>
        <pc:spChg chg="mod">
          <ac:chgData name="Raff, Scott N" userId="72869849-31e1-4535-8811-25fba34f7c11" providerId="ADAL" clId="{9F2C64F9-2912-4B15-A541-D790F8A10E36}" dt="2025-12-15T18:38:11.725" v="24511" actId="164"/>
          <ac:spMkLst>
            <pc:docMk/>
            <pc:sldMk cId="3678271063" sldId="2147481215"/>
            <ac:spMk id="64" creationId="{6D583939-8B2B-73B0-150D-BE4498187A6A}"/>
          </ac:spMkLst>
        </pc:spChg>
        <pc:spChg chg="mod">
          <ac:chgData name="Raff, Scott N" userId="72869849-31e1-4535-8811-25fba34f7c11" providerId="ADAL" clId="{9F2C64F9-2912-4B15-A541-D790F8A10E36}" dt="2025-12-01T21:05:43.858" v="10276" actId="1036"/>
          <ac:spMkLst>
            <pc:docMk/>
            <pc:sldMk cId="3678271063" sldId="2147481215"/>
            <ac:spMk id="65" creationId="{7DE8F43F-B53B-9DBD-5E64-C554483D403B}"/>
          </ac:spMkLst>
        </pc:spChg>
        <pc:spChg chg="mod">
          <ac:chgData name="Raff, Scott N" userId="72869849-31e1-4535-8811-25fba34f7c11" providerId="ADAL" clId="{9F2C64F9-2912-4B15-A541-D790F8A10E36}" dt="2025-12-15T18:37:18.374" v="24473" actId="164"/>
          <ac:spMkLst>
            <pc:docMk/>
            <pc:sldMk cId="3678271063" sldId="2147481215"/>
            <ac:spMk id="68" creationId="{81BCF992-90E3-E5C8-8AC0-45F8262FA2B3}"/>
          </ac:spMkLst>
        </pc:spChg>
        <pc:spChg chg="mod">
          <ac:chgData name="Raff, Scott N" userId="72869849-31e1-4535-8811-25fba34f7c11" providerId="ADAL" clId="{9F2C64F9-2912-4B15-A541-D790F8A10E36}" dt="2025-12-15T18:38:11.725" v="24511" actId="164"/>
          <ac:spMkLst>
            <pc:docMk/>
            <pc:sldMk cId="3678271063" sldId="2147481215"/>
            <ac:spMk id="72" creationId="{D8D1368C-20B2-F7C5-D753-50F25BD2F231}"/>
          </ac:spMkLst>
        </pc:spChg>
        <pc:grpChg chg="mod">
          <ac:chgData name="Raff, Scott N" userId="72869849-31e1-4535-8811-25fba34f7c11" providerId="ADAL" clId="{9F2C64F9-2912-4B15-A541-D790F8A10E36}" dt="2025-12-15T18:38:11.242" v="24510" actId="1036"/>
          <ac:grpSpMkLst>
            <pc:docMk/>
            <pc:sldMk cId="3678271063" sldId="2147481215"/>
            <ac:grpSpMk id="7" creationId="{0885D970-3E7B-AED4-7304-FC06BB3C25D0}"/>
          </ac:grpSpMkLst>
        </pc:grpChg>
        <pc:graphicFrameChg chg="mod modGraphic">
          <ac:chgData name="Raff, Scott N" userId="72869849-31e1-4535-8811-25fba34f7c11" providerId="ADAL" clId="{9F2C64F9-2912-4B15-A541-D790F8A10E36}" dt="2025-12-16T06:43:47.868" v="25533" actId="20577"/>
          <ac:graphicFrameMkLst>
            <pc:docMk/>
            <pc:sldMk cId="3678271063" sldId="2147481215"/>
            <ac:graphicFrameMk id="5" creationId="{BCBD3B57-F215-DB7F-6D3F-9B50B9C3FB7C}"/>
          </ac:graphicFrameMkLst>
        </pc:graphicFrameChg>
      </pc:sldChg>
      <pc:sldChg chg="add del ord">
        <pc:chgData name="Raff, Scott N" userId="72869849-31e1-4535-8811-25fba34f7c11" providerId="ADAL" clId="{9F2C64F9-2912-4B15-A541-D790F8A10E36}" dt="2025-12-03T06:17:24.357" v="15655" actId="47"/>
        <pc:sldMkLst>
          <pc:docMk/>
          <pc:sldMk cId="1918964952" sldId="2147481277"/>
        </pc:sldMkLst>
      </pc:sldChg>
      <pc:sldChg chg="addSp delSp modSp add del mod">
        <pc:chgData name="Raff, Scott N" userId="72869849-31e1-4535-8811-25fba34f7c11" providerId="ADAL" clId="{9F2C64F9-2912-4B15-A541-D790F8A10E36}" dt="2025-12-16T22:51:21.803" v="29666" actId="2165"/>
        <pc:sldMkLst>
          <pc:docMk/>
          <pc:sldMk cId="92334245" sldId="2147481284"/>
        </pc:sldMkLst>
        <pc:spChg chg="mod">
          <ac:chgData name="Raff, Scott N" userId="72869849-31e1-4535-8811-25fba34f7c11" providerId="ADAL" clId="{9F2C64F9-2912-4B15-A541-D790F8A10E36}" dt="2025-12-15T19:00:30.015" v="25421" actId="20577"/>
          <ac:spMkLst>
            <pc:docMk/>
            <pc:sldMk cId="92334245" sldId="2147481284"/>
            <ac:spMk id="6" creationId="{182666E3-2A12-C2F7-FB24-54112EE36560}"/>
          </ac:spMkLst>
        </pc:spChg>
        <pc:graphicFrameChg chg="mod modGraphic">
          <ac:chgData name="Raff, Scott N" userId="72869849-31e1-4535-8811-25fba34f7c11" providerId="ADAL" clId="{9F2C64F9-2912-4B15-A541-D790F8A10E36}" dt="2025-12-16T22:51:21.803" v="29666" actId="2165"/>
          <ac:graphicFrameMkLst>
            <pc:docMk/>
            <pc:sldMk cId="92334245" sldId="2147481284"/>
            <ac:graphicFrameMk id="2" creationId="{2524A89D-DDD6-3BCF-7934-8B08F05D848D}"/>
          </ac:graphicFrameMkLst>
        </pc:graphicFrameChg>
      </pc:sldChg>
      <pc:sldChg chg="addSp modSp add del mod ord">
        <pc:chgData name="Raff, Scott N" userId="72869849-31e1-4535-8811-25fba34f7c11" providerId="ADAL" clId="{9F2C64F9-2912-4B15-A541-D790F8A10E36}" dt="2025-12-03T06:23:14.532" v="15780" actId="47"/>
        <pc:sldMkLst>
          <pc:docMk/>
          <pc:sldMk cId="953982899" sldId="2147483034"/>
        </pc:sldMkLst>
      </pc:sldChg>
      <pc:sldChg chg="addSp modSp add del mod ord">
        <pc:chgData name="Raff, Scott N" userId="72869849-31e1-4535-8811-25fba34f7c11" providerId="ADAL" clId="{9F2C64F9-2912-4B15-A541-D790F8A10E36}" dt="2025-12-03T06:17:26.235" v="15656" actId="47"/>
        <pc:sldMkLst>
          <pc:docMk/>
          <pc:sldMk cId="1244718897" sldId="2147483038"/>
        </pc:sldMkLst>
      </pc:sldChg>
      <pc:sldChg chg="addSp modSp add del mod ord">
        <pc:chgData name="Raff, Scott N" userId="72869849-31e1-4535-8811-25fba34f7c11" providerId="ADAL" clId="{9F2C64F9-2912-4B15-A541-D790F8A10E36}" dt="2025-12-03T06:17:28.077" v="15657" actId="47"/>
        <pc:sldMkLst>
          <pc:docMk/>
          <pc:sldMk cId="3421546463" sldId="2147483039"/>
        </pc:sldMkLst>
      </pc:sldChg>
      <pc:sldChg chg="modSp add mod">
        <pc:chgData name="Raff, Scott N" userId="72869849-31e1-4535-8811-25fba34f7c11" providerId="ADAL" clId="{9F2C64F9-2912-4B15-A541-D790F8A10E36}" dt="2025-12-03T06:27:57.169" v="15942" actId="20577"/>
        <pc:sldMkLst>
          <pc:docMk/>
          <pc:sldMk cId="3841864993" sldId="2147483336"/>
        </pc:sldMkLst>
        <pc:spChg chg="mod">
          <ac:chgData name="Raff, Scott N" userId="72869849-31e1-4535-8811-25fba34f7c11" providerId="ADAL" clId="{9F2C64F9-2912-4B15-A541-D790F8A10E36}" dt="2025-12-03T06:27:57.169" v="15942" actId="20577"/>
          <ac:spMkLst>
            <pc:docMk/>
            <pc:sldMk cId="3841864993" sldId="2147483336"/>
            <ac:spMk id="2" creationId="{D537BBEA-7EE1-EF2A-BB20-539DF7C7F976}"/>
          </ac:spMkLst>
        </pc:spChg>
      </pc:sldChg>
      <pc:sldChg chg="modSp add del mod">
        <pc:chgData name="Raff, Scott N" userId="72869849-31e1-4535-8811-25fba34f7c11" providerId="ADAL" clId="{9F2C64F9-2912-4B15-A541-D790F8A10E36}" dt="2025-12-12T17:44:19.408" v="21864" actId="47"/>
        <pc:sldMkLst>
          <pc:docMk/>
          <pc:sldMk cId="1335400945" sldId="2147483338"/>
        </pc:sldMkLst>
      </pc:sldChg>
      <pc:sldChg chg="modSp add del mod">
        <pc:chgData name="Raff, Scott N" userId="72869849-31e1-4535-8811-25fba34f7c11" providerId="ADAL" clId="{9F2C64F9-2912-4B15-A541-D790F8A10E36}" dt="2025-12-12T17:44:19.810" v="21865" actId="47"/>
        <pc:sldMkLst>
          <pc:docMk/>
          <pc:sldMk cId="3192016341" sldId="2147483339"/>
        </pc:sldMkLst>
      </pc:sldChg>
      <pc:sldChg chg="modSp add del mod">
        <pc:chgData name="Raff, Scott N" userId="72869849-31e1-4535-8811-25fba34f7c11" providerId="ADAL" clId="{9F2C64F9-2912-4B15-A541-D790F8A10E36}" dt="2025-12-12T17:44:20.366" v="21866" actId="47"/>
        <pc:sldMkLst>
          <pc:docMk/>
          <pc:sldMk cId="2780854950" sldId="2147483340"/>
        </pc:sldMkLst>
      </pc:sldChg>
      <pc:sldChg chg="modSp add del mod">
        <pc:chgData name="Raff, Scott N" userId="72869849-31e1-4535-8811-25fba34f7c11" providerId="ADAL" clId="{9F2C64F9-2912-4B15-A541-D790F8A10E36}" dt="2025-12-12T17:44:20.833" v="21867" actId="47"/>
        <pc:sldMkLst>
          <pc:docMk/>
          <pc:sldMk cId="2945403532" sldId="2147483341"/>
        </pc:sldMkLst>
      </pc:sldChg>
      <pc:sldChg chg="modSp add del mod">
        <pc:chgData name="Raff, Scott N" userId="72869849-31e1-4535-8811-25fba34f7c11" providerId="ADAL" clId="{9F2C64F9-2912-4B15-A541-D790F8A10E36}" dt="2025-12-12T17:44:21.674" v="21868" actId="47"/>
        <pc:sldMkLst>
          <pc:docMk/>
          <pc:sldMk cId="1015662450" sldId="2147483342"/>
        </pc:sldMkLst>
      </pc:sldChg>
      <pc:sldChg chg="addSp delSp modSp add mod modClrScheme chgLayout">
        <pc:chgData name="Raff, Scott N" userId="72869849-31e1-4535-8811-25fba34f7c11" providerId="ADAL" clId="{9F2C64F9-2912-4B15-A541-D790F8A10E36}" dt="2025-12-16T22:51:09.637" v="29665" actId="478"/>
        <pc:sldMkLst>
          <pc:docMk/>
          <pc:sldMk cId="494399683" sldId="2147483343"/>
        </pc:sldMkLst>
        <pc:spChg chg="mod ord">
          <ac:chgData name="Raff, Scott N" userId="72869849-31e1-4535-8811-25fba34f7c11" providerId="ADAL" clId="{9F2C64F9-2912-4B15-A541-D790F8A10E36}" dt="2025-12-16T22:13:02.935" v="29430" actId="700"/>
          <ac:spMkLst>
            <pc:docMk/>
            <pc:sldMk cId="494399683" sldId="2147483343"/>
            <ac:spMk id="2" creationId="{C5F52B5A-E5AC-5389-14D6-AF556DFCD8D0}"/>
          </ac:spMkLst>
        </pc:spChg>
        <pc:spChg chg="del mod ord">
          <ac:chgData name="Raff, Scott N" userId="72869849-31e1-4535-8811-25fba34f7c11" providerId="ADAL" clId="{9F2C64F9-2912-4B15-A541-D790F8A10E36}" dt="2025-12-16T22:13:02.935" v="29430" actId="700"/>
          <ac:spMkLst>
            <pc:docMk/>
            <pc:sldMk cId="494399683" sldId="2147483343"/>
            <ac:spMk id="3" creationId="{BC8DCE21-7887-EF1C-466F-4EBCE9B1826E}"/>
          </ac:spMkLst>
        </pc:spChg>
        <pc:spChg chg="add del mod ord">
          <ac:chgData name="Raff, Scott N" userId="72869849-31e1-4535-8811-25fba34f7c11" providerId="ADAL" clId="{9F2C64F9-2912-4B15-A541-D790F8A10E36}" dt="2025-12-16T22:51:09.637" v="29665" actId="478"/>
          <ac:spMkLst>
            <pc:docMk/>
            <pc:sldMk cId="494399683" sldId="2147483343"/>
            <ac:spMk id="4" creationId="{4234F6EC-FC0D-B8FE-EA0E-9E570A2BCD7D}"/>
          </ac:spMkLst>
        </pc:spChg>
        <pc:spChg chg="add del mod ord">
          <ac:chgData name="Raff, Scott N" userId="72869849-31e1-4535-8811-25fba34f7c11" providerId="ADAL" clId="{9F2C64F9-2912-4B15-A541-D790F8A10E36}" dt="2025-12-16T22:51:08.424" v="29664" actId="478"/>
          <ac:spMkLst>
            <pc:docMk/>
            <pc:sldMk cId="494399683" sldId="2147483343"/>
            <ac:spMk id="5" creationId="{9CCB3118-6987-8321-58B1-34B7A32AB5AF}"/>
          </ac:spMkLst>
        </pc:spChg>
      </pc:sldChg>
      <pc:sldChg chg="del">
        <pc:chgData name="Raff, Scott N" userId="72869849-31e1-4535-8811-25fba34f7c11" providerId="ADAL" clId="{9F2C64F9-2912-4B15-A541-D790F8A10E36}" dt="2025-12-16T14:55:06.454" v="29175" actId="47"/>
        <pc:sldMkLst>
          <pc:docMk/>
          <pc:sldMk cId="1982574974" sldId="2147483487"/>
        </pc:sldMkLst>
      </pc:sldChg>
      <pc:sldChg chg="del">
        <pc:chgData name="Raff, Scott N" userId="72869849-31e1-4535-8811-25fba34f7c11" providerId="ADAL" clId="{9F2C64F9-2912-4B15-A541-D790F8A10E36}" dt="2025-12-16T14:55:31.560" v="29180" actId="47"/>
        <pc:sldMkLst>
          <pc:docMk/>
          <pc:sldMk cId="3939170671" sldId="2147483488"/>
        </pc:sldMkLst>
      </pc:sldChg>
      <pc:sldChg chg="addSp delSp modSp add del mod ord modClrScheme chgLayout">
        <pc:chgData name="Raff, Scott N" userId="72869849-31e1-4535-8811-25fba34f7c11" providerId="ADAL" clId="{9F2C64F9-2912-4B15-A541-D790F8A10E36}" dt="2025-12-16T06:49:26.902" v="25705" actId="20577"/>
        <pc:sldMkLst>
          <pc:docMk/>
          <pc:sldMk cId="1470034233" sldId="2147483638"/>
        </pc:sldMkLst>
        <pc:spChg chg="mod">
          <ac:chgData name="Raff, Scott N" userId="72869849-31e1-4535-8811-25fba34f7c11" providerId="ADAL" clId="{9F2C64F9-2912-4B15-A541-D790F8A10E36}" dt="2025-12-03T06:33:40.242" v="16051" actId="242"/>
          <ac:spMkLst>
            <pc:docMk/>
            <pc:sldMk cId="1470034233" sldId="2147483638"/>
            <ac:spMk id="6" creationId="{53A6EE00-D9E5-312A-F5E8-D6803C7967B7}"/>
          </ac:spMkLst>
        </pc:spChg>
        <pc:spChg chg="mod">
          <ac:chgData name="Raff, Scott N" userId="72869849-31e1-4535-8811-25fba34f7c11" providerId="ADAL" clId="{9F2C64F9-2912-4B15-A541-D790F8A10E36}" dt="2025-12-03T12:32:12.880" v="17238" actId="20577"/>
          <ac:spMkLst>
            <pc:docMk/>
            <pc:sldMk cId="1470034233" sldId="2147483638"/>
            <ac:spMk id="11" creationId="{077641DD-05E8-6771-E9CD-DF392A80F3B4}"/>
          </ac:spMkLst>
        </pc:spChg>
        <pc:spChg chg="mod">
          <ac:chgData name="Raff, Scott N" userId="72869849-31e1-4535-8811-25fba34f7c11" providerId="ADAL" clId="{9F2C64F9-2912-4B15-A541-D790F8A10E36}" dt="2025-12-03T06:33:40.242" v="16051" actId="242"/>
          <ac:spMkLst>
            <pc:docMk/>
            <pc:sldMk cId="1470034233" sldId="2147483638"/>
            <ac:spMk id="12" creationId="{DD4001C1-E4F8-A350-4C19-37982F3AA659}"/>
          </ac:spMkLst>
        </pc:spChg>
        <pc:spChg chg="add mod ord">
          <ac:chgData name="Raff, Scott N" userId="72869849-31e1-4535-8811-25fba34f7c11" providerId="ADAL" clId="{9F2C64F9-2912-4B15-A541-D790F8A10E36}" dt="2025-12-16T06:49:26.902" v="25705" actId="20577"/>
          <ac:spMkLst>
            <pc:docMk/>
            <pc:sldMk cId="1470034233" sldId="2147483638"/>
            <ac:spMk id="14" creationId="{3AFF66B6-3A9C-5EED-5632-7D4041D3BBB8}"/>
          </ac:spMkLst>
        </pc:spChg>
      </pc:sldChg>
      <pc:sldChg chg="del">
        <pc:chgData name="Raff, Scott N" userId="72869849-31e1-4535-8811-25fba34f7c11" providerId="ADAL" clId="{9F2C64F9-2912-4B15-A541-D790F8A10E36}" dt="2025-11-14T16:57:46.127" v="155" actId="47"/>
        <pc:sldMkLst>
          <pc:docMk/>
          <pc:sldMk cId="3154593488" sldId="2147483641"/>
        </pc:sldMkLst>
      </pc:sldChg>
      <pc:sldChg chg="modSp add del mod">
        <pc:chgData name="Raff, Scott N" userId="72869849-31e1-4535-8811-25fba34f7c11" providerId="ADAL" clId="{9F2C64F9-2912-4B15-A541-D790F8A10E36}" dt="2025-12-03T06:57:06.137" v="16738" actId="47"/>
        <pc:sldMkLst>
          <pc:docMk/>
          <pc:sldMk cId="647840722" sldId="2147483643"/>
        </pc:sldMkLst>
      </pc:sldChg>
      <pc:sldChg chg="addSp delSp modSp add mod">
        <pc:chgData name="Raff, Scott N" userId="72869849-31e1-4535-8811-25fba34f7c11" providerId="ADAL" clId="{9F2C64F9-2912-4B15-A541-D790F8A10E36}" dt="2025-12-15T18:40:34.323" v="24520"/>
        <pc:sldMkLst>
          <pc:docMk/>
          <pc:sldMk cId="2000748163" sldId="2147483644"/>
        </pc:sldMkLst>
        <pc:spChg chg="mod">
          <ac:chgData name="Raff, Scott N" userId="72869849-31e1-4535-8811-25fba34f7c11" providerId="ADAL" clId="{9F2C64F9-2912-4B15-A541-D790F8A10E36}" dt="2025-12-15T18:36:26.955" v="24392" actId="20577"/>
          <ac:spMkLst>
            <pc:docMk/>
            <pc:sldMk cId="2000748163" sldId="2147483644"/>
            <ac:spMk id="2" creationId="{2113552C-8792-0F72-9E1A-DE522D9D25BE}"/>
          </ac:spMkLst>
        </pc:spChg>
        <pc:spChg chg="mod">
          <ac:chgData name="Raff, Scott N" userId="72869849-31e1-4535-8811-25fba34f7c11" providerId="ADAL" clId="{9F2C64F9-2912-4B15-A541-D790F8A10E36}" dt="2025-12-01T17:23:53.322" v="8106" actId="20577"/>
          <ac:spMkLst>
            <pc:docMk/>
            <pc:sldMk cId="2000748163" sldId="2147483644"/>
            <ac:spMk id="5" creationId="{01A63230-3E42-7C62-7C31-E4DB632BB64A}"/>
          </ac:spMkLst>
        </pc:spChg>
        <pc:graphicFrameChg chg="mod">
          <ac:chgData name="Raff, Scott N" userId="72869849-31e1-4535-8811-25fba34f7c11" providerId="ADAL" clId="{9F2C64F9-2912-4B15-A541-D790F8A10E36}" dt="2025-12-15T18:40:34.323" v="24520"/>
          <ac:graphicFrameMkLst>
            <pc:docMk/>
            <pc:sldMk cId="2000748163" sldId="2147483644"/>
            <ac:graphicFrameMk id="7" creationId="{F796310C-0191-A909-1E47-3DA894512D81}"/>
          </ac:graphicFrameMkLst>
        </pc:graphicFrameChg>
        <pc:graphicFrameChg chg="add mod">
          <ac:chgData name="Raff, Scott N" userId="72869849-31e1-4535-8811-25fba34f7c11" providerId="ADAL" clId="{9F2C64F9-2912-4B15-A541-D790F8A10E36}" dt="2025-12-01T17:27:05.210" v="8134"/>
          <ac:graphicFrameMkLst>
            <pc:docMk/>
            <pc:sldMk cId="2000748163" sldId="2147483644"/>
            <ac:graphicFrameMk id="17" creationId="{D8182EEB-7B00-419C-8C09-FD79B26E9F24}"/>
          </ac:graphicFrameMkLst>
        </pc:graphicFrameChg>
        <pc:graphicFrameChg chg="add mod">
          <ac:chgData name="Raff, Scott N" userId="72869849-31e1-4535-8811-25fba34f7c11" providerId="ADAL" clId="{9F2C64F9-2912-4B15-A541-D790F8A10E36}" dt="2025-12-01T17:27:22.377" v="8140"/>
          <ac:graphicFrameMkLst>
            <pc:docMk/>
            <pc:sldMk cId="2000748163" sldId="2147483644"/>
            <ac:graphicFrameMk id="19" creationId="{141ED7EE-D75A-4BA8-8C62-EFA621882455}"/>
          </ac:graphicFrameMkLst>
        </pc:graphicFrameChg>
      </pc:sldChg>
      <pc:sldChg chg="modSp mod">
        <pc:chgData name="Raff, Scott N" userId="72869849-31e1-4535-8811-25fba34f7c11" providerId="ADAL" clId="{9F2C64F9-2912-4B15-A541-D790F8A10E36}" dt="2025-12-16T06:42:46.464" v="25504" actId="20577"/>
        <pc:sldMkLst>
          <pc:docMk/>
          <pc:sldMk cId="3962951949" sldId="2147483645"/>
        </pc:sldMkLst>
        <pc:spChg chg="mod">
          <ac:chgData name="Raff, Scott N" userId="72869849-31e1-4535-8811-25fba34f7c11" providerId="ADAL" clId="{9F2C64F9-2912-4B15-A541-D790F8A10E36}" dt="2025-12-03T06:18:29.088" v="15692" actId="20577"/>
          <ac:spMkLst>
            <pc:docMk/>
            <pc:sldMk cId="3962951949" sldId="2147483645"/>
            <ac:spMk id="3" creationId="{FB0501E8-F81F-79D8-4C0F-505B020BFF2E}"/>
          </ac:spMkLst>
        </pc:spChg>
        <pc:spChg chg="mod">
          <ac:chgData name="Raff, Scott N" userId="72869849-31e1-4535-8811-25fba34f7c11" providerId="ADAL" clId="{9F2C64F9-2912-4B15-A541-D790F8A10E36}" dt="2025-12-16T06:42:46.464" v="25504" actId="20577"/>
          <ac:spMkLst>
            <pc:docMk/>
            <pc:sldMk cId="3962951949" sldId="2147483645"/>
            <ac:spMk id="5" creationId="{963E5874-0922-9E4D-365F-B91C8E2D94E8}"/>
          </ac:spMkLst>
        </pc:spChg>
      </pc:sldChg>
      <pc:sldChg chg="new del">
        <pc:chgData name="Raff, Scott N" userId="72869849-31e1-4535-8811-25fba34f7c11" providerId="ADAL" clId="{9F2C64F9-2912-4B15-A541-D790F8A10E36}" dt="2025-11-14T16:16:03.681" v="2" actId="680"/>
        <pc:sldMkLst>
          <pc:docMk/>
          <pc:sldMk cId="833530748" sldId="2147483646"/>
        </pc:sldMkLst>
      </pc:sldChg>
      <pc:sldChg chg="delSp modSp add del mod">
        <pc:chgData name="Raff, Scott N" userId="72869849-31e1-4535-8811-25fba34f7c11" providerId="ADAL" clId="{9F2C64F9-2912-4B15-A541-D790F8A10E36}" dt="2025-11-14T16:17:08.060" v="32" actId="47"/>
        <pc:sldMkLst>
          <pc:docMk/>
          <pc:sldMk cId="1619304729" sldId="2147483646"/>
        </pc:sldMkLst>
      </pc:sldChg>
      <pc:sldChg chg="addSp delSp modSp new del mod modClrScheme chgLayout">
        <pc:chgData name="Raff, Scott N" userId="72869849-31e1-4535-8811-25fba34f7c11" providerId="ADAL" clId="{9F2C64F9-2912-4B15-A541-D790F8A10E36}" dt="2025-11-20T15:03:42.610" v="2062" actId="47"/>
        <pc:sldMkLst>
          <pc:docMk/>
          <pc:sldMk cId="1911689517" sldId="2147483646"/>
        </pc:sldMkLst>
      </pc:sldChg>
      <pc:sldChg chg="new del">
        <pc:chgData name="Raff, Scott N" userId="72869849-31e1-4535-8811-25fba34f7c11" providerId="ADAL" clId="{9F2C64F9-2912-4B15-A541-D790F8A10E36}" dt="2025-11-14T16:16:06.976" v="4" actId="680"/>
        <pc:sldMkLst>
          <pc:docMk/>
          <pc:sldMk cId="3204044233" sldId="2147483646"/>
        </pc:sldMkLst>
      </pc:sldChg>
      <pc:sldChg chg="modSp add mod">
        <pc:chgData name="Raff, Scott N" userId="72869849-31e1-4535-8811-25fba34f7c11" providerId="ADAL" clId="{9F2C64F9-2912-4B15-A541-D790F8A10E36}" dt="2025-12-15T18:27:23.725" v="24046" actId="20577"/>
        <pc:sldMkLst>
          <pc:docMk/>
          <pc:sldMk cId="1646136222" sldId="2147483647"/>
        </pc:sldMkLst>
        <pc:spChg chg="mod">
          <ac:chgData name="Raff, Scott N" userId="72869849-31e1-4535-8811-25fba34f7c11" providerId="ADAL" clId="{9F2C64F9-2912-4B15-A541-D790F8A10E36}" dt="2025-12-15T18:27:23.725" v="24046" actId="20577"/>
          <ac:spMkLst>
            <pc:docMk/>
            <pc:sldMk cId="1646136222" sldId="2147483647"/>
            <ac:spMk id="4" creationId="{695C43DA-BAAC-598B-54B1-6C6786D9BA2C}"/>
          </ac:spMkLst>
        </pc:spChg>
      </pc:sldChg>
      <pc:sldMasterChg chg="delSldLayout">
        <pc:chgData name="Raff, Scott N" userId="72869849-31e1-4535-8811-25fba34f7c11" providerId="ADAL" clId="{9F2C64F9-2912-4B15-A541-D790F8A10E36}" dt="2025-12-16T14:57:44.904" v="29239" actId="47"/>
        <pc:sldMasterMkLst>
          <pc:docMk/>
          <pc:sldMasterMk cId="3521449419" sldId="2147483660"/>
        </pc:sldMasterMkLst>
        <pc:sldLayoutChg chg="del">
          <pc:chgData name="Raff, Scott N" userId="72869849-31e1-4535-8811-25fba34f7c11" providerId="ADAL" clId="{9F2C64F9-2912-4B15-A541-D790F8A10E36}" dt="2025-12-03T06:23:14.532" v="15780" actId="47"/>
          <pc:sldLayoutMkLst>
            <pc:docMk/>
            <pc:sldMasterMk cId="3521449419" sldId="2147483660"/>
            <pc:sldLayoutMk cId="2170643757" sldId="2147483836"/>
          </pc:sldLayoutMkLst>
        </pc:sldLayoutChg>
        <pc:sldLayoutChg chg="del">
          <pc:chgData name="Raff, Scott N" userId="72869849-31e1-4535-8811-25fba34f7c11" providerId="ADAL" clId="{9F2C64F9-2912-4B15-A541-D790F8A10E36}" dt="2025-12-16T14:57:44.904" v="29239" actId="47"/>
          <pc:sldLayoutMkLst>
            <pc:docMk/>
            <pc:sldMasterMk cId="3521449419" sldId="2147483660"/>
            <pc:sldLayoutMk cId="1473081936" sldId="2147483871"/>
          </pc:sldLayoutMkLst>
        </pc:sldLayoutChg>
      </pc:sldMasterChg>
      <pc:sldMasterChg chg="modSldLayout">
        <pc:chgData name="Raff, Scott N" userId="72869849-31e1-4535-8811-25fba34f7c11" providerId="ADAL" clId="{9F2C64F9-2912-4B15-A541-D790F8A10E36}" dt="2025-12-03T06:34:44.860" v="16092" actId="20577"/>
        <pc:sldMasterMkLst>
          <pc:docMk/>
          <pc:sldMasterMk cId="4136901301" sldId="2147483837"/>
        </pc:sldMasterMkLst>
        <pc:sldLayoutChg chg="delSp modSp mod">
          <pc:chgData name="Raff, Scott N" userId="72869849-31e1-4535-8811-25fba34f7c11" providerId="ADAL" clId="{9F2C64F9-2912-4B15-A541-D790F8A10E36}" dt="2025-12-03T06:34:44.860" v="16092" actId="20577"/>
          <pc:sldLayoutMkLst>
            <pc:docMk/>
            <pc:sldMasterMk cId="4136901301" sldId="2147483837"/>
            <pc:sldLayoutMk cId="1973295499" sldId="2147483853"/>
          </pc:sldLayoutMkLst>
          <pc:spChg chg="mod">
            <ac:chgData name="Raff, Scott N" userId="72869849-31e1-4535-8811-25fba34f7c11" providerId="ADAL" clId="{9F2C64F9-2912-4B15-A541-D790F8A10E36}" dt="2025-12-03T06:34:44.860" v="16092" actId="20577"/>
            <ac:spMkLst>
              <pc:docMk/>
              <pc:sldMasterMk cId="4136901301" sldId="2147483837"/>
              <pc:sldLayoutMk cId="1973295499" sldId="2147483853"/>
              <ac:spMk id="7" creationId="{018E07F0-846D-F29B-DED0-DD6680902D97}"/>
            </ac:spMkLst>
          </pc:spChg>
        </pc:sldLayoutChg>
      </pc:sldMasterChg>
    </pc:docChg>
  </pc:docChgLst>
  <pc:docChgLst>
    <pc:chgData name="McCabe, Sebastian" userId="d37b1a7f-849c-4a90-93ab-1cb9c206a0f8" providerId="ADAL" clId="{72BAB7DF-C482-4C63-B733-7B6535DBBE1C}"/>
    <pc:docChg chg="modSld">
      <pc:chgData name="McCabe, Sebastian" userId="d37b1a7f-849c-4a90-93ab-1cb9c206a0f8" providerId="ADAL" clId="{72BAB7DF-C482-4C63-B733-7B6535DBBE1C}" dt="2025-12-02T13:51:53.232" v="0" actId="14100"/>
      <pc:docMkLst>
        <pc:docMk/>
      </pc:docMkLst>
      <pc:sldChg chg="modSp mod">
        <pc:chgData name="McCabe, Sebastian" userId="d37b1a7f-849c-4a90-93ab-1cb9c206a0f8" providerId="ADAL" clId="{72BAB7DF-C482-4C63-B733-7B6535DBBE1C}" dt="2025-12-02T13:51:53.232" v="0" actId="14100"/>
        <pc:sldMkLst>
          <pc:docMk/>
          <pc:sldMk cId="2000748163" sldId="2147483644"/>
        </pc:sldMkLst>
        <pc:graphicFrameChg chg="modGraphic">
          <ac:chgData name="McCabe, Sebastian" userId="d37b1a7f-849c-4a90-93ab-1cb9c206a0f8" providerId="ADAL" clId="{72BAB7DF-C482-4C63-B733-7B6535DBBE1C}" dt="2025-12-02T13:51:53.232" v="0" actId="14100"/>
          <ac:graphicFrameMkLst>
            <pc:docMk/>
            <pc:sldMk cId="2000748163" sldId="2147483644"/>
            <ac:graphicFrameMk id="7" creationId="{F796310C-0191-A909-1E47-3DA894512D81}"/>
          </ac:graphicFrameMkLst>
        </pc:graphicFrameChg>
      </pc:sldChg>
    </pc:docChg>
  </pc:docChgLst>
  <pc:docChgLst>
    <pc:chgData name="Smith, Damian" userId="c4a749ad-7af1-41e6-9bb3-eee6b89d264a" providerId="ADAL" clId="{AE90039D-EA44-4D1E-ADE3-2D8B1131591B}"/>
    <pc:docChg chg="custSel modSld">
      <pc:chgData name="Smith, Damian" userId="c4a749ad-7af1-41e6-9bb3-eee6b89d264a" providerId="ADAL" clId="{AE90039D-EA44-4D1E-ADE3-2D8B1131591B}" dt="2025-12-16T15:22:13.432" v="2929" actId="113"/>
      <pc:docMkLst>
        <pc:docMk/>
      </pc:docMkLst>
      <pc:sldChg chg="modSp mod">
        <pc:chgData name="Smith, Damian" userId="c4a749ad-7af1-41e6-9bb3-eee6b89d264a" providerId="ADAL" clId="{AE90039D-EA44-4D1E-ADE3-2D8B1131591B}" dt="2025-12-16T15:22:13.432" v="2929" actId="113"/>
        <pc:sldMkLst>
          <pc:docMk/>
          <pc:sldMk cId="3293316863" sldId="256"/>
        </pc:sldMkLst>
        <pc:spChg chg="mod">
          <ac:chgData name="Smith, Damian" userId="c4a749ad-7af1-41e6-9bb3-eee6b89d264a" providerId="ADAL" clId="{AE90039D-EA44-4D1E-ADE3-2D8B1131591B}" dt="2025-12-15T21:47:24.354" v="807" actId="255"/>
          <ac:spMkLst>
            <pc:docMk/>
            <pc:sldMk cId="3293316863" sldId="256"/>
            <ac:spMk id="23" creationId="{C0756978-2141-500B-7805-F1CD1A556685}"/>
          </ac:spMkLst>
        </pc:spChg>
        <pc:spChg chg="mod">
          <ac:chgData name="Smith, Damian" userId="c4a749ad-7af1-41e6-9bb3-eee6b89d264a" providerId="ADAL" clId="{AE90039D-EA44-4D1E-ADE3-2D8B1131591B}" dt="2025-12-15T21:51:31.271" v="1075" actId="12"/>
          <ac:spMkLst>
            <pc:docMk/>
            <pc:sldMk cId="3293316863" sldId="256"/>
            <ac:spMk id="24" creationId="{6A0A589E-DCAC-5430-B0EC-74AA2CFCCAA4}"/>
          </ac:spMkLst>
        </pc:spChg>
        <pc:spChg chg="mod">
          <ac:chgData name="Smith, Damian" userId="c4a749ad-7af1-41e6-9bb3-eee6b89d264a" providerId="ADAL" clId="{AE90039D-EA44-4D1E-ADE3-2D8B1131591B}" dt="2025-12-15T21:59:14.592" v="1735" actId="113"/>
          <ac:spMkLst>
            <pc:docMk/>
            <pc:sldMk cId="3293316863" sldId="256"/>
            <ac:spMk id="29" creationId="{0CCED2C3-D6BC-6258-4871-17511F473D51}"/>
          </ac:spMkLst>
        </pc:spChg>
        <pc:spChg chg="mod">
          <ac:chgData name="Smith, Damian" userId="c4a749ad-7af1-41e6-9bb3-eee6b89d264a" providerId="ADAL" clId="{AE90039D-EA44-4D1E-ADE3-2D8B1131591B}" dt="2025-12-15T21:53:24.211" v="1305" actId="20577"/>
          <ac:spMkLst>
            <pc:docMk/>
            <pc:sldMk cId="3293316863" sldId="256"/>
            <ac:spMk id="30" creationId="{4FA84347-A140-4E66-6C69-C2F65613BD42}"/>
          </ac:spMkLst>
        </pc:spChg>
        <pc:spChg chg="mod">
          <ac:chgData name="Smith, Damian" userId="c4a749ad-7af1-41e6-9bb3-eee6b89d264a" providerId="ADAL" clId="{AE90039D-EA44-4D1E-ADE3-2D8B1131591B}" dt="2025-12-16T15:22:09.780" v="2927" actId="113"/>
          <ac:spMkLst>
            <pc:docMk/>
            <pc:sldMk cId="3293316863" sldId="256"/>
            <ac:spMk id="35" creationId="{30E1415C-E180-D4F3-9CCF-187346A284A9}"/>
          </ac:spMkLst>
        </pc:spChg>
        <pc:spChg chg="mod">
          <ac:chgData name="Smith, Damian" userId="c4a749ad-7af1-41e6-9bb3-eee6b89d264a" providerId="ADAL" clId="{AE90039D-EA44-4D1E-ADE3-2D8B1131591B}" dt="2025-12-16T03:43:26.391" v="2263" actId="20577"/>
          <ac:spMkLst>
            <pc:docMk/>
            <pc:sldMk cId="3293316863" sldId="256"/>
            <ac:spMk id="36" creationId="{2359A20B-64EA-AE65-8DC4-179DDFCD75D2}"/>
          </ac:spMkLst>
        </pc:spChg>
        <pc:spChg chg="mod">
          <ac:chgData name="Smith, Damian" userId="c4a749ad-7af1-41e6-9bb3-eee6b89d264a" providerId="ADAL" clId="{AE90039D-EA44-4D1E-ADE3-2D8B1131591B}" dt="2025-12-15T21:51:19.229" v="1074" actId="20577"/>
          <ac:spMkLst>
            <pc:docMk/>
            <pc:sldMk cId="3293316863" sldId="256"/>
            <ac:spMk id="43" creationId="{2964F0E9-03CB-93C5-825F-36C642549812}"/>
          </ac:spMkLst>
        </pc:spChg>
        <pc:spChg chg="mod">
          <ac:chgData name="Smith, Damian" userId="c4a749ad-7af1-41e6-9bb3-eee6b89d264a" providerId="ADAL" clId="{AE90039D-EA44-4D1E-ADE3-2D8B1131591B}" dt="2025-12-15T22:02:14.514" v="2047" actId="113"/>
          <ac:spMkLst>
            <pc:docMk/>
            <pc:sldMk cId="3293316863" sldId="256"/>
            <ac:spMk id="45" creationId="{256004C7-1D33-EC22-DE7F-960C22E1FE40}"/>
          </ac:spMkLst>
        </pc:spChg>
        <pc:spChg chg="mod">
          <ac:chgData name="Smith, Damian" userId="c4a749ad-7af1-41e6-9bb3-eee6b89d264a" providerId="ADAL" clId="{AE90039D-EA44-4D1E-ADE3-2D8B1131591B}" dt="2025-12-16T15:22:13.432" v="2929" actId="113"/>
          <ac:spMkLst>
            <pc:docMk/>
            <pc:sldMk cId="3293316863" sldId="256"/>
            <ac:spMk id="46" creationId="{8FBD95FB-3680-BA34-A648-B50750045164}"/>
          </ac:spMkLst>
        </pc:spChg>
      </pc:sldChg>
    </pc:docChg>
  </pc:docChgLst>
  <pc:docChgLst>
    <pc:chgData name="Palit, Sanjeevan" userId="7fd9705a-76c8-4dd4-a76e-22810417eadc" providerId="ADAL" clId="{06B7A37B-2E17-4392-B1F9-085E6CBF74E2}"/>
    <pc:docChg chg="undo redo custSel addSld modSld sldOrd addSection modSection">
      <pc:chgData name="Palit, Sanjeevan" userId="7fd9705a-76c8-4dd4-a76e-22810417eadc" providerId="ADAL" clId="{06B7A37B-2E17-4392-B1F9-085E6CBF74E2}" dt="2025-12-10T10:57:39.907" v="818" actId="20578"/>
      <pc:docMkLst>
        <pc:docMk/>
      </pc:docMkLst>
      <pc:sldChg chg="modSp mod">
        <pc:chgData name="Palit, Sanjeevan" userId="7fd9705a-76c8-4dd4-a76e-22810417eadc" providerId="ADAL" clId="{06B7A37B-2E17-4392-B1F9-085E6CBF74E2}" dt="2025-12-02T12:31:57.179" v="237" actId="1076"/>
        <pc:sldMkLst>
          <pc:docMk/>
          <pc:sldMk cId="418870624" sldId="260"/>
        </pc:sldMkLst>
      </pc:sldChg>
      <pc:sldChg chg="addSp modSp new mod ord">
        <pc:chgData name="Palit, Sanjeevan" userId="7fd9705a-76c8-4dd4-a76e-22810417eadc" providerId="ADAL" clId="{06B7A37B-2E17-4392-B1F9-085E6CBF74E2}" dt="2025-12-02T14:13:49.848" v="732"/>
        <pc:sldMkLst>
          <pc:docMk/>
          <pc:sldMk cId="3335494390" sldId="269"/>
        </pc:sldMkLst>
      </pc:sldChg>
      <pc:sldChg chg="modSp add mod ord">
        <pc:chgData name="Palit, Sanjeevan" userId="7fd9705a-76c8-4dd4-a76e-22810417eadc" providerId="ADAL" clId="{06B7A37B-2E17-4392-B1F9-085E6CBF74E2}" dt="2025-12-02T14:40:14.913" v="817" actId="13926"/>
        <pc:sldMkLst>
          <pc:docMk/>
          <pc:sldMk cId="3958521139" sldId="271"/>
        </pc:sldMkLst>
      </pc:sldChg>
      <pc:sldChg chg="modSp add mod">
        <pc:chgData name="Palit, Sanjeevan" userId="7fd9705a-76c8-4dd4-a76e-22810417eadc" providerId="ADAL" clId="{06B7A37B-2E17-4392-B1F9-085E6CBF74E2}" dt="2025-12-01T11:31:42.684" v="6" actId="14100"/>
        <pc:sldMkLst>
          <pc:docMk/>
          <pc:sldMk cId="2941134824" sldId="272"/>
        </pc:sldMkLst>
      </pc:sldChg>
      <pc:sldChg chg="add">
        <pc:chgData name="Palit, Sanjeevan" userId="7fd9705a-76c8-4dd4-a76e-22810417eadc" providerId="ADAL" clId="{06B7A37B-2E17-4392-B1F9-085E6CBF74E2}" dt="2025-12-01T07:00:38.117" v="2"/>
        <pc:sldMkLst>
          <pc:docMk/>
          <pc:sldMk cId="2785680938" sldId="273"/>
        </pc:sldMkLst>
      </pc:sldChg>
      <pc:sldChg chg="add">
        <pc:chgData name="Palit, Sanjeevan" userId="7fd9705a-76c8-4dd4-a76e-22810417eadc" providerId="ADAL" clId="{06B7A37B-2E17-4392-B1F9-085E6CBF74E2}" dt="2025-12-01T07:00:38.117" v="2"/>
        <pc:sldMkLst>
          <pc:docMk/>
          <pc:sldMk cId="1581183535" sldId="274"/>
        </pc:sldMkLst>
      </pc:sldChg>
      <pc:sldChg chg="modSp add mod">
        <pc:chgData name="Palit, Sanjeevan" userId="7fd9705a-76c8-4dd4-a76e-22810417eadc" providerId="ADAL" clId="{06B7A37B-2E17-4392-B1F9-085E6CBF74E2}" dt="2025-12-01T12:12:40.183" v="109" actId="20577"/>
        <pc:sldMkLst>
          <pc:docMk/>
          <pc:sldMk cId="3372625154" sldId="275"/>
        </pc:sldMkLst>
      </pc:sldChg>
      <pc:sldChg chg="modSp add mod">
        <pc:chgData name="Palit, Sanjeevan" userId="7fd9705a-76c8-4dd4-a76e-22810417eadc" providerId="ADAL" clId="{06B7A37B-2E17-4392-B1F9-085E6CBF74E2}" dt="2025-12-01T12:12:15.421" v="101" actId="20577"/>
        <pc:sldMkLst>
          <pc:docMk/>
          <pc:sldMk cId="3694945694" sldId="276"/>
        </pc:sldMkLst>
      </pc:sldChg>
      <pc:sldChg chg="addSp modSp new mod">
        <pc:chgData name="Palit, Sanjeevan" userId="7fd9705a-76c8-4dd4-a76e-22810417eadc" providerId="ADAL" clId="{06B7A37B-2E17-4392-B1F9-085E6CBF74E2}" dt="2025-12-02T14:14:58.471" v="745" actId="14100"/>
        <pc:sldMkLst>
          <pc:docMk/>
          <pc:sldMk cId="4057697410" sldId="277"/>
        </pc:sldMkLst>
      </pc:sldChg>
      <pc:sldChg chg="addSp delSp modSp new mod ord">
        <pc:chgData name="Palit, Sanjeevan" userId="7fd9705a-76c8-4dd4-a76e-22810417eadc" providerId="ADAL" clId="{06B7A37B-2E17-4392-B1F9-085E6CBF74E2}" dt="2025-12-02T14:40:05.982" v="816"/>
        <pc:sldMkLst>
          <pc:docMk/>
          <pc:sldMk cId="3576397033" sldId="278"/>
        </pc:sldMkLst>
      </pc:sldChg>
      <pc:sldChg chg="addSp modSp new mod">
        <pc:chgData name="Palit, Sanjeevan" userId="7fd9705a-76c8-4dd4-a76e-22810417eadc" providerId="ADAL" clId="{06B7A37B-2E17-4392-B1F9-085E6CBF74E2}" dt="2025-12-02T14:28:06.687" v="803" actId="1076"/>
        <pc:sldMkLst>
          <pc:docMk/>
          <pc:sldMk cId="1922857026" sldId="279"/>
        </pc:sldMkLst>
      </pc:sldChg>
      <pc:sldChg chg="ord">
        <pc:chgData name="Palit, Sanjeevan" userId="7fd9705a-76c8-4dd4-a76e-22810417eadc" providerId="ADAL" clId="{06B7A37B-2E17-4392-B1F9-085E6CBF74E2}" dt="2025-12-10T10:57:39.907" v="818" actId="20578"/>
        <pc:sldMkLst>
          <pc:docMk/>
          <pc:sldMk cId="3962951949" sldId="2147483645"/>
        </pc:sldMkLst>
      </pc:sldChg>
    </pc:docChg>
  </pc:docChgLst>
  <pc:docChgLst>
    <pc:chgData name="Mhaskar, Sagar" userId="4eb62e65-a1a6-4a60-b9e4-5ac909b7cec9" providerId="ADAL" clId="{716AAC15-24E9-4C0E-8F25-C509ACBF6C08}"/>
    <pc:docChg chg="custSel addSld modSld">
      <pc:chgData name="Mhaskar, Sagar" userId="4eb62e65-a1a6-4a60-b9e4-5ac909b7cec9" providerId="ADAL" clId="{716AAC15-24E9-4C0E-8F25-C509ACBF6C08}" dt="2025-12-16T14:54:41.713" v="185" actId="729"/>
      <pc:docMkLst>
        <pc:docMk/>
      </pc:docMkLst>
      <pc:sldChg chg="modSp mod">
        <pc:chgData name="Mhaskar, Sagar" userId="4eb62e65-a1a6-4a60-b9e4-5ac909b7cec9" providerId="ADAL" clId="{716AAC15-24E9-4C0E-8F25-C509ACBF6C08}" dt="2025-12-16T14:46:54.810" v="153" actId="20577"/>
        <pc:sldMkLst>
          <pc:docMk/>
          <pc:sldMk cId="3293316863" sldId="256"/>
        </pc:sldMkLst>
        <pc:spChg chg="mod">
          <ac:chgData name="Mhaskar, Sagar" userId="4eb62e65-a1a6-4a60-b9e4-5ac909b7cec9" providerId="ADAL" clId="{716AAC15-24E9-4C0E-8F25-C509ACBF6C08}" dt="2025-12-16T14:46:54.810" v="153" actId="20577"/>
          <ac:spMkLst>
            <pc:docMk/>
            <pc:sldMk cId="3293316863" sldId="256"/>
            <ac:spMk id="23" creationId="{C0756978-2141-500B-7805-F1CD1A556685}"/>
          </ac:spMkLst>
        </pc:spChg>
      </pc:sldChg>
      <pc:sldChg chg="modSp add mod">
        <pc:chgData name="Mhaskar, Sagar" userId="4eb62e65-a1a6-4a60-b9e4-5ac909b7cec9" providerId="ADAL" clId="{716AAC15-24E9-4C0E-8F25-C509ACBF6C08}" dt="2025-12-16T14:51:51.270" v="175" actId="20577"/>
        <pc:sldMkLst>
          <pc:docMk/>
          <pc:sldMk cId="2461388704" sldId="257"/>
        </pc:sldMkLst>
        <pc:spChg chg="mod">
          <ac:chgData name="Mhaskar, Sagar" userId="4eb62e65-a1a6-4a60-b9e4-5ac909b7cec9" providerId="ADAL" clId="{716AAC15-24E9-4C0E-8F25-C509ACBF6C08}" dt="2025-12-16T14:51:51.270" v="175" actId="20577"/>
          <ac:spMkLst>
            <pc:docMk/>
            <pc:sldMk cId="2461388704" sldId="257"/>
            <ac:spMk id="2" creationId="{167CAC0E-22A6-B6EE-C764-60A905C20866}"/>
          </ac:spMkLst>
        </pc:spChg>
      </pc:sldChg>
      <pc:sldChg chg="mod modShow">
        <pc:chgData name="Mhaskar, Sagar" userId="4eb62e65-a1a6-4a60-b9e4-5ac909b7cec9" providerId="ADAL" clId="{716AAC15-24E9-4C0E-8F25-C509ACBF6C08}" dt="2025-12-16T14:54:41.713" v="185" actId="729"/>
        <pc:sldMkLst>
          <pc:docMk/>
          <pc:sldMk cId="1320261572" sldId="273"/>
        </pc:sldMkLst>
      </pc:sldChg>
      <pc:sldChg chg="add">
        <pc:chgData name="Mhaskar, Sagar" userId="4eb62e65-a1a6-4a60-b9e4-5ac909b7cec9" providerId="ADAL" clId="{716AAC15-24E9-4C0E-8F25-C509ACBF6C08}" dt="2025-12-16T14:52:46.584" v="176"/>
        <pc:sldMkLst>
          <pc:docMk/>
          <pc:sldMk cId="2421636009" sldId="454"/>
        </pc:sldMkLst>
      </pc:sldChg>
      <pc:sldChg chg="add modNotesTx">
        <pc:chgData name="Mhaskar, Sagar" userId="4eb62e65-a1a6-4a60-b9e4-5ac909b7cec9" providerId="ADAL" clId="{716AAC15-24E9-4C0E-8F25-C509ACBF6C08}" dt="2025-12-16T14:53:00.789" v="177" actId="6549"/>
        <pc:sldMkLst>
          <pc:docMk/>
          <pc:sldMk cId="1558459364" sldId="2147471376"/>
        </pc:sldMkLst>
      </pc:sldChg>
      <pc:sldChg chg="addSp delSp modSp add mod modShow">
        <pc:chgData name="Mhaskar, Sagar" userId="4eb62e65-a1a6-4a60-b9e4-5ac909b7cec9" providerId="ADAL" clId="{716AAC15-24E9-4C0E-8F25-C509ACBF6C08}" dt="2025-12-16T14:54:41.713" v="185" actId="729"/>
        <pc:sldMkLst>
          <pc:docMk/>
          <pc:sldMk cId="1429292821" sldId="2147471377"/>
        </pc:sldMkLst>
        <pc:spChg chg="del">
          <ac:chgData name="Mhaskar, Sagar" userId="4eb62e65-a1a6-4a60-b9e4-5ac909b7cec9" providerId="ADAL" clId="{716AAC15-24E9-4C0E-8F25-C509ACBF6C08}" dt="2025-12-16T14:53:45.852" v="178" actId="478"/>
          <ac:spMkLst>
            <pc:docMk/>
            <pc:sldMk cId="1429292821" sldId="2147471377"/>
            <ac:spMk id="7" creationId="{9FFC573A-6E84-4765-BC2F-FFAFD4454FDA}"/>
          </ac:spMkLst>
        </pc:spChg>
        <pc:spChg chg="del">
          <ac:chgData name="Mhaskar, Sagar" userId="4eb62e65-a1a6-4a60-b9e4-5ac909b7cec9" providerId="ADAL" clId="{716AAC15-24E9-4C0E-8F25-C509ACBF6C08}" dt="2025-12-16T14:53:45.852" v="178" actId="478"/>
          <ac:spMkLst>
            <pc:docMk/>
            <pc:sldMk cId="1429292821" sldId="2147471377"/>
            <ac:spMk id="8" creationId="{60C5176F-7418-4589-8EBF-70F6923BD231}"/>
          </ac:spMkLst>
        </pc:spChg>
        <pc:grpChg chg="del">
          <ac:chgData name="Mhaskar, Sagar" userId="4eb62e65-a1a6-4a60-b9e4-5ac909b7cec9" providerId="ADAL" clId="{716AAC15-24E9-4C0E-8F25-C509ACBF6C08}" dt="2025-12-16T14:53:45.852" v="178" actId="478"/>
          <ac:grpSpMkLst>
            <pc:docMk/>
            <pc:sldMk cId="1429292821" sldId="2147471377"/>
            <ac:grpSpMk id="4" creationId="{16F6B5D2-ACF8-44E9-926A-5CC48155754F}"/>
          </ac:grpSpMkLst>
        </pc:grpChg>
        <pc:picChg chg="add mod">
          <ac:chgData name="Mhaskar, Sagar" userId="4eb62e65-a1a6-4a60-b9e4-5ac909b7cec9" providerId="ADAL" clId="{716AAC15-24E9-4C0E-8F25-C509ACBF6C08}" dt="2025-12-16T14:53:59.069" v="183" actId="14100"/>
          <ac:picMkLst>
            <pc:docMk/>
            <pc:sldMk cId="1429292821" sldId="2147471377"/>
            <ac:picMk id="6" creationId="{6CAFBBF2-26D8-6AE3-56ED-FFE9DF819C07}"/>
          </ac:picMkLst>
        </pc:picChg>
        <pc:cxnChg chg="mod">
          <ac:chgData name="Mhaskar, Sagar" userId="4eb62e65-a1a6-4a60-b9e4-5ac909b7cec9" providerId="ADAL" clId="{716AAC15-24E9-4C0E-8F25-C509ACBF6C08}" dt="2025-12-16T14:53:45.852" v="178" actId="478"/>
          <ac:cxnSpMkLst>
            <pc:docMk/>
            <pc:sldMk cId="1429292821" sldId="2147471377"/>
            <ac:cxnSpMk id="22" creationId="{B972460F-649A-45E2-9F1C-445AA20B4137}"/>
          </ac:cxnSpMkLst>
        </pc:cxnChg>
        <pc:cxnChg chg="mod">
          <ac:chgData name="Mhaskar, Sagar" userId="4eb62e65-a1a6-4a60-b9e4-5ac909b7cec9" providerId="ADAL" clId="{716AAC15-24E9-4C0E-8F25-C509ACBF6C08}" dt="2025-12-16T14:53:45.852" v="178" actId="478"/>
          <ac:cxnSpMkLst>
            <pc:docMk/>
            <pc:sldMk cId="1429292821" sldId="2147471377"/>
            <ac:cxnSpMk id="24" creationId="{0405A357-C4FC-4505-BDD5-BC1F622D3AAC}"/>
          </ac:cxnSpMkLst>
        </pc:cxnChg>
        <pc:cxnChg chg="mod">
          <ac:chgData name="Mhaskar, Sagar" userId="4eb62e65-a1a6-4a60-b9e4-5ac909b7cec9" providerId="ADAL" clId="{716AAC15-24E9-4C0E-8F25-C509ACBF6C08}" dt="2025-12-16T14:53:45.852" v="178" actId="478"/>
          <ac:cxnSpMkLst>
            <pc:docMk/>
            <pc:sldMk cId="1429292821" sldId="2147471377"/>
            <ac:cxnSpMk id="30" creationId="{EBD63C0D-059B-4E9E-AFFF-9B0C354107DC}"/>
          </ac:cxnSpMkLst>
        </pc:cxnChg>
        <pc:cxnChg chg="mod">
          <ac:chgData name="Mhaskar, Sagar" userId="4eb62e65-a1a6-4a60-b9e4-5ac909b7cec9" providerId="ADAL" clId="{716AAC15-24E9-4C0E-8F25-C509ACBF6C08}" dt="2025-12-16T14:53:45.852" v="178" actId="478"/>
          <ac:cxnSpMkLst>
            <pc:docMk/>
            <pc:sldMk cId="1429292821" sldId="2147471377"/>
            <ac:cxnSpMk id="52" creationId="{5A677BBC-6C73-41C1-878D-2F854BE107C9}"/>
          </ac:cxnSpMkLst>
        </pc:cxnChg>
        <pc:cxnChg chg="mod">
          <ac:chgData name="Mhaskar, Sagar" userId="4eb62e65-a1a6-4a60-b9e4-5ac909b7cec9" providerId="ADAL" clId="{716AAC15-24E9-4C0E-8F25-C509ACBF6C08}" dt="2025-12-16T14:53:45.852" v="178" actId="478"/>
          <ac:cxnSpMkLst>
            <pc:docMk/>
            <pc:sldMk cId="1429292821" sldId="2147471377"/>
            <ac:cxnSpMk id="54" creationId="{3B796F32-59DF-48AD-AA0A-0748F3EF8D2A}"/>
          </ac:cxnSpMkLst>
        </pc:cxnChg>
        <pc:cxnChg chg="mod">
          <ac:chgData name="Mhaskar, Sagar" userId="4eb62e65-a1a6-4a60-b9e4-5ac909b7cec9" providerId="ADAL" clId="{716AAC15-24E9-4C0E-8F25-C509ACBF6C08}" dt="2025-12-16T14:53:45.852" v="178" actId="478"/>
          <ac:cxnSpMkLst>
            <pc:docMk/>
            <pc:sldMk cId="1429292821" sldId="2147471377"/>
            <ac:cxnSpMk id="57" creationId="{6302064F-9551-43DA-9813-1589C2407CB7}"/>
          </ac:cxnSpMkLst>
        </pc:cxnChg>
        <pc:cxnChg chg="mod">
          <ac:chgData name="Mhaskar, Sagar" userId="4eb62e65-a1a6-4a60-b9e4-5ac909b7cec9" providerId="ADAL" clId="{716AAC15-24E9-4C0E-8F25-C509ACBF6C08}" dt="2025-12-16T14:53:45.852" v="178" actId="478"/>
          <ac:cxnSpMkLst>
            <pc:docMk/>
            <pc:sldMk cId="1429292821" sldId="2147471377"/>
            <ac:cxnSpMk id="64" creationId="{6387F769-C06A-409E-9033-BA104E62A4E9}"/>
          </ac:cxnSpMkLst>
        </pc:cxnChg>
      </pc:sldChg>
      <pc:sldChg chg="add mod modShow">
        <pc:chgData name="Mhaskar, Sagar" userId="4eb62e65-a1a6-4a60-b9e4-5ac909b7cec9" providerId="ADAL" clId="{716AAC15-24E9-4C0E-8F25-C509ACBF6C08}" dt="2025-12-16T14:54:41.713" v="185" actId="729"/>
        <pc:sldMkLst>
          <pc:docMk/>
          <pc:sldMk cId="1370575434" sldId="2147471379"/>
        </pc:sldMkLst>
      </pc:sldChg>
      <pc:sldChg chg="add mod modShow">
        <pc:chgData name="Mhaskar, Sagar" userId="4eb62e65-a1a6-4a60-b9e4-5ac909b7cec9" providerId="ADAL" clId="{716AAC15-24E9-4C0E-8F25-C509ACBF6C08}" dt="2025-12-16T14:54:41.713" v="185" actId="729"/>
        <pc:sldMkLst>
          <pc:docMk/>
          <pc:sldMk cId="1524100121" sldId="2147471414"/>
        </pc:sldMkLst>
      </pc:sldChg>
      <pc:sldChg chg="add mod modShow">
        <pc:chgData name="Mhaskar, Sagar" userId="4eb62e65-a1a6-4a60-b9e4-5ac909b7cec9" providerId="ADAL" clId="{716AAC15-24E9-4C0E-8F25-C509ACBF6C08}" dt="2025-12-16T14:54:41.713" v="185" actId="729"/>
        <pc:sldMkLst>
          <pc:docMk/>
          <pc:sldMk cId="1027720369" sldId="2147471415"/>
        </pc:sldMkLst>
      </pc:sldChg>
      <pc:sldChg chg="add">
        <pc:chgData name="Mhaskar, Sagar" userId="4eb62e65-a1a6-4a60-b9e4-5ac909b7cec9" providerId="ADAL" clId="{716AAC15-24E9-4C0E-8F25-C509ACBF6C08}" dt="2025-12-16T14:54:29.499" v="184"/>
        <pc:sldMkLst>
          <pc:docMk/>
          <pc:sldMk cId="1982574974" sldId="2147483487"/>
        </pc:sldMkLst>
      </pc:sldChg>
      <pc:sldChg chg="add">
        <pc:chgData name="Mhaskar, Sagar" userId="4eb62e65-a1a6-4a60-b9e4-5ac909b7cec9" providerId="ADAL" clId="{716AAC15-24E9-4C0E-8F25-C509ACBF6C08}" dt="2025-12-16T14:54:29.499" v="184"/>
        <pc:sldMkLst>
          <pc:docMk/>
          <pc:sldMk cId="3939170671" sldId="2147483488"/>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kpmgus.sharepoint.com/sites/US-TechnologyOffering/Shared%20Documents/General/TS&amp;A/IT%20Maturity%20Assessment/01%20Selling%20&amp;%20Delivering%20the%20IT%20Maturity%20Assessment/ITMA%20Excel%20Outputs/Detailed%20Assessment%20Outputs/Bobs%20Discount%20Furn"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kpmgus.sharepoint.com/sites/US-TechnologyOffering/Shared%20Documents/General/TS&amp;A/IT%20Maturity%20Assessment/01%20Selling%20&amp;%20Delivering%20the%20IT%20Maturity%20Assessment/ITMA%20Excel%20Outputs/Detailed%20Assessment%20Outputs/Bobs%20Discount%20Furn"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embeddings/oleObject2.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[Bob's Discount Furniture - 2025 Detailed Maturity Assessment (Analysis).xlsx]Results Pivot!PivotTable15</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'Results Pivot'!$C$4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'Results Pivot'!$B$5:$B$10</c:f>
              <c:strCache>
                <c:ptCount val="5"/>
                <c:pt idx="0">
                  <c:v>Align</c:v>
                </c:pt>
                <c:pt idx="1">
                  <c:v>Define</c:v>
                </c:pt>
                <c:pt idx="2">
                  <c:v>Change</c:v>
                </c:pt>
                <c:pt idx="3">
                  <c:v>Deliver</c:v>
                </c:pt>
                <c:pt idx="4">
                  <c:v>Sustain</c:v>
                </c:pt>
              </c:strCache>
            </c:strRef>
          </c:cat>
          <c:val>
            <c:numRef>
              <c:f>'Results Pivot'!$C$5:$C$10</c:f>
              <c:numCache>
                <c:formatCode>0.0</c:formatCode>
                <c:ptCount val="5"/>
                <c:pt idx="0">
                  <c:v>2.2202380952380953</c:v>
                </c:pt>
                <c:pt idx="1">
                  <c:v>2.7248062015503876</c:v>
                </c:pt>
                <c:pt idx="2">
                  <c:v>2.8596491228070176</c:v>
                </c:pt>
                <c:pt idx="3">
                  <c:v>2.92</c:v>
                </c:pt>
                <c:pt idx="4">
                  <c:v>2.5465838509316772</c:v>
                </c:pt>
              </c:numCache>
            </c:numRef>
          </c:val>
          <c:extLst>
            <c:ext xmlns:c16="http://schemas.microsoft.com/office/drawing/2014/chart" uri="{C3380CC4-5D6E-409C-BE32-E72D297353CC}">
              <c16:uniqueId val="{00000000-4B87-41B1-83EE-4A8C314EC549}"/>
            </c:ext>
          </c:extLst>
        </c:ser>
        <c:dLbls>
          <c:showLegendKey val="0"/>
          <c:showVal val="0"/>
          <c:showCatName val="0"/>
          <c:showSerName val="0"/>
          <c:showPercent val="0"/>
          <c:showBubbleSize val="0"/>
        </c:dLbls>
        <c:gapWidth val="219"/>
        <c:overlap val="-27"/>
        <c:axId val="1496016896"/>
        <c:axId val="1496015456"/>
      </c:barChart>
      <c:catAx>
        <c:axId val="1496016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96015456"/>
        <c:crosses val="autoZero"/>
        <c:auto val="1"/>
        <c:lblAlgn val="ctr"/>
        <c:lblOffset val="100"/>
        <c:noMultiLvlLbl val="0"/>
      </c:catAx>
      <c:valAx>
        <c:axId val="1496015456"/>
        <c:scaling>
          <c:orientation val="minMax"/>
          <c:max val="4"/>
          <c:min val="1"/>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4960168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[Bob's Discount Furniture - 2025 Detailed Maturity Assessment (Analysis).xlsx]Results Pivot!PivotTable17</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'Results Pivot'!$F$4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'Results Pivot'!$E$5:$E$11</c:f>
              <c:strCache>
                <c:ptCount val="6"/>
                <c:pt idx="0">
                  <c:v>Functional Process</c:v>
                </c:pt>
                <c:pt idx="1">
                  <c:v>People &amp; Culture</c:v>
                </c:pt>
                <c:pt idx="2">
                  <c:v>Service Delivery Model</c:v>
                </c:pt>
                <c:pt idx="3">
                  <c:v>Technology</c:v>
                </c:pt>
                <c:pt idx="4">
                  <c:v>Performance Insights &amp; Data</c:v>
                </c:pt>
                <c:pt idx="5">
                  <c:v>Governance</c:v>
                </c:pt>
              </c:strCache>
            </c:strRef>
          </c:cat>
          <c:val>
            <c:numRef>
              <c:f>'Results Pivot'!$F$5:$F$11</c:f>
              <c:numCache>
                <c:formatCode>0.0</c:formatCode>
                <c:ptCount val="6"/>
                <c:pt idx="0">
                  <c:v>2.8112094395280236</c:v>
                </c:pt>
                <c:pt idx="1">
                  <c:v>2.7138643067846608</c:v>
                </c:pt>
                <c:pt idx="2">
                  <c:v>2.6076696165191739</c:v>
                </c:pt>
                <c:pt idx="3">
                  <c:v>2.6371681415929205</c:v>
                </c:pt>
                <c:pt idx="4">
                  <c:v>2.5309734513274336</c:v>
                </c:pt>
                <c:pt idx="5">
                  <c:v>2.5988200589970503</c:v>
                </c:pt>
              </c:numCache>
            </c:numRef>
          </c:val>
          <c:extLst>
            <c:ext xmlns:c16="http://schemas.microsoft.com/office/drawing/2014/chart" uri="{C3380CC4-5D6E-409C-BE32-E72D297353CC}">
              <c16:uniqueId val="{00000000-81EF-4BC9-ACB0-6BD484E6C13F}"/>
            </c:ext>
          </c:extLst>
        </c:ser>
        <c:dLbls>
          <c:dLblPos val="outEnd"/>
          <c:showLegendKey val="0"/>
          <c:showVal val="1"/>
          <c:showCatName val="0"/>
          <c:showSerName val="0"/>
          <c:showPercent val="0"/>
          <c:showBubbleSize val="0"/>
        </c:dLbls>
        <c:gapWidth val="219"/>
        <c:overlap val="-27"/>
        <c:axId val="1133339632"/>
        <c:axId val="1133335792"/>
      </c:barChart>
      <c:catAx>
        <c:axId val="1133339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133335792"/>
        <c:crosses val="autoZero"/>
        <c:auto val="1"/>
        <c:lblAlgn val="ctr"/>
        <c:lblOffset val="100"/>
        <c:noMultiLvlLbl val="0"/>
      </c:catAx>
      <c:valAx>
        <c:axId val="1133335792"/>
        <c:scaling>
          <c:orientation val="minMax"/>
          <c:max val="4"/>
          <c:min val="1"/>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1333396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[Bob's Discount Furniture - 2025 Detailed Maturity Assessment (Analysis).xlsx]Maturity level Freq!PivotTable5</c:name>
    <c:fmtId val="-1"/>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5"/>
          </a:solidFill>
          <a:ln>
            <a:noFill/>
          </a:ln>
          <a:effectLst/>
        </c:spPr>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'Maturity level Freq'!$AU$3:$AU$4</c:f>
              <c:strCache>
                <c:ptCount val="1"/>
                <c:pt idx="0">
                  <c:v>1</c:v>
                </c:pt>
              </c:strCache>
            </c:strRef>
          </c:tx>
          <c:spPr>
            <a:solidFill>
              <a:srgbClr val="FF99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'Maturity level Freq'!$AT$5:$AT$22</c:f>
              <c:strCache>
                <c:ptCount val="17"/>
                <c:pt idx="0">
                  <c:v>IT Talent &amp; Communications Management</c:v>
                </c:pt>
                <c:pt idx="1">
                  <c:v>IT Portfolio Management</c:v>
                </c:pt>
                <c:pt idx="2">
                  <c:v>IT Vendor Management</c:v>
                </c:pt>
                <c:pt idx="3">
                  <c:v>IT Financial Management</c:v>
                </c:pt>
                <c:pt idx="4">
                  <c:v>Enterprise Architecture &amp; IT Operating Model Management</c:v>
                </c:pt>
                <c:pt idx="5">
                  <c:v>Knowledge Management</c:v>
                </c:pt>
                <c:pt idx="6">
                  <c:v>Strategy &amp; Investment Management</c:v>
                </c:pt>
                <c:pt idx="7">
                  <c:v>Recovery &amp; Resiliency Management</c:v>
                </c:pt>
                <c:pt idx="8">
                  <c:v>Incident Management</c:v>
                </c:pt>
                <c:pt idx="9">
                  <c:v>Monitoring &amp; Event Management</c:v>
                </c:pt>
                <c:pt idx="10">
                  <c:v>Threat Detection &amp; Response Management</c:v>
                </c:pt>
                <c:pt idx="11">
                  <c:v>Identity &amp; Access Management</c:v>
                </c:pt>
                <c:pt idx="12">
                  <c:v>IT Product/Team Management</c:v>
                </c:pt>
                <c:pt idx="13">
                  <c:v>Change &amp; Release Managment</c:v>
                </c:pt>
                <c:pt idx="14">
                  <c:v>Hosting Environment Management</c:v>
                </c:pt>
                <c:pt idx="15">
                  <c:v>Data Management &amp; Governance</c:v>
                </c:pt>
                <c:pt idx="16">
                  <c:v>Network Management</c:v>
                </c:pt>
              </c:strCache>
            </c:strRef>
          </c:cat>
          <c:val>
            <c:numRef>
              <c:f>'Maturity level Freq'!$AU$5:$AU$22</c:f>
              <c:numCache>
                <c:formatCode>0%</c:formatCode>
                <c:ptCount val="17"/>
                <c:pt idx="0">
                  <c:v>0.2638888888888889</c:v>
                </c:pt>
                <c:pt idx="1">
                  <c:v>0.19444444444444445</c:v>
                </c:pt>
                <c:pt idx="2">
                  <c:v>0.2878787878787879</c:v>
                </c:pt>
                <c:pt idx="3">
                  <c:v>0.11666666666666667</c:v>
                </c:pt>
                <c:pt idx="4">
                  <c:v>9.2592592592592587E-2</c:v>
                </c:pt>
                <c:pt idx="5">
                  <c:v>0.15238095238095239</c:v>
                </c:pt>
                <c:pt idx="6">
                  <c:v>0.10638297872340426</c:v>
                </c:pt>
                <c:pt idx="7">
                  <c:v>3.787878787878788E-2</c:v>
                </c:pt>
                <c:pt idx="8">
                  <c:v>3.787878787878788E-2</c:v>
                </c:pt>
                <c:pt idx="9">
                  <c:v>8.7301587301587297E-2</c:v>
                </c:pt>
                <c:pt idx="10">
                  <c:v>6.0606060606060608E-2</c:v>
                </c:pt>
                <c:pt idx="11">
                  <c:v>0.10185185185185185</c:v>
                </c:pt>
                <c:pt idx="12">
                  <c:v>9.45945945945946E-2</c:v>
                </c:pt>
                <c:pt idx="13">
                  <c:v>0.05</c:v>
                </c:pt>
                <c:pt idx="14">
                  <c:v>7.9365079365079361E-3</c:v>
                </c:pt>
                <c:pt idx="15">
                  <c:v>6.0606060606060608E-2</c:v>
                </c:pt>
                <c:pt idx="16">
                  <c:v>0</c:v>
                </c:pt>
              </c:numCache>
            </c:numRef>
          </c:val>
          <c:extLst>
            <c:ext xmlns:c16="http://schemas.microsoft.com/office/drawing/2014/chart" uri="{C3380CC4-5D6E-409C-BE32-E72D297353CC}">
              <c16:uniqueId val="{00000000-25FF-4CFD-95D1-F436A2E29B42}"/>
            </c:ext>
          </c:extLst>
        </c:ser>
        <c:ser>
          <c:idx val="1"/>
          <c:order val="1"/>
          <c:tx>
            <c:strRef>
              <c:f>'Maturity level Freq'!$AV$3:$AV$4</c:f>
              <c:strCache>
                <c:ptCount val="1"/>
                <c:pt idx="0">
                  <c:v>2</c:v>
                </c:pt>
              </c:strCache>
            </c:strRef>
          </c:tx>
          <c:spPr>
            <a:solidFill>
              <a:srgbClr val="FFFF6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'Maturity level Freq'!$AT$5:$AT$22</c:f>
              <c:strCache>
                <c:ptCount val="17"/>
                <c:pt idx="0">
                  <c:v>IT Talent &amp; Communications Management</c:v>
                </c:pt>
                <c:pt idx="1">
                  <c:v>IT Portfolio Management</c:v>
                </c:pt>
                <c:pt idx="2">
                  <c:v>IT Vendor Management</c:v>
                </c:pt>
                <c:pt idx="3">
                  <c:v>IT Financial Management</c:v>
                </c:pt>
                <c:pt idx="4">
                  <c:v>Enterprise Architecture &amp; IT Operating Model Management</c:v>
                </c:pt>
                <c:pt idx="5">
                  <c:v>Knowledge Management</c:v>
                </c:pt>
                <c:pt idx="6">
                  <c:v>Strategy &amp; Investment Management</c:v>
                </c:pt>
                <c:pt idx="7">
                  <c:v>Recovery &amp; Resiliency Management</c:v>
                </c:pt>
                <c:pt idx="8">
                  <c:v>Incident Management</c:v>
                </c:pt>
                <c:pt idx="9">
                  <c:v>Monitoring &amp; Event Management</c:v>
                </c:pt>
                <c:pt idx="10">
                  <c:v>Threat Detection &amp; Response Management</c:v>
                </c:pt>
                <c:pt idx="11">
                  <c:v>Identity &amp; Access Management</c:v>
                </c:pt>
                <c:pt idx="12">
                  <c:v>IT Product/Team Management</c:v>
                </c:pt>
                <c:pt idx="13">
                  <c:v>Change &amp; Release Managment</c:v>
                </c:pt>
                <c:pt idx="14">
                  <c:v>Hosting Environment Management</c:v>
                </c:pt>
                <c:pt idx="15">
                  <c:v>Data Management &amp; Governance</c:v>
                </c:pt>
                <c:pt idx="16">
                  <c:v>Network Management</c:v>
                </c:pt>
              </c:strCache>
            </c:strRef>
          </c:cat>
          <c:val>
            <c:numRef>
              <c:f>'Maturity level Freq'!$AV$5:$AV$22</c:f>
              <c:numCache>
                <c:formatCode>0%</c:formatCode>
                <c:ptCount val="17"/>
                <c:pt idx="0">
                  <c:v>0.63888888888888884</c:v>
                </c:pt>
                <c:pt idx="1">
                  <c:v>0.69444444444444442</c:v>
                </c:pt>
                <c:pt idx="2">
                  <c:v>0.5</c:v>
                </c:pt>
                <c:pt idx="3">
                  <c:v>0.6333333333333333</c:v>
                </c:pt>
                <c:pt idx="4">
                  <c:v>0.62962962962962965</c:v>
                </c:pt>
                <c:pt idx="5">
                  <c:v>0.42857142857142855</c:v>
                </c:pt>
                <c:pt idx="6">
                  <c:v>0.46808510638297873</c:v>
                </c:pt>
                <c:pt idx="7">
                  <c:v>0.53030303030303028</c:v>
                </c:pt>
                <c:pt idx="8">
                  <c:v>0.43181818181818182</c:v>
                </c:pt>
                <c:pt idx="9">
                  <c:v>0.36507936507936506</c:v>
                </c:pt>
                <c:pt idx="10">
                  <c:v>0.38636363636363635</c:v>
                </c:pt>
                <c:pt idx="11">
                  <c:v>0.34259259259259262</c:v>
                </c:pt>
                <c:pt idx="12">
                  <c:v>0.32432432432432434</c:v>
                </c:pt>
                <c:pt idx="13">
                  <c:v>0.29333333333333333</c:v>
                </c:pt>
                <c:pt idx="14">
                  <c:v>0.33333333333333331</c:v>
                </c:pt>
                <c:pt idx="15">
                  <c:v>0.27272727272727271</c:v>
                </c:pt>
                <c:pt idx="16">
                  <c:v>0.25</c:v>
                </c:pt>
              </c:numCache>
            </c:numRef>
          </c:val>
          <c:extLst>
            <c:ext xmlns:c16="http://schemas.microsoft.com/office/drawing/2014/chart" uri="{C3380CC4-5D6E-409C-BE32-E72D297353CC}">
              <c16:uniqueId val="{00000001-25FF-4CFD-95D1-F436A2E29B42}"/>
            </c:ext>
          </c:extLst>
        </c:ser>
        <c:ser>
          <c:idx val="2"/>
          <c:order val="2"/>
          <c:tx>
            <c:strRef>
              <c:f>'Maturity level Freq'!$AW$3:$AW$4</c:f>
              <c:strCache>
                <c:ptCount val="1"/>
                <c:pt idx="0">
                  <c:v>3</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'Maturity level Freq'!$AT$5:$AT$22</c:f>
              <c:strCache>
                <c:ptCount val="17"/>
                <c:pt idx="0">
                  <c:v>IT Talent &amp; Communications Management</c:v>
                </c:pt>
                <c:pt idx="1">
                  <c:v>IT Portfolio Management</c:v>
                </c:pt>
                <c:pt idx="2">
                  <c:v>IT Vendor Management</c:v>
                </c:pt>
                <c:pt idx="3">
                  <c:v>IT Financial Management</c:v>
                </c:pt>
                <c:pt idx="4">
                  <c:v>Enterprise Architecture &amp; IT Operating Model Management</c:v>
                </c:pt>
                <c:pt idx="5">
                  <c:v>Knowledge Management</c:v>
                </c:pt>
                <c:pt idx="6">
                  <c:v>Strategy &amp; Investment Management</c:v>
                </c:pt>
                <c:pt idx="7">
                  <c:v>Recovery &amp; Resiliency Management</c:v>
                </c:pt>
                <c:pt idx="8">
                  <c:v>Incident Management</c:v>
                </c:pt>
                <c:pt idx="9">
                  <c:v>Monitoring &amp; Event Management</c:v>
                </c:pt>
                <c:pt idx="10">
                  <c:v>Threat Detection &amp; Response Management</c:v>
                </c:pt>
                <c:pt idx="11">
                  <c:v>Identity &amp; Access Management</c:v>
                </c:pt>
                <c:pt idx="12">
                  <c:v>IT Product/Team Management</c:v>
                </c:pt>
                <c:pt idx="13">
                  <c:v>Change &amp; Release Managment</c:v>
                </c:pt>
                <c:pt idx="14">
                  <c:v>Hosting Environment Management</c:v>
                </c:pt>
                <c:pt idx="15">
                  <c:v>Data Management &amp; Governance</c:v>
                </c:pt>
                <c:pt idx="16">
                  <c:v>Network Management</c:v>
                </c:pt>
              </c:strCache>
            </c:strRef>
          </c:cat>
          <c:val>
            <c:numRef>
              <c:f>'Maturity level Freq'!$AW$5:$AW$22</c:f>
              <c:numCache>
                <c:formatCode>0%</c:formatCode>
                <c:ptCount val="17"/>
                <c:pt idx="0">
                  <c:v>8.3333333333333329E-2</c:v>
                </c:pt>
                <c:pt idx="1">
                  <c:v>0.1111111111111111</c:v>
                </c:pt>
                <c:pt idx="2">
                  <c:v>0.13636363636363635</c:v>
                </c:pt>
                <c:pt idx="3">
                  <c:v>0.23333333333333334</c:v>
                </c:pt>
                <c:pt idx="4">
                  <c:v>0.20370370370370369</c:v>
                </c:pt>
                <c:pt idx="5">
                  <c:v>0.3619047619047619</c:v>
                </c:pt>
                <c:pt idx="6">
                  <c:v>0.25531914893617019</c:v>
                </c:pt>
                <c:pt idx="7">
                  <c:v>0.2878787878787879</c:v>
                </c:pt>
                <c:pt idx="8">
                  <c:v>0.44696969696969696</c:v>
                </c:pt>
                <c:pt idx="9">
                  <c:v>0.42857142857142855</c:v>
                </c:pt>
                <c:pt idx="10">
                  <c:v>0.39393939393939392</c:v>
                </c:pt>
                <c:pt idx="11">
                  <c:v>0.41666666666666669</c:v>
                </c:pt>
                <c:pt idx="12">
                  <c:v>0.27927927927927926</c:v>
                </c:pt>
                <c:pt idx="13">
                  <c:v>0.37</c:v>
                </c:pt>
                <c:pt idx="14">
                  <c:v>0.46825396825396826</c:v>
                </c:pt>
                <c:pt idx="15">
                  <c:v>0.32323232323232326</c:v>
                </c:pt>
                <c:pt idx="16">
                  <c:v>0.45370370370370372</c:v>
                </c:pt>
              </c:numCache>
            </c:numRef>
          </c:val>
          <c:extLst>
            <c:ext xmlns:c16="http://schemas.microsoft.com/office/drawing/2014/chart" uri="{C3380CC4-5D6E-409C-BE32-E72D297353CC}">
              <c16:uniqueId val="{00000002-25FF-4CFD-95D1-F436A2E29B42}"/>
            </c:ext>
          </c:extLst>
        </c:ser>
        <c:ser>
          <c:idx val="3"/>
          <c:order val="3"/>
          <c:tx>
            <c:strRef>
              <c:f>'Maturity level Freq'!$AX$3:$AX$4</c:f>
              <c:strCache>
                <c:ptCount val="1"/>
                <c:pt idx="0">
                  <c:v>4</c:v>
                </c:pt>
              </c:strCache>
            </c:strRef>
          </c:tx>
          <c:spPr>
            <a:solidFill>
              <a:srgbClr val="60D7F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'Maturity level Freq'!$AT$5:$AT$22</c:f>
              <c:strCache>
                <c:ptCount val="17"/>
                <c:pt idx="0">
                  <c:v>IT Talent &amp; Communications Management</c:v>
                </c:pt>
                <c:pt idx="1">
                  <c:v>IT Portfolio Management</c:v>
                </c:pt>
                <c:pt idx="2">
                  <c:v>IT Vendor Management</c:v>
                </c:pt>
                <c:pt idx="3">
                  <c:v>IT Financial Management</c:v>
                </c:pt>
                <c:pt idx="4">
                  <c:v>Enterprise Architecture &amp; IT Operating Model Management</c:v>
                </c:pt>
                <c:pt idx="5">
                  <c:v>Knowledge Management</c:v>
                </c:pt>
                <c:pt idx="6">
                  <c:v>Strategy &amp; Investment Management</c:v>
                </c:pt>
                <c:pt idx="7">
                  <c:v>Recovery &amp; Resiliency Management</c:v>
                </c:pt>
                <c:pt idx="8">
                  <c:v>Incident Management</c:v>
                </c:pt>
                <c:pt idx="9">
                  <c:v>Monitoring &amp; Event Management</c:v>
                </c:pt>
                <c:pt idx="10">
                  <c:v>Threat Detection &amp; Response Management</c:v>
                </c:pt>
                <c:pt idx="11">
                  <c:v>Identity &amp; Access Management</c:v>
                </c:pt>
                <c:pt idx="12">
                  <c:v>IT Product/Team Management</c:v>
                </c:pt>
                <c:pt idx="13">
                  <c:v>Change &amp; Release Managment</c:v>
                </c:pt>
                <c:pt idx="14">
                  <c:v>Hosting Environment Management</c:v>
                </c:pt>
                <c:pt idx="15">
                  <c:v>Data Management &amp; Governance</c:v>
                </c:pt>
                <c:pt idx="16">
                  <c:v>Network Management</c:v>
                </c:pt>
              </c:strCache>
            </c:strRef>
          </c:cat>
          <c:val>
            <c:numRef>
              <c:f>'Maturity level Freq'!$AX$5:$AX$22</c:f>
              <c:numCache>
                <c:formatCode>0%</c:formatCode>
                <c:ptCount val="17"/>
                <c:pt idx="0">
                  <c:v>1.3888888888888888E-2</c:v>
                </c:pt>
                <c:pt idx="1">
                  <c:v>0</c:v>
                </c:pt>
                <c:pt idx="2">
                  <c:v>7.575757575757576E-2</c:v>
                </c:pt>
                <c:pt idx="3">
                  <c:v>1.6666666666666666E-2</c:v>
                </c:pt>
                <c:pt idx="4">
                  <c:v>7.407407407407407E-2</c:v>
                </c:pt>
                <c:pt idx="5">
                  <c:v>5.7142857142857141E-2</c:v>
                </c:pt>
                <c:pt idx="6">
                  <c:v>0.14893617021276595</c:v>
                </c:pt>
                <c:pt idx="7">
                  <c:v>0.14393939393939395</c:v>
                </c:pt>
                <c:pt idx="8">
                  <c:v>8.3333333333333329E-2</c:v>
                </c:pt>
                <c:pt idx="9">
                  <c:v>0.11904761904761904</c:v>
                </c:pt>
                <c:pt idx="10">
                  <c:v>0.14393939393939395</c:v>
                </c:pt>
                <c:pt idx="11">
                  <c:v>0.1388888888888889</c:v>
                </c:pt>
                <c:pt idx="12">
                  <c:v>0.23423423423423423</c:v>
                </c:pt>
                <c:pt idx="13">
                  <c:v>0.26</c:v>
                </c:pt>
                <c:pt idx="14">
                  <c:v>0.18253968253968253</c:v>
                </c:pt>
                <c:pt idx="15">
                  <c:v>0.29797979797979796</c:v>
                </c:pt>
                <c:pt idx="16">
                  <c:v>0.20370370370370369</c:v>
                </c:pt>
              </c:numCache>
            </c:numRef>
          </c:val>
          <c:extLst>
            <c:ext xmlns:c16="http://schemas.microsoft.com/office/drawing/2014/chart" uri="{C3380CC4-5D6E-409C-BE32-E72D297353CC}">
              <c16:uniqueId val="{00000003-25FF-4CFD-95D1-F436A2E29B42}"/>
            </c:ext>
          </c:extLst>
        </c:ser>
        <c:ser>
          <c:idx val="4"/>
          <c:order val="4"/>
          <c:tx>
            <c:strRef>
              <c:f>'Maturity level Freq'!$AY$3:$AY$4</c:f>
              <c:strCache>
                <c:ptCount val="1"/>
                <c:pt idx="0">
                  <c:v>5</c:v>
                </c:pt>
              </c:strCache>
            </c:strRef>
          </c:tx>
          <c:spPr>
            <a:solidFill>
              <a:srgbClr val="00338D"/>
            </a:solidFill>
            <a:ln>
              <a:noFill/>
            </a:ln>
            <a:effectLst/>
          </c:spPr>
          <c:invertIfNegative val="0"/>
          <c:dLbls>
            <c:dLbl>
              <c:idx val="0"/>
              <c:layout>
                <c:manualLayout>
                  <c:x val="1.4172335600906822E-2"/>
                  <c:y val="1.3261806675020826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5FF-4CFD-95D1-F436A2E29B42}"/>
                </c:ext>
              </c:extLst>
            </c:dLbl>
            <c:dLbl>
              <c:idx val="3"/>
              <c:layout>
                <c:manualLayout>
                  <c:x val="1.4172335600906822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5FF-4CFD-95D1-F436A2E29B42}"/>
                </c:ext>
              </c:extLst>
            </c:dLbl>
            <c:dLbl>
              <c:idx val="6"/>
              <c:layout>
                <c:manualLayout>
                  <c:x val="2.1258503401360544E-2"/>
                  <c:y val="5.3047226700083302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5FF-4CFD-95D1-F436A2E29B42}"/>
                </c:ext>
              </c:extLst>
            </c:dLbl>
            <c:dLbl>
              <c:idx val="10"/>
              <c:layout>
                <c:manualLayout>
                  <c:x val="1.984126984126984E-2"/>
                  <c:y val="1.060944534001666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5FF-4CFD-95D1-F436A2E29B42}"/>
                </c:ext>
              </c:extLst>
            </c:dLbl>
            <c:dLbl>
              <c:idx val="12"/>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8-25FF-4CFD-95D1-F436A2E29B42}"/>
                </c:ext>
              </c:extLst>
            </c:dLbl>
            <c:dLbl>
              <c:idx val="13"/>
              <c:layout>
                <c:manualLayout>
                  <c:x val="2.2675736961451039E-2"/>
                  <c:y val="1.060944534001666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5FF-4CFD-95D1-F436A2E29B42}"/>
                </c:ext>
              </c:extLst>
            </c:dLbl>
            <c:dLbl>
              <c:idx val="14"/>
              <c:layout>
                <c:manualLayout>
                  <c:x val="1.7006802721088437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5FF-4CFD-95D1-F436A2E29B42}"/>
                </c:ext>
              </c:extLst>
            </c:dLbl>
            <c:dLbl>
              <c:idx val="15"/>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B-25FF-4CFD-95D1-F436A2E29B42}"/>
                </c:ext>
              </c:extLst>
            </c:dLbl>
            <c:dLbl>
              <c:idx val="16"/>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C-25FF-4CFD-95D1-F436A2E29B4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'Maturity level Freq'!$AT$5:$AT$22</c:f>
              <c:strCache>
                <c:ptCount val="17"/>
                <c:pt idx="0">
                  <c:v>IT Talent &amp; Communications Management</c:v>
                </c:pt>
                <c:pt idx="1">
                  <c:v>IT Portfolio Management</c:v>
                </c:pt>
                <c:pt idx="2">
                  <c:v>IT Vendor Management</c:v>
                </c:pt>
                <c:pt idx="3">
                  <c:v>IT Financial Management</c:v>
                </c:pt>
                <c:pt idx="4">
                  <c:v>Enterprise Architecture &amp; IT Operating Model Management</c:v>
                </c:pt>
                <c:pt idx="5">
                  <c:v>Knowledge Management</c:v>
                </c:pt>
                <c:pt idx="6">
                  <c:v>Strategy &amp; Investment Management</c:v>
                </c:pt>
                <c:pt idx="7">
                  <c:v>Recovery &amp; Resiliency Management</c:v>
                </c:pt>
                <c:pt idx="8">
                  <c:v>Incident Management</c:v>
                </c:pt>
                <c:pt idx="9">
                  <c:v>Monitoring &amp; Event Management</c:v>
                </c:pt>
                <c:pt idx="10">
                  <c:v>Threat Detection &amp; Response Management</c:v>
                </c:pt>
                <c:pt idx="11">
                  <c:v>Identity &amp; Access Management</c:v>
                </c:pt>
                <c:pt idx="12">
                  <c:v>IT Product/Team Management</c:v>
                </c:pt>
                <c:pt idx="13">
                  <c:v>Change &amp; Release Managment</c:v>
                </c:pt>
                <c:pt idx="14">
                  <c:v>Hosting Environment Management</c:v>
                </c:pt>
                <c:pt idx="15">
                  <c:v>Data Management &amp; Governance</c:v>
                </c:pt>
                <c:pt idx="16">
                  <c:v>Network Management</c:v>
                </c:pt>
              </c:strCache>
            </c:strRef>
          </c:cat>
          <c:val>
            <c:numRef>
              <c:f>'Maturity level Freq'!$AY$5:$AY$22</c:f>
              <c:numCache>
                <c:formatCode>0%</c:formatCode>
                <c:ptCount val="17"/>
                <c:pt idx="0">
                  <c:v>0</c:v>
                </c:pt>
                <c:pt idx="1">
                  <c:v>0</c:v>
                </c:pt>
                <c:pt idx="2">
                  <c:v>0</c:v>
                </c:pt>
                <c:pt idx="3">
                  <c:v>0</c:v>
                </c:pt>
                <c:pt idx="4">
                  <c:v>0</c:v>
                </c:pt>
                <c:pt idx="5">
                  <c:v>0</c:v>
                </c:pt>
                <c:pt idx="6">
                  <c:v>2.1276595744680851E-2</c:v>
                </c:pt>
                <c:pt idx="7">
                  <c:v>0</c:v>
                </c:pt>
                <c:pt idx="8">
                  <c:v>0</c:v>
                </c:pt>
                <c:pt idx="9">
                  <c:v>0</c:v>
                </c:pt>
                <c:pt idx="10">
                  <c:v>1.5151515151515152E-2</c:v>
                </c:pt>
                <c:pt idx="11">
                  <c:v>0</c:v>
                </c:pt>
                <c:pt idx="12">
                  <c:v>6.7567567567567571E-2</c:v>
                </c:pt>
                <c:pt idx="13">
                  <c:v>2.6666666666666668E-2</c:v>
                </c:pt>
                <c:pt idx="14">
                  <c:v>7.9365079365079361E-3</c:v>
                </c:pt>
                <c:pt idx="15">
                  <c:v>4.5454545454545456E-2</c:v>
                </c:pt>
                <c:pt idx="16">
                  <c:v>9.2592592592592587E-2</c:v>
                </c:pt>
              </c:numCache>
            </c:numRef>
          </c:val>
          <c:extLst>
            <c:ext xmlns:c16="http://schemas.microsoft.com/office/drawing/2014/chart" uri="{C3380CC4-5D6E-409C-BE32-E72D297353CC}">
              <c16:uniqueId val="{0000000D-25FF-4CFD-95D1-F436A2E29B42}"/>
            </c:ext>
          </c:extLst>
        </c:ser>
        <c:dLbls>
          <c:dLblPos val="ctr"/>
          <c:showLegendKey val="0"/>
          <c:showVal val="1"/>
          <c:showCatName val="0"/>
          <c:showSerName val="0"/>
          <c:showPercent val="0"/>
          <c:showBubbleSize val="0"/>
        </c:dLbls>
        <c:gapWidth val="50"/>
        <c:overlap val="100"/>
        <c:axId val="1061891984"/>
        <c:axId val="1061893424"/>
      </c:barChart>
      <c:catAx>
        <c:axId val="1061891984"/>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061893424"/>
        <c:crosses val="autoZero"/>
        <c:auto val="1"/>
        <c:lblAlgn val="ctr"/>
        <c:lblOffset val="100"/>
        <c:noMultiLvlLbl val="0"/>
      </c:catAx>
      <c:valAx>
        <c:axId val="1061893424"/>
        <c:scaling>
          <c:orientation val="minMax"/>
          <c:max val="1"/>
        </c:scaling>
        <c:delete val="0"/>
        <c:axPos val="t"/>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0618919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17/12/2025</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17/12/2025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DFB5B-B03E-C459-B34A-7C2D1B229F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2C8EE2-18D7-9733-63B4-F755DB075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160C6B-41A4-C998-6EFC-CB1FD05AD0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263DAC-67F3-76B4-B09E-13EBBDE3C6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53231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16AF8-C576-C8F6-8FFA-A7E06AF1F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D26A9-479E-5513-2D39-7CD175732E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1DB53-C31A-FDA3-5E9C-2F46428127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CF6DBD8-C9C3-4F14-8172-6C3D1BAB51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F9AF80-6862-4748-A2D5-D820FB34175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739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CE3CB-4EB1-D995-3E7F-B1A8FAE31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E94112-4DE2-C3D2-A582-26C51317A1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08E48-523F-D9C2-FF41-673090D334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06EC82-05D0-12AC-12B1-014EA5C10B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19085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E9CAC-70D8-1BE1-2B3B-DD8DCAE51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297210-6D37-ECD7-917F-76D38F27FE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950BF-180A-527C-0882-8D0F70EE6F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7F54C0-59FA-357A-0826-5B671EC2A4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50471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8F047-1700-7D1D-1EC4-86BCA3E2DD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791AFB-7373-684D-54FD-B7B1155387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29FCB-6540-1A1B-9143-AB4C7EF021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3D03227-06FE-7E21-FDC4-7CC0673AA8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46445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08791-1254-FA64-2463-6715BB176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72BD7-E853-D328-0322-6395DD83A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3370E-ADCB-CBF7-28E2-4C1BFECEC4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8E7092-E151-460F-E186-0D6A4F110F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074947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59509-3824-F030-E081-16600C081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FFF37-0351-2999-5142-475D2B325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4E806-BC0D-803E-E949-1C3885ED2A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B2B618-8695-424B-D0FA-6D8E33B124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87787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05FD9-8949-D245-3DA2-F9F0BC0FE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C0F35F-23BE-B108-F581-78645316A0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2FB86-82F5-3607-F254-9C791032BC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1465FA-2E0E-42CF-129D-D0ADAE8B8E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30094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7E489-845F-0247-EAFA-9A6EF6757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F38BF-7591-A39E-DD13-B9CA9085A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6673EF-ADBB-54A6-8126-8B6494E235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114FA7-822A-087E-8B59-EF73D695A6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0905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E33F2-3F3E-4DD2-59EE-90110728C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0BA37-3FB3-E712-372B-61E8ED06E3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D19C7-20BC-99D0-3006-793EEF08A4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8C2DF2A-655E-0DE6-FD18-717E86A34B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68372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93464-8CC4-FF84-6706-4E99F14BC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49552-4040-AF74-2510-C5BF3C273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3CA511-6046-06E3-FD1E-427B97B31BA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C5F8F8-7345-7D7F-7EF3-51C7D720E2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26843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C3794-909D-E11D-34FA-CD63B6C04D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171F1-206D-09A9-7BE1-E87E9470A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BF7476-12A4-49DD-E438-DDBACB6ED6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DBC331-99AE-7AF9-5577-4344F9E49F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64001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6DDF9-AE95-0F9A-201E-51F34F4FD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24B0C-0F72-68E0-8F2F-5C30B2BEB2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E7354-BA01-6BE8-813D-ABF88AA92C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B80C96F-7D8B-AC6D-EFEB-38B740C39A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44473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3FDB8-4053-38F5-EA88-3BC4BA1C2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FDE97-5F1D-EC0E-D1E2-26A251DEB9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BB115-639A-A863-EEFA-DE04810F2A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D08CE9-1E49-8F17-D477-367F969A9A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38653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D30C2-21EF-48A7-E482-841E9D11A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E3A6C-7CCB-34FF-CE96-ABFAA43A27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52828F-C609-5393-530D-9767DC0644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A098F0-C98A-21D2-CEC1-C736ECE88C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281729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over with window on right">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CFD780-CCF7-9A00-E18B-D9A74633915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500"/>
            <a:ext cx="12192000" cy="6858000"/>
          </a:xfrm>
          <a:prstGeom prst="rect">
            <a:avLst/>
          </a:prstGeom>
        </p:spPr>
      </p:pic>
      <p:sp>
        <p:nvSpPr>
          <p:cNvPr id="2" name="Title 1"/>
          <p:cNvSpPr>
            <a:spLocks noGrp="1"/>
          </p:cNvSpPr>
          <p:nvPr>
            <p:ph type="ctrTitle" hasCustomPrompt="1"/>
          </p:nvPr>
        </p:nvSpPr>
        <p:spPr>
          <a:xfrm>
            <a:off x="741302" y="1456388"/>
            <a:ext cx="5506648"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5506648"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521133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over with white text">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BCBBF4-2541-57A9-5B7D-464BEEA1EA2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741302" y="1456388"/>
            <a:ext cx="5506648"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5506648"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2489027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over with window on left">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6077768-6C2D-7EB5-5C26-572E4DE76DA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p:cNvSpPr>
            <a:spLocks noGrp="1"/>
          </p:cNvSpPr>
          <p:nvPr>
            <p:ph type="ctrTitle" hasCustomPrompt="1"/>
          </p:nvPr>
        </p:nvSpPr>
        <p:spPr>
          <a:xfrm>
            <a:off x="6008914" y="1456388"/>
            <a:ext cx="5355772" cy="3220115"/>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6008914" y="4832837"/>
            <a:ext cx="5355772"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0938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over with blue text">
    <p:bg>
      <p:bgPr>
        <a:solidFill>
          <a:schemeClr val="bg1"/>
        </a:solidFill>
        <a:effectLst/>
      </p:bgPr>
    </p:bg>
    <p:spTree>
      <p:nvGrpSpPr>
        <p:cNvPr id="1" name=""/>
        <p:cNvGrpSpPr/>
        <p:nvPr/>
      </p:nvGrpSpPr>
      <p:grpSpPr>
        <a:xfrm>
          <a:off x="0" y="0"/>
          <a:ext cx="0" cy="0"/>
          <a:chOff x="0" y="0"/>
          <a:chExt cx="0" cy="0"/>
        </a:xfrm>
      </p:grpSpPr>
      <p:pic>
        <p:nvPicPr>
          <p:cNvPr id="11" name="Picture 10" descr="A person holding a tablet&#10;&#10;AI-generated content may be incorrect.">
            <a:extLst>
              <a:ext uri="{FF2B5EF4-FFF2-40B4-BE49-F238E27FC236}">
                <a16:creationId xmlns:a16="http://schemas.microsoft.com/office/drawing/2014/main" id="{24346587-3928-F3DD-CC37-FFA7ECF0AE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741302" y="1456388"/>
            <a:ext cx="5506648" cy="3442681"/>
          </a:xfrm>
          <a:noFill/>
          <a:ln w="3175">
            <a:noFill/>
            <a:prstDash val="lgDash"/>
          </a:ln>
        </p:spPr>
        <p:txBody>
          <a:bodyPr lIns="0" tIns="0" rIns="0" bIns="0" anchor="t" anchorCtr="0">
            <a:noAutofit/>
          </a:bodyPr>
          <a:lstStyle>
            <a:lvl1pPr algn="l">
              <a:defRPr sz="6600" baseline="0">
                <a:solidFill>
                  <a:schemeClr val="tx2"/>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5506648" cy="810000"/>
          </a:xfrm>
          <a:ln w="3175">
            <a:noFill/>
            <a:prstDash val="lgDash"/>
          </a:ln>
        </p:spPr>
        <p:txBody>
          <a:bodyPr wrap="square" anchor="b">
            <a:noAutofit/>
          </a:bodyPr>
          <a:lstStyle>
            <a:lvl1pPr>
              <a:defRPr sz="1400" b="1">
                <a:solidFill>
                  <a:schemeClr val="tx2"/>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368831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Motion texture background">
    <p:bg>
      <p:bgPr>
        <a:solidFill>
          <a:schemeClr val="accent2"/>
        </a:solidFill>
        <a:effectLst/>
      </p:bgPr>
    </p:bg>
    <p:spTree>
      <p:nvGrpSpPr>
        <p:cNvPr id="1" name=""/>
        <p:cNvGrpSpPr/>
        <p:nvPr/>
      </p:nvGrpSpPr>
      <p:grpSpPr>
        <a:xfrm>
          <a:off x="0" y="0"/>
          <a:ext cx="0" cy="0"/>
          <a:chOff x="0" y="0"/>
          <a:chExt cx="0" cy="0"/>
        </a:xfrm>
      </p:grpSpPr>
      <p:pic>
        <p:nvPicPr>
          <p:cNvPr id="5" name="Picture 4" descr="A blue background with white lines&#10;&#10;AI-generated content may be incorrect.">
            <a:extLst>
              <a:ext uri="{FF2B5EF4-FFF2-40B4-BE49-F238E27FC236}">
                <a16:creationId xmlns:a16="http://schemas.microsoft.com/office/drawing/2014/main" id="{144DCA1F-9CAB-7513-C691-0E4DD1E8F23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741301" y="1470479"/>
            <a:ext cx="6350010" cy="4445007"/>
          </a:xfrm>
          <a:prstGeom prst="rect">
            <a:avLst/>
          </a:prstGeom>
          <a:solidFill>
            <a:schemeClr val="bg2"/>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5765982" cy="2903488"/>
          </a:xfrm>
          <a:noFill/>
          <a:ln w="3175">
            <a:noFill/>
            <a:prstDash val="lgDash"/>
          </a:ln>
        </p:spPr>
        <p:txBody>
          <a:bodyPr lIns="0" tIns="0" rIns="0" bIns="0" anchor="t" anchorCtr="0">
            <a:noAutofit/>
          </a:bodyPr>
          <a:lstStyle>
            <a:lvl1pPr algn="l">
              <a:defRPr sz="6600" baseline="0">
                <a:solidFill>
                  <a:schemeClr val="tx2"/>
                </a:solidFill>
              </a:defRPr>
            </a:lvl1pPr>
          </a:lstStyle>
          <a:p>
            <a:r>
              <a:rPr lang="en-GB"/>
              <a:t>Title slide text only</a:t>
            </a:r>
            <a:endParaRPr lang="en-US"/>
          </a:p>
        </p:txBody>
      </p:sp>
      <p:sp>
        <p:nvSpPr>
          <p:cNvPr id="6" name="Text Placeholder 3"/>
          <p:cNvSpPr>
            <a:spLocks noGrp="1"/>
          </p:cNvSpPr>
          <p:nvPr>
            <p:ph type="body" sz="quarter" idx="11"/>
          </p:nvPr>
        </p:nvSpPr>
        <p:spPr>
          <a:xfrm>
            <a:off x="1017666" y="4752153"/>
            <a:ext cx="5765982" cy="816606"/>
          </a:xfrm>
          <a:ln w="3175">
            <a:noFill/>
            <a:prstDash val="lgDash"/>
          </a:ln>
        </p:spPr>
        <p:txBody>
          <a:bodyPr wrap="square" anchor="b">
            <a:noAutofit/>
          </a:bodyPr>
          <a:lstStyle>
            <a:lvl1pPr>
              <a:defRPr sz="1400" b="1">
                <a:solidFill>
                  <a:schemeClr val="tx2"/>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9" name="Graphic 8">
            <a:extLst>
              <a:ext uri="{FF2B5EF4-FFF2-40B4-BE49-F238E27FC236}">
                <a16:creationId xmlns:a16="http://schemas.microsoft.com/office/drawing/2014/main" id="{3AE81D1E-EC03-4E35-9F55-9751C67CE02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13244656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Window_Dark background">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741301" y="1470479"/>
            <a:ext cx="6350010" cy="4445007"/>
          </a:xfrm>
          <a:prstGeom prst="rect">
            <a:avLst/>
          </a:prstGeom>
          <a:solidFill>
            <a:schemeClr val="accent1"/>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017666" y="4752153"/>
            <a:ext cx="5765982" cy="816606"/>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9" name="Graphic 8">
            <a:extLst>
              <a:ext uri="{FF2B5EF4-FFF2-40B4-BE49-F238E27FC236}">
                <a16:creationId xmlns:a16="http://schemas.microsoft.com/office/drawing/2014/main" id="{3AE81D1E-EC03-4E35-9F55-9751C67CE0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85271779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Vertical Window_Dark background">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741301" y="1470479"/>
            <a:ext cx="3099633" cy="4410949"/>
          </a:xfrm>
          <a:prstGeom prst="rect">
            <a:avLst/>
          </a:prstGeom>
          <a:solidFill>
            <a:schemeClr val="accent1"/>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017666" y="4752153"/>
            <a:ext cx="2487267" cy="81577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7" name="Graphic 6">
            <a:extLst>
              <a:ext uri="{FF2B5EF4-FFF2-40B4-BE49-F238E27FC236}">
                <a16:creationId xmlns:a16="http://schemas.microsoft.com/office/drawing/2014/main" id="{38ADB91F-075F-40EA-BBF8-09E1B53E17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3797359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Window_Light background">
    <p:bg>
      <p:bgPr>
        <a:gradFill>
          <a:gsLst>
            <a:gs pos="0">
              <a:schemeClr val="accent4"/>
            </a:gs>
            <a:gs pos="100000">
              <a:schemeClr val="bg2"/>
            </a:gs>
          </a:gsLst>
          <a:lin ang="0" scaled="1"/>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741301" y="1470479"/>
            <a:ext cx="6350010" cy="4445007"/>
          </a:xfrm>
          <a:prstGeom prst="rect">
            <a:avLst/>
          </a:prstGeom>
          <a:gradFill>
            <a:gsLst>
              <a:gs pos="100000">
                <a:schemeClr val="accent1"/>
              </a:gs>
              <a:gs pos="0">
                <a:schemeClr val="tx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017666" y="4752153"/>
            <a:ext cx="5765982" cy="816606"/>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9" name="Graphic 8">
            <a:extLst>
              <a:ext uri="{FF2B5EF4-FFF2-40B4-BE49-F238E27FC236}">
                <a16:creationId xmlns:a16="http://schemas.microsoft.com/office/drawing/2014/main" id="{3AE81D1E-EC03-4E35-9F55-9751C67CE0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290262517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Vertical Window_Light background">
    <p:bg>
      <p:bgPr>
        <a:gradFill flip="none" rotWithShape="1">
          <a:gsLst>
            <a:gs pos="0">
              <a:schemeClr val="accent4"/>
            </a:gs>
            <a:gs pos="100000">
              <a:schemeClr val="bg2"/>
            </a:gs>
          </a:gsLst>
          <a:lin ang="0" scaled="1"/>
          <a:tileRect/>
        </a:gra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741301" y="1470479"/>
            <a:ext cx="3099633" cy="4410949"/>
          </a:xfrm>
          <a:prstGeom prst="rect">
            <a:avLst/>
          </a:prstGeom>
          <a:gradFill>
            <a:gsLst>
              <a:gs pos="100000">
                <a:schemeClr val="accent1"/>
              </a:gs>
              <a:gs pos="0">
                <a:schemeClr val="tx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017666" y="4752153"/>
            <a:ext cx="2487267" cy="81577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7" name="Graphic 6">
            <a:extLst>
              <a:ext uri="{FF2B5EF4-FFF2-40B4-BE49-F238E27FC236}">
                <a16:creationId xmlns:a16="http://schemas.microsoft.com/office/drawing/2014/main" id="{38ADB91F-075F-40EA-BBF8-09E1B53E17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2713609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09676"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3826175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41302" y="1456388"/>
            <a:ext cx="5506648"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5007009"/>
            <a:ext cx="5506648" cy="810000"/>
          </a:xfrm>
          <a:ln w="3175">
            <a:noFill/>
            <a:prstDash val="lgDash"/>
          </a:ln>
        </p:spPr>
        <p:txBody>
          <a:bodyPr wrap="square" anchor="b">
            <a:noAutofit/>
          </a:bodyPr>
          <a:lstStyle>
            <a:lvl1pPr>
              <a:defRPr sz="1400" b="1">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686141" y="736722"/>
            <a:ext cx="3764557" cy="539125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1948208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light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99F4025-D6D1-3FCA-5131-3FE2BFC2B5A4}"/>
              </a:ext>
            </a:extLst>
          </p:cNvPr>
          <p:cNvSpPr>
            <a:spLocks noGrp="1"/>
          </p:cNvSpPr>
          <p:nvPr>
            <p:ph type="pic" sz="quarter" idx="24"/>
          </p:nvPr>
        </p:nvSpPr>
        <p:spPr>
          <a:xfrm>
            <a:off x="1" y="0"/>
            <a:ext cx="6509442" cy="6029325"/>
          </a:xfr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lvl1pPr algn="ctr">
              <a:defRPr lang="en-US" sz="1500">
                <a:solidFill>
                  <a:schemeClr val="bg1"/>
                </a:solidFill>
              </a:defRPr>
            </a:lvl1pPr>
          </a:lstStyle>
          <a:p>
            <a:pPr lvl="0"/>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2296814"/>
            <a:ext cx="4020256" cy="533400"/>
          </a:xfrm>
        </p:spPr>
        <p:txBody>
          <a:bodyPr anchor="ctr"/>
          <a:lstStyle>
            <a:lvl1pPr>
              <a:defRPr sz="6600">
                <a:solidFill>
                  <a:schemeClr val="tx2"/>
                </a:solidFill>
              </a:defRPr>
            </a:lvl1pPr>
          </a:lstStyle>
          <a:p>
            <a:r>
              <a:rPr lang="en-US"/>
              <a:t>Click to edit Master title style</a:t>
            </a:r>
            <a:endParaRPr lang="en-GB"/>
          </a:p>
        </p:txBody>
      </p:sp>
      <p:sp>
        <p:nvSpPr>
          <p:cNvPr id="3" name="Text Placeholder 22">
            <a:extLst>
              <a:ext uri="{FF2B5EF4-FFF2-40B4-BE49-F238E27FC236}">
                <a16:creationId xmlns:a16="http://schemas.microsoft.com/office/drawing/2014/main" id="{B27649C9-300B-0A43-CF29-9A706DD5F417}"/>
              </a:ext>
            </a:extLst>
          </p:cNvPr>
          <p:cNvSpPr>
            <a:spLocks noGrp="1"/>
          </p:cNvSpPr>
          <p:nvPr>
            <p:ph type="body" sz="quarter" idx="17"/>
          </p:nvPr>
        </p:nvSpPr>
        <p:spPr>
          <a:xfrm>
            <a:off x="6826313" y="517524"/>
            <a:ext cx="4362488" cy="5231425"/>
          </a:xfrm>
        </p:spPr>
        <p:txBody>
          <a:bodyPr anchor="ctr"/>
          <a:lstStyle>
            <a:lvl1pPr>
              <a:spcAft>
                <a:spcPts val="0"/>
              </a:spcAft>
              <a:defRPr sz="1800" b="1">
                <a:solidFill>
                  <a:schemeClr val="tx2"/>
                </a:solidFill>
              </a:defRPr>
            </a:lvl1pPr>
            <a:lvl2pPr>
              <a:spcAft>
                <a:spcPts val="0"/>
              </a:spcAft>
              <a:defRPr sz="16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980861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dark 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99F4025-D6D1-3FCA-5131-3FE2BFC2B5A4}"/>
              </a:ext>
            </a:extLst>
          </p:cNvPr>
          <p:cNvSpPr>
            <a:spLocks noGrp="1"/>
          </p:cNvSpPr>
          <p:nvPr>
            <p:ph type="pic" sz="quarter" idx="24"/>
          </p:nvPr>
        </p:nvSpPr>
        <p:spPr>
          <a:xfrm>
            <a:off x="1" y="0"/>
            <a:ext cx="6509442" cy="6029325"/>
          </a:xfr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lvl1pPr algn="ctr">
              <a:defRPr lang="en-US" sz="1500">
                <a:solidFill>
                  <a:schemeClr val="bg1"/>
                </a:solidFill>
              </a:defRPr>
            </a:lvl1pPr>
          </a:lstStyle>
          <a:p>
            <a:pPr lvl="0"/>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2296814"/>
            <a:ext cx="4020256" cy="533400"/>
          </a:xfrm>
        </p:spPr>
        <p:txBody>
          <a:bodyPr anchor="ctr"/>
          <a:lstStyle>
            <a:lvl1pPr>
              <a:defRPr sz="6600">
                <a:solidFill>
                  <a:schemeClr val="bg1"/>
                </a:solidFill>
              </a:defRPr>
            </a:lvl1pPr>
          </a:lstStyle>
          <a:p>
            <a:r>
              <a:rPr lang="en-US"/>
              <a:t>Click to edit Master title style</a:t>
            </a:r>
            <a:endParaRPr lang="en-GB"/>
          </a:p>
        </p:txBody>
      </p:sp>
      <p:sp>
        <p:nvSpPr>
          <p:cNvPr id="3" name="Text Placeholder 22">
            <a:extLst>
              <a:ext uri="{FF2B5EF4-FFF2-40B4-BE49-F238E27FC236}">
                <a16:creationId xmlns:a16="http://schemas.microsoft.com/office/drawing/2014/main" id="{B27649C9-300B-0A43-CF29-9A706DD5F417}"/>
              </a:ext>
            </a:extLst>
          </p:cNvPr>
          <p:cNvSpPr>
            <a:spLocks noGrp="1"/>
          </p:cNvSpPr>
          <p:nvPr>
            <p:ph type="body" sz="quarter" idx="17"/>
          </p:nvPr>
        </p:nvSpPr>
        <p:spPr>
          <a:xfrm>
            <a:off x="6826313" y="517524"/>
            <a:ext cx="4362488" cy="5231425"/>
          </a:xfrm>
        </p:spPr>
        <p:txBody>
          <a:bodyPr anchor="ctr"/>
          <a:lstStyle>
            <a:lvl1pPr>
              <a:spcAft>
                <a:spcPts val="0"/>
              </a:spcAft>
              <a:defRPr sz="1800" b="1">
                <a:solidFill>
                  <a:schemeClr val="tx2"/>
                </a:solidFill>
              </a:defRPr>
            </a:lvl1pPr>
            <a:lvl2pPr>
              <a:spcAft>
                <a:spcPts val="0"/>
              </a:spcAft>
              <a:defRPr sz="16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76061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with light image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BE8CBDF-D242-FD5E-4CDF-5C82B2B7CBA3}"/>
              </a:ext>
            </a:extLst>
          </p:cNvPr>
          <p:cNvSpPr>
            <a:spLocks noGrp="1"/>
          </p:cNvSpPr>
          <p:nvPr>
            <p:ph type="pic" sz="quarter" idx="10"/>
          </p:nvPr>
        </p:nvSpPr>
        <p:spPr>
          <a:xfrm>
            <a:off x="0" y="0"/>
            <a:ext cx="12192000" cy="5876925"/>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350431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 Dark image backgroun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BE8CBDF-D242-FD5E-4CDF-5C82B2B7CBA3}"/>
              </a:ext>
            </a:extLst>
          </p:cNvPr>
          <p:cNvSpPr>
            <a:spLocks noGrp="1"/>
          </p:cNvSpPr>
          <p:nvPr>
            <p:ph type="pic" sz="quarter" idx="10"/>
          </p:nvPr>
        </p:nvSpPr>
        <p:spPr>
          <a:xfrm>
            <a:off x="0" y="0"/>
            <a:ext cx="12192000" cy="5876925"/>
          </a:xfrm>
          <a:solidFill>
            <a:schemeClr val="accent1"/>
          </a:solidFill>
        </p:spPr>
        <p:txBody>
          <a:bodyPr/>
          <a:lstStyle/>
          <a:p>
            <a:r>
              <a:rPr lang="en-US"/>
              <a:t>Click icon to add picture</a:t>
            </a: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6397317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75461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only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152C9E4-0AA5-DF17-A208-1A1E7BA63E39}"/>
              </a:ext>
            </a:extLst>
          </p:cNvPr>
          <p:cNvSpPr>
            <a:spLocks noGrp="1"/>
          </p:cNvSpPr>
          <p:nvPr>
            <p:ph type="pic" sz="quarter" idx="10"/>
          </p:nvPr>
        </p:nvSpPr>
        <p:spPr>
          <a:xfrm>
            <a:off x="0" y="0"/>
            <a:ext cx="12192000" cy="5876925"/>
          </a:xfrm>
          <a:solidFill>
            <a:schemeClr val="bg2"/>
          </a:solidFill>
        </p:spPr>
        <p:txBody>
          <a:bodyPr/>
          <a:lstStyle/>
          <a:p>
            <a:r>
              <a:rPr lang="en-US"/>
              <a:t>Click icon to add picture</a:t>
            </a:r>
          </a:p>
        </p:txBody>
      </p:sp>
    </p:spTree>
    <p:extLst>
      <p:ext uri="{BB962C8B-B14F-4D97-AF65-F5344CB8AC3E}">
        <p14:creationId xmlns:p14="http://schemas.microsoft.com/office/powerpoint/2010/main" val="443744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147A601A-3AE8-4889-A026-9740E00CCFBB}"/>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17770572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 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8759824" cy="4552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43585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One Column with background image l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44AC5D4-EADD-ECDB-2470-C619A59C07A2}"/>
              </a:ext>
            </a:extLst>
          </p:cNvPr>
          <p:cNvSpPr>
            <a:spLocks noGrp="1"/>
          </p:cNvSpPr>
          <p:nvPr>
            <p:ph type="pic" sz="quarter" idx="12"/>
          </p:nvPr>
        </p:nvSpPr>
        <p:spPr>
          <a:xfrm>
            <a:off x="0" y="0"/>
            <a:ext cx="12192000" cy="5872163"/>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8759824" cy="43120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20545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 One Column with 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7071275" cy="4552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B70D78B4-5113-23F5-AF68-C56D3317A348}"/>
              </a:ext>
            </a:extLst>
          </p:cNvPr>
          <p:cNvSpPr>
            <a:spLocks noGrp="1"/>
          </p:cNvSpPr>
          <p:nvPr>
            <p:ph sz="quarter" idx="12"/>
          </p:nvPr>
        </p:nvSpPr>
        <p:spPr>
          <a:xfrm>
            <a:off x="8374455" y="1319213"/>
            <a:ext cx="2822182" cy="4552950"/>
          </a:xfrm>
        </p:spPr>
        <p:txBody>
          <a:bodyPr anchor="ctr"/>
          <a:lstStyle>
            <a:lvl1pPr algn="ctr">
              <a:defRPr/>
            </a:lvl1pPr>
            <a:lvl2pPr algn="ctr">
              <a:defRPr/>
            </a:lvl2pPr>
          </a:lstStyle>
          <a:p>
            <a:pPr lvl="0"/>
            <a:r>
              <a:rPr lang="en-US"/>
              <a:t>Click to edit Master text styles</a:t>
            </a:r>
          </a:p>
        </p:txBody>
      </p:sp>
    </p:spTree>
    <p:extLst>
      <p:ext uri="{BB962C8B-B14F-4D97-AF65-F5344CB8AC3E}">
        <p14:creationId xmlns:p14="http://schemas.microsoft.com/office/powerpoint/2010/main" val="35024853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One Column with vertical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5C54AE5-D1B8-61EC-0152-53A094C39CD0}"/>
              </a:ext>
            </a:extLst>
          </p:cNvPr>
          <p:cNvSpPr>
            <a:spLocks noGrp="1"/>
          </p:cNvSpPr>
          <p:nvPr>
            <p:ph type="pic" sz="quarter" idx="13"/>
          </p:nvPr>
        </p:nvSpPr>
        <p:spPr>
          <a:xfrm>
            <a:off x="8347074" y="0"/>
            <a:ext cx="3005971" cy="6858000"/>
          </a:xfrm>
          <a:solidFill>
            <a:schemeClr val="bg2"/>
          </a:solidFill>
        </p:spPr>
        <p:txBody>
          <a:bodyPr/>
          <a:lstStyle/>
          <a:p>
            <a:r>
              <a:rPr lang="en-US"/>
              <a:t>Click icon to add picture</a:t>
            </a:r>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a:xfrm>
            <a:off x="995364" y="431800"/>
            <a:ext cx="7071274" cy="533400"/>
          </a:xfrm>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03BF0349-D058-A407-0551-F4C4F624967E}"/>
              </a:ext>
            </a:extLst>
          </p:cNvPr>
          <p:cNvSpPr>
            <a:spLocks noGrp="1"/>
          </p:cNvSpPr>
          <p:nvPr>
            <p:ph sz="quarter" idx="11"/>
          </p:nvPr>
        </p:nvSpPr>
        <p:spPr>
          <a:xfrm>
            <a:off x="995363" y="1319213"/>
            <a:ext cx="7071275" cy="4552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7135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 One Column _doubl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a:xfrm>
            <a:off x="995364" y="431800"/>
            <a:ext cx="10204450" cy="1001074"/>
          </a:xfrm>
        </p:spPr>
        <p:txBody>
          <a:bodyPr/>
          <a:lstStyle>
            <a:lvl1pPr>
              <a:defRPr/>
            </a:lvl1pPr>
          </a:lstStyle>
          <a:p>
            <a:r>
              <a:rPr lang="en-US"/>
              <a:t>Click to edit </a:t>
            </a:r>
            <a:br>
              <a:rPr lang="en-US"/>
            </a:br>
            <a:r>
              <a:rPr lang="en-US"/>
              <a:t>Master title style</a:t>
            </a:r>
            <a:endParaRPr lang="en-GB"/>
          </a:p>
        </p:txBody>
      </p:sp>
      <p:sp>
        <p:nvSpPr>
          <p:cNvPr id="5" name="Content Placeholder 4">
            <a:extLst>
              <a:ext uri="{FF2B5EF4-FFF2-40B4-BE49-F238E27FC236}">
                <a16:creationId xmlns:a16="http://schemas.microsoft.com/office/drawing/2014/main" id="{547C9FF4-C999-39DC-2F76-6B71B5A8BED9}"/>
              </a:ext>
            </a:extLst>
          </p:cNvPr>
          <p:cNvSpPr>
            <a:spLocks noGrp="1"/>
          </p:cNvSpPr>
          <p:nvPr>
            <p:ph sz="quarter" idx="11"/>
          </p:nvPr>
        </p:nvSpPr>
        <p:spPr>
          <a:xfrm>
            <a:off x="995363" y="1700213"/>
            <a:ext cx="8759824"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 One Column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48947F85-E5F1-445E-BD2C-8963D165668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5" name="Content Placeholder 4">
            <a:extLst>
              <a:ext uri="{FF2B5EF4-FFF2-40B4-BE49-F238E27FC236}">
                <a16:creationId xmlns:a16="http://schemas.microsoft.com/office/drawing/2014/main" id="{5175E1DB-F124-D258-2E60-1D91DC98BF9D}"/>
              </a:ext>
            </a:extLst>
          </p:cNvPr>
          <p:cNvSpPr>
            <a:spLocks noGrp="1"/>
          </p:cNvSpPr>
          <p:nvPr>
            <p:ph sz="quarter" idx="11"/>
          </p:nvPr>
        </p:nvSpPr>
        <p:spPr>
          <a:xfrm>
            <a:off x="995363" y="1330325"/>
            <a:ext cx="8745674" cy="4546600"/>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93720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ntent - One Column - Image background dark">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F46F35F-06C5-0399-C927-16C811862E64}"/>
              </a:ext>
            </a:extLst>
          </p:cNvPr>
          <p:cNvSpPr>
            <a:spLocks noGrp="1"/>
          </p:cNvSpPr>
          <p:nvPr>
            <p:ph type="pic" sz="quarter" idx="12"/>
          </p:nvPr>
        </p:nvSpPr>
        <p:spPr>
          <a:xfrm>
            <a:off x="0" y="0"/>
            <a:ext cx="12192000" cy="5876925"/>
          </a:xfrm>
          <a:solidFill>
            <a:schemeClr val="accent1"/>
          </a:solidFill>
        </p:spPr>
        <p:txBody>
          <a:bodyPr/>
          <a:lstStyle/>
          <a:p>
            <a:r>
              <a:rPr lang="en-US"/>
              <a:t>Click icon to add picture</a:t>
            </a:r>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a:noFill/>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tx2"/>
                </a:solidFill>
                <a:latin typeface="+mn-lt"/>
                <a:ea typeface="Arial"/>
                <a:cs typeface="Arial" panose="020B0604020202020204" pitchFamily="34" charset="0"/>
              </a:rPr>
              <a:pPr algn="r"/>
              <a:t>‹#›</a:t>
            </a:fld>
            <a:endParaRPr lang="en-GB" sz="900">
              <a:solidFill>
                <a:schemeClr val="tx2"/>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48947F85-E5F1-445E-BD2C-8963D165668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5" name="Content Placeholder 4">
            <a:extLst>
              <a:ext uri="{FF2B5EF4-FFF2-40B4-BE49-F238E27FC236}">
                <a16:creationId xmlns:a16="http://schemas.microsoft.com/office/drawing/2014/main" id="{5175E1DB-F124-D258-2E60-1D91DC98BF9D}"/>
              </a:ext>
            </a:extLst>
          </p:cNvPr>
          <p:cNvSpPr>
            <a:spLocks noGrp="1"/>
          </p:cNvSpPr>
          <p:nvPr>
            <p:ph sz="quarter" idx="11"/>
          </p:nvPr>
        </p:nvSpPr>
        <p:spPr>
          <a:xfrm>
            <a:off x="995363" y="1330325"/>
            <a:ext cx="8745674" cy="4346198"/>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56968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 One Column_double title_KPMG Blue">
    <p:bg>
      <p:bgPr>
        <a:solidFill>
          <a:schemeClr val="accent2"/>
        </a:solidFill>
        <a:effectLst/>
      </p:bgPr>
    </p:bg>
    <p:spTree>
      <p:nvGrpSpPr>
        <p:cNvPr id="1" name=""/>
        <p:cNvGrpSpPr/>
        <p:nvPr/>
      </p:nvGrpSpPr>
      <p:grpSpPr>
        <a:xfrm>
          <a:off x="0" y="0"/>
          <a:ext cx="0" cy="0"/>
          <a:chOff x="0" y="0"/>
          <a:chExt cx="0" cy="0"/>
        </a:xfrm>
      </p:grpSpPr>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a:xfrm>
            <a:off x="995364" y="431799"/>
            <a:ext cx="10204450" cy="963367"/>
          </a:xfrm>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0" name="Graphic 8">
            <a:extLst>
              <a:ext uri="{FF2B5EF4-FFF2-40B4-BE49-F238E27FC236}">
                <a16:creationId xmlns:a16="http://schemas.microsoft.com/office/drawing/2014/main" id="{567897B5-3A96-440B-8018-FDD880280B2A}"/>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6" name="Content Placeholder 5">
            <a:extLst>
              <a:ext uri="{FF2B5EF4-FFF2-40B4-BE49-F238E27FC236}">
                <a16:creationId xmlns:a16="http://schemas.microsoft.com/office/drawing/2014/main" id="{9FC56427-BEBE-72D5-9F72-57A321667EDA}"/>
              </a:ext>
            </a:extLst>
          </p:cNvPr>
          <p:cNvSpPr>
            <a:spLocks noGrp="1"/>
          </p:cNvSpPr>
          <p:nvPr>
            <p:ph sz="quarter" idx="11"/>
          </p:nvPr>
        </p:nvSpPr>
        <p:spPr>
          <a:xfrm>
            <a:off x="995363" y="1700213"/>
            <a:ext cx="8745536" cy="4176712"/>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8224362"/>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 Two Colum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
        <p:nvSpPr>
          <p:cNvPr id="5" name="Content Placeholder 4">
            <a:extLst>
              <a:ext uri="{FF2B5EF4-FFF2-40B4-BE49-F238E27FC236}">
                <a16:creationId xmlns:a16="http://schemas.microsoft.com/office/drawing/2014/main" id="{0EB3EC5E-F3D7-A1BA-615C-40D2A155A4BD}"/>
              </a:ext>
            </a:extLst>
          </p:cNvPr>
          <p:cNvSpPr>
            <a:spLocks noGrp="1"/>
          </p:cNvSpPr>
          <p:nvPr>
            <p:ph sz="quarter" idx="12"/>
          </p:nvPr>
        </p:nvSpPr>
        <p:spPr>
          <a:xfrm>
            <a:off x="995363" y="1330325"/>
            <a:ext cx="4968000" cy="454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4A7FDECC-089E-DBE5-1B2C-4C338AF06DFA}"/>
              </a:ext>
            </a:extLst>
          </p:cNvPr>
          <p:cNvSpPr>
            <a:spLocks noGrp="1"/>
          </p:cNvSpPr>
          <p:nvPr>
            <p:ph sz="quarter" idx="13"/>
          </p:nvPr>
        </p:nvSpPr>
        <p:spPr>
          <a:xfrm>
            <a:off x="6220800" y="1330325"/>
            <a:ext cx="4968000" cy="454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09967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 Two Column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Graphic 8">
            <a:extLst>
              <a:ext uri="{FF2B5EF4-FFF2-40B4-BE49-F238E27FC236}">
                <a16:creationId xmlns:a16="http://schemas.microsoft.com/office/drawing/2014/main" id="{79D6C947-06F1-4188-A558-E10C77FF12CE}"/>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3" name="Content Placeholder 5">
            <a:extLst>
              <a:ext uri="{FF2B5EF4-FFF2-40B4-BE49-F238E27FC236}">
                <a16:creationId xmlns:a16="http://schemas.microsoft.com/office/drawing/2014/main" id="{92138313-6F7E-9B18-D72C-5FB26A14BE92}"/>
              </a:ext>
            </a:extLst>
          </p:cNvPr>
          <p:cNvSpPr>
            <a:spLocks noGrp="1"/>
          </p:cNvSpPr>
          <p:nvPr>
            <p:ph sz="quarter" idx="12"/>
          </p:nvPr>
        </p:nvSpPr>
        <p:spPr>
          <a:xfrm>
            <a:off x="995363" y="1330125"/>
            <a:ext cx="4968000" cy="4546599"/>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451948A6-255B-1B23-B9F9-4670FB417672}"/>
              </a:ext>
            </a:extLst>
          </p:cNvPr>
          <p:cNvSpPr>
            <a:spLocks noGrp="1"/>
          </p:cNvSpPr>
          <p:nvPr>
            <p:ph sz="quarter" idx="13"/>
          </p:nvPr>
        </p:nvSpPr>
        <p:spPr>
          <a:xfrm>
            <a:off x="6220800" y="1330125"/>
            <a:ext cx="4968000" cy="4546599"/>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5841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 One Column Chart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969E5A1F-6A53-8F08-BF73-3A465A63460C}"/>
              </a:ext>
            </a:extLst>
          </p:cNvPr>
          <p:cNvSpPr>
            <a:spLocks noGrp="1"/>
          </p:cNvSpPr>
          <p:nvPr>
            <p:ph sz="quarter" idx="12"/>
          </p:nvPr>
        </p:nvSpPr>
        <p:spPr>
          <a:xfrm>
            <a:off x="995363" y="1338067"/>
            <a:ext cx="10195200" cy="2136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4A9A8E5C-1DF5-A8AD-B648-0094CAE89A1D}"/>
              </a:ext>
            </a:extLst>
          </p:cNvPr>
          <p:cNvSpPr>
            <a:spLocks noGrp="1"/>
          </p:cNvSpPr>
          <p:nvPr>
            <p:ph sz="quarter" idx="13"/>
          </p:nvPr>
        </p:nvSpPr>
        <p:spPr>
          <a:xfrm>
            <a:off x="995363" y="3741091"/>
            <a:ext cx="10195200" cy="2136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86615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bottom im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969E5A1F-6A53-8F08-BF73-3A465A63460C}"/>
              </a:ext>
            </a:extLst>
          </p:cNvPr>
          <p:cNvSpPr>
            <a:spLocks noGrp="1"/>
          </p:cNvSpPr>
          <p:nvPr>
            <p:ph sz="quarter" idx="12"/>
          </p:nvPr>
        </p:nvSpPr>
        <p:spPr>
          <a:xfrm>
            <a:off x="995363" y="1338067"/>
            <a:ext cx="10195200" cy="2136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9A0A351A-AC30-1EF0-1C9E-8C41C93B1438}"/>
              </a:ext>
            </a:extLst>
          </p:cNvPr>
          <p:cNvSpPr>
            <a:spLocks noGrp="1"/>
          </p:cNvSpPr>
          <p:nvPr>
            <p:ph type="pic" sz="quarter" idx="14"/>
          </p:nvPr>
        </p:nvSpPr>
        <p:spPr>
          <a:xfrm>
            <a:off x="0" y="3740149"/>
            <a:ext cx="12192000" cy="2136776"/>
          </a:xfrm>
          <a:solidFill>
            <a:schemeClr val="bg2"/>
          </a:solidFill>
        </p:spPr>
        <p:txBody>
          <a:bodyPr/>
          <a:lstStyle/>
          <a:p>
            <a:r>
              <a:rPr lang="en-US"/>
              <a:t>Click icon to add picture</a:t>
            </a:r>
          </a:p>
        </p:txBody>
      </p:sp>
    </p:spTree>
    <p:extLst>
      <p:ext uri="{BB962C8B-B14F-4D97-AF65-F5344CB8AC3E}">
        <p14:creationId xmlns:p14="http://schemas.microsoft.com/office/powerpoint/2010/main" val="40875819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ntent - Two Column + Intr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B398D60-3AA9-4DD4-AFCF-8682C70E396F}"/>
              </a:ext>
            </a:extLst>
          </p:cNvPr>
          <p:cNvSpPr>
            <a:spLocks noGrp="1"/>
          </p:cNvSpPr>
          <p:nvPr>
            <p:ph type="body" sz="quarter" idx="17" hasCustomPrompt="1"/>
          </p:nvPr>
        </p:nvSpPr>
        <p:spPr>
          <a:xfrm>
            <a:off x="1003200" y="1322389"/>
            <a:ext cx="10185400" cy="518400"/>
          </a:xfrm>
        </p:spPr>
        <p:txBody>
          <a:bodyPr/>
          <a:lstStyle>
            <a:lvl1pPr>
              <a:defRPr sz="1800" kern="0"/>
            </a:lvl1pPr>
          </a:lstStyle>
          <a:p>
            <a:pPr lvl="0"/>
            <a:r>
              <a:rPr lang="en-US"/>
              <a:t>Introduction text</a:t>
            </a:r>
          </a:p>
        </p:txBody>
      </p:sp>
      <p:sp>
        <p:nvSpPr>
          <p:cNvPr id="2" name="Title 1"/>
          <p:cNvSpPr>
            <a:spLocks noGrp="1"/>
          </p:cNvSpPr>
          <p:nvPr>
            <p:ph type="title"/>
          </p:nvPr>
        </p:nvSpPr>
        <p:spPr>
          <a:xfrm>
            <a:off x="1003200" y="432000"/>
            <a:ext cx="10185600" cy="518400"/>
          </a:xfrm>
        </p:spPr>
        <p:txBody>
          <a:bodyPr/>
          <a:lstStyle>
            <a:lvl1pPr>
              <a:defRPr/>
            </a:lvl1pPr>
          </a:lstStyle>
          <a:p>
            <a:r>
              <a:rPr lang="en-US"/>
              <a:t>Click to edit Master title style</a:t>
            </a:r>
          </a:p>
        </p:txBody>
      </p:sp>
      <p:sp>
        <p:nvSpPr>
          <p:cNvPr id="5" name="Content Placeholder 4">
            <a:extLst>
              <a:ext uri="{FF2B5EF4-FFF2-40B4-BE49-F238E27FC236}">
                <a16:creationId xmlns:a16="http://schemas.microsoft.com/office/drawing/2014/main" id="{78CC6ADA-51FB-F5AE-B78E-993E30482578}"/>
              </a:ext>
            </a:extLst>
          </p:cNvPr>
          <p:cNvSpPr>
            <a:spLocks noGrp="1"/>
          </p:cNvSpPr>
          <p:nvPr>
            <p:ph sz="quarter" idx="18"/>
          </p:nvPr>
        </p:nvSpPr>
        <p:spPr>
          <a:xfrm>
            <a:off x="1003300" y="2051049"/>
            <a:ext cx="4967288" cy="3825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4">
            <a:extLst>
              <a:ext uri="{FF2B5EF4-FFF2-40B4-BE49-F238E27FC236}">
                <a16:creationId xmlns:a16="http://schemas.microsoft.com/office/drawing/2014/main" id="{87FAE8E2-031A-E822-2E9D-3F665FC6E6DE}"/>
              </a:ext>
            </a:extLst>
          </p:cNvPr>
          <p:cNvSpPr>
            <a:spLocks noGrp="1"/>
          </p:cNvSpPr>
          <p:nvPr>
            <p:ph sz="quarter" idx="19"/>
          </p:nvPr>
        </p:nvSpPr>
        <p:spPr>
          <a:xfrm>
            <a:off x="6220800" y="2051049"/>
            <a:ext cx="4967288" cy="3825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8746505"/>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 Two Column + Intro + Bottom content or imag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B398D60-3AA9-4DD4-AFCF-8682C70E396F}"/>
              </a:ext>
            </a:extLst>
          </p:cNvPr>
          <p:cNvSpPr>
            <a:spLocks noGrp="1"/>
          </p:cNvSpPr>
          <p:nvPr>
            <p:ph type="body" sz="quarter" idx="17" hasCustomPrompt="1"/>
          </p:nvPr>
        </p:nvSpPr>
        <p:spPr>
          <a:xfrm>
            <a:off x="1003200" y="1322389"/>
            <a:ext cx="10185400" cy="518400"/>
          </a:xfrm>
        </p:spPr>
        <p:txBody>
          <a:bodyPr/>
          <a:lstStyle>
            <a:lvl1pPr>
              <a:defRPr sz="1800" kern="0"/>
            </a:lvl1pPr>
          </a:lstStyle>
          <a:p>
            <a:pPr lvl="0"/>
            <a:r>
              <a:rPr lang="en-US"/>
              <a:t>Introduction text</a:t>
            </a:r>
          </a:p>
        </p:txBody>
      </p:sp>
      <p:sp>
        <p:nvSpPr>
          <p:cNvPr id="2" name="Title 1"/>
          <p:cNvSpPr>
            <a:spLocks noGrp="1"/>
          </p:cNvSpPr>
          <p:nvPr>
            <p:ph type="title"/>
          </p:nvPr>
        </p:nvSpPr>
        <p:spPr>
          <a:xfrm>
            <a:off x="1003200" y="432000"/>
            <a:ext cx="10185600" cy="518400"/>
          </a:xfrm>
        </p:spPr>
        <p:txBody>
          <a:bodyPr/>
          <a:lstStyle>
            <a:lvl1pPr>
              <a:defRPr/>
            </a:lvl1pPr>
          </a:lstStyle>
          <a:p>
            <a:r>
              <a:rPr lang="en-US"/>
              <a:t>Click to edit Master title style</a:t>
            </a:r>
          </a:p>
        </p:txBody>
      </p:sp>
      <p:sp>
        <p:nvSpPr>
          <p:cNvPr id="5" name="Content Placeholder 4">
            <a:extLst>
              <a:ext uri="{FF2B5EF4-FFF2-40B4-BE49-F238E27FC236}">
                <a16:creationId xmlns:a16="http://schemas.microsoft.com/office/drawing/2014/main" id="{78CC6ADA-51FB-F5AE-B78E-993E30482578}"/>
              </a:ext>
            </a:extLst>
          </p:cNvPr>
          <p:cNvSpPr>
            <a:spLocks noGrp="1"/>
          </p:cNvSpPr>
          <p:nvPr>
            <p:ph sz="quarter" idx="18"/>
          </p:nvPr>
        </p:nvSpPr>
        <p:spPr>
          <a:xfrm>
            <a:off x="1003300" y="2051050"/>
            <a:ext cx="4967288" cy="1470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4">
            <a:extLst>
              <a:ext uri="{FF2B5EF4-FFF2-40B4-BE49-F238E27FC236}">
                <a16:creationId xmlns:a16="http://schemas.microsoft.com/office/drawing/2014/main" id="{87FAE8E2-031A-E822-2E9D-3F665FC6E6DE}"/>
              </a:ext>
            </a:extLst>
          </p:cNvPr>
          <p:cNvSpPr>
            <a:spLocks noGrp="1"/>
          </p:cNvSpPr>
          <p:nvPr>
            <p:ph sz="quarter" idx="19"/>
          </p:nvPr>
        </p:nvSpPr>
        <p:spPr>
          <a:xfrm>
            <a:off x="6220800" y="2051050"/>
            <a:ext cx="4967288" cy="1470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37D83062-1E57-69E1-3C81-C160D7CFD6E9}"/>
              </a:ext>
            </a:extLst>
          </p:cNvPr>
          <p:cNvSpPr>
            <a:spLocks noGrp="1"/>
          </p:cNvSpPr>
          <p:nvPr>
            <p:ph sz="quarter" idx="13"/>
          </p:nvPr>
        </p:nvSpPr>
        <p:spPr>
          <a:xfrm>
            <a:off x="1003199" y="3675709"/>
            <a:ext cx="10187363" cy="2202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8425881"/>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Two column + header image ba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F83AC61-1BCB-1F69-DD53-B0AAED647DF8}"/>
              </a:ext>
            </a:extLst>
          </p:cNvPr>
          <p:cNvSpPr>
            <a:spLocks noGrp="1"/>
          </p:cNvSpPr>
          <p:nvPr>
            <p:ph type="pic" sz="quarter" idx="14"/>
          </p:nvPr>
        </p:nvSpPr>
        <p:spPr>
          <a:xfrm>
            <a:off x="0" y="0"/>
            <a:ext cx="12192000" cy="2501660"/>
          </a:xfrm>
          <a:solidFill>
            <a:schemeClr val="accent4"/>
          </a:solidFill>
        </p:spPr>
        <p:txBody>
          <a:bodyPr/>
          <a:lstStyle/>
          <a:p>
            <a:r>
              <a:rPr lang="en-US"/>
              <a:t>Click icon to add picture</a:t>
            </a:r>
          </a:p>
        </p:txBody>
      </p:sp>
      <p:sp>
        <p:nvSpPr>
          <p:cNvPr id="2" name="Title 1"/>
          <p:cNvSpPr>
            <a:spLocks noGrp="1"/>
          </p:cNvSpPr>
          <p:nvPr>
            <p:ph type="title"/>
          </p:nvPr>
        </p:nvSpPr>
        <p:spPr>
          <a:xfrm>
            <a:off x="1003200" y="2910600"/>
            <a:ext cx="10185600" cy="518400"/>
          </a:xfrm>
        </p:spPr>
        <p:txBody>
          <a:bodyPr/>
          <a:lstStyle>
            <a:lvl1pPr>
              <a:defRPr kern="0"/>
            </a:lvl1pPr>
          </a:lstStyle>
          <a:p>
            <a:r>
              <a:rPr lang="en-US"/>
              <a:t>Click to edit Master title style</a:t>
            </a:r>
          </a:p>
        </p:txBody>
      </p:sp>
      <p:sp>
        <p:nvSpPr>
          <p:cNvPr id="6" name="Content Placeholder 5">
            <a:extLst>
              <a:ext uri="{FF2B5EF4-FFF2-40B4-BE49-F238E27FC236}">
                <a16:creationId xmlns:a16="http://schemas.microsoft.com/office/drawing/2014/main" id="{B55CD9A9-9858-C4E3-4703-C9709BC2E356}"/>
              </a:ext>
            </a:extLst>
          </p:cNvPr>
          <p:cNvSpPr>
            <a:spLocks noGrp="1"/>
          </p:cNvSpPr>
          <p:nvPr>
            <p:ph sz="quarter" idx="12"/>
          </p:nvPr>
        </p:nvSpPr>
        <p:spPr>
          <a:xfrm>
            <a:off x="1003300" y="3733800"/>
            <a:ext cx="4967288" cy="2190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16B4FB7A-CA88-373B-4037-472FAF622F69}"/>
              </a:ext>
            </a:extLst>
          </p:cNvPr>
          <p:cNvSpPr>
            <a:spLocks noGrp="1"/>
          </p:cNvSpPr>
          <p:nvPr>
            <p:ph sz="quarter" idx="13"/>
          </p:nvPr>
        </p:nvSpPr>
        <p:spPr>
          <a:xfrm>
            <a:off x="6221412" y="3733800"/>
            <a:ext cx="4967288" cy="21902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52427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3 Column Chart +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345054C0-4190-A073-FF06-A5EB62316AA4}"/>
              </a:ext>
            </a:extLst>
          </p:cNvPr>
          <p:cNvSpPr>
            <a:spLocks noGrp="1"/>
          </p:cNvSpPr>
          <p:nvPr>
            <p:ph sz="quarter" idx="16"/>
          </p:nvPr>
        </p:nvSpPr>
        <p:spPr>
          <a:xfrm>
            <a:off x="995363"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D6105C62-91E0-B66D-85BA-D26896F940DC}"/>
              </a:ext>
            </a:extLst>
          </p:cNvPr>
          <p:cNvSpPr>
            <a:spLocks noGrp="1"/>
          </p:cNvSpPr>
          <p:nvPr>
            <p:ph sz="quarter" idx="17"/>
          </p:nvPr>
        </p:nvSpPr>
        <p:spPr>
          <a:xfrm>
            <a:off x="4502150"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887642C3-1AC2-77F0-4602-3BAD72478BE9}"/>
              </a:ext>
            </a:extLst>
          </p:cNvPr>
          <p:cNvSpPr>
            <a:spLocks noGrp="1"/>
          </p:cNvSpPr>
          <p:nvPr>
            <p:ph sz="quarter" idx="18"/>
          </p:nvPr>
        </p:nvSpPr>
        <p:spPr>
          <a:xfrm>
            <a:off x="8008937" y="1331912"/>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25E75ECB-D0CA-2D00-702F-1AD57C5EBABA}"/>
              </a:ext>
            </a:extLst>
          </p:cNvPr>
          <p:cNvSpPr>
            <a:spLocks noGrp="1"/>
          </p:cNvSpPr>
          <p:nvPr>
            <p:ph sz="quarter" idx="19"/>
          </p:nvPr>
        </p:nvSpPr>
        <p:spPr>
          <a:xfrm>
            <a:off x="995363"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8B33D029-7198-2E2E-5E6C-B289731A27FF}"/>
              </a:ext>
            </a:extLst>
          </p:cNvPr>
          <p:cNvSpPr>
            <a:spLocks noGrp="1"/>
          </p:cNvSpPr>
          <p:nvPr>
            <p:ph sz="quarter" idx="20"/>
          </p:nvPr>
        </p:nvSpPr>
        <p:spPr>
          <a:xfrm>
            <a:off x="4502150"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D7A19DB0-EA08-D699-0C88-37B4D178D11E}"/>
              </a:ext>
            </a:extLst>
          </p:cNvPr>
          <p:cNvSpPr>
            <a:spLocks noGrp="1"/>
          </p:cNvSpPr>
          <p:nvPr>
            <p:ph sz="quarter" idx="21"/>
          </p:nvPr>
        </p:nvSpPr>
        <p:spPr>
          <a:xfrm>
            <a:off x="8008937" y="3742126"/>
            <a:ext cx="3187700" cy="21342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96483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4" name="Content Placeholder 3">
            <a:extLst>
              <a:ext uri="{FF2B5EF4-FFF2-40B4-BE49-F238E27FC236}">
                <a16:creationId xmlns:a16="http://schemas.microsoft.com/office/drawing/2014/main" id="{9E40C064-15D1-24D5-3E98-71739E8B8974}"/>
              </a:ext>
            </a:extLst>
          </p:cNvPr>
          <p:cNvSpPr>
            <a:spLocks noGrp="1"/>
          </p:cNvSpPr>
          <p:nvPr>
            <p:ph sz="quarter" idx="24"/>
          </p:nvPr>
        </p:nvSpPr>
        <p:spPr>
          <a:xfrm>
            <a:off x="1003300"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428DB69-A5E6-3995-43BE-21D7823D6168}"/>
              </a:ext>
            </a:extLst>
          </p:cNvPr>
          <p:cNvSpPr>
            <a:spLocks noGrp="1"/>
          </p:cNvSpPr>
          <p:nvPr>
            <p:ph sz="quarter" idx="25"/>
          </p:nvPr>
        </p:nvSpPr>
        <p:spPr>
          <a:xfrm>
            <a:off x="3074470"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E84EA45F-006F-C693-3D9A-C894873CED48}"/>
              </a:ext>
            </a:extLst>
          </p:cNvPr>
          <p:cNvSpPr>
            <a:spLocks noGrp="1"/>
          </p:cNvSpPr>
          <p:nvPr>
            <p:ph sz="quarter" idx="26"/>
          </p:nvPr>
        </p:nvSpPr>
        <p:spPr>
          <a:xfrm>
            <a:off x="5145641"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A92FB52F-B0E0-37C7-5F65-EEF98E215D4C}"/>
              </a:ext>
            </a:extLst>
          </p:cNvPr>
          <p:cNvSpPr>
            <a:spLocks noGrp="1"/>
          </p:cNvSpPr>
          <p:nvPr>
            <p:ph sz="quarter" idx="27"/>
          </p:nvPr>
        </p:nvSpPr>
        <p:spPr>
          <a:xfrm>
            <a:off x="7216812"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6B7BF63F-B2C0-FCAC-0EB5-D84B8D6B88E0}"/>
              </a:ext>
            </a:extLst>
          </p:cNvPr>
          <p:cNvSpPr>
            <a:spLocks noGrp="1"/>
          </p:cNvSpPr>
          <p:nvPr>
            <p:ph sz="quarter" idx="28"/>
          </p:nvPr>
        </p:nvSpPr>
        <p:spPr>
          <a:xfrm>
            <a:off x="9287982" y="1322387"/>
            <a:ext cx="1900238" cy="4554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1046883"/>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 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987487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 5 column + intro + header ba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400">
              <a:solidFill>
                <a:schemeClr val="bg1"/>
              </a:solidFill>
            </a:endParaRPr>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246221"/>
          </a:xfrm>
        </p:spPr>
        <p:txBody>
          <a:bodyPr>
            <a:spAutoFit/>
          </a:bodyPr>
          <a:lstStyle>
            <a:lvl1pPr>
              <a:defRPr>
                <a:solidFill>
                  <a:schemeClr val="bg1"/>
                </a:solidFill>
              </a:defRPr>
            </a:lvl1pPr>
            <a:lvl2pPr>
              <a:buClrTx/>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Content Placeholder 7">
            <a:extLst>
              <a:ext uri="{FF2B5EF4-FFF2-40B4-BE49-F238E27FC236}">
                <a16:creationId xmlns:a16="http://schemas.microsoft.com/office/drawing/2014/main" id="{013FA197-29C7-A542-7F4A-98E54EAA4044}"/>
              </a:ext>
            </a:extLst>
          </p:cNvPr>
          <p:cNvSpPr>
            <a:spLocks noGrp="1"/>
          </p:cNvSpPr>
          <p:nvPr>
            <p:ph sz="quarter" idx="22"/>
          </p:nvPr>
        </p:nvSpPr>
        <p:spPr>
          <a:xfrm>
            <a:off x="995363"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7">
            <a:extLst>
              <a:ext uri="{FF2B5EF4-FFF2-40B4-BE49-F238E27FC236}">
                <a16:creationId xmlns:a16="http://schemas.microsoft.com/office/drawing/2014/main" id="{80062C7F-1E7F-D3F0-42DA-19C1A9676E45}"/>
              </a:ext>
            </a:extLst>
          </p:cNvPr>
          <p:cNvSpPr>
            <a:spLocks noGrp="1"/>
          </p:cNvSpPr>
          <p:nvPr>
            <p:ph sz="quarter" idx="23"/>
          </p:nvPr>
        </p:nvSpPr>
        <p:spPr>
          <a:xfrm>
            <a:off x="3048397"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7">
            <a:extLst>
              <a:ext uri="{FF2B5EF4-FFF2-40B4-BE49-F238E27FC236}">
                <a16:creationId xmlns:a16="http://schemas.microsoft.com/office/drawing/2014/main" id="{DB8C39D9-73AE-A115-2AC4-E84A2758E601}"/>
              </a:ext>
            </a:extLst>
          </p:cNvPr>
          <p:cNvSpPr>
            <a:spLocks noGrp="1"/>
          </p:cNvSpPr>
          <p:nvPr>
            <p:ph sz="quarter" idx="24"/>
          </p:nvPr>
        </p:nvSpPr>
        <p:spPr>
          <a:xfrm>
            <a:off x="5101431"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7">
            <a:extLst>
              <a:ext uri="{FF2B5EF4-FFF2-40B4-BE49-F238E27FC236}">
                <a16:creationId xmlns:a16="http://schemas.microsoft.com/office/drawing/2014/main" id="{ED9CEF0B-75E3-E133-3C7E-37C7249C4ACC}"/>
              </a:ext>
            </a:extLst>
          </p:cNvPr>
          <p:cNvSpPr>
            <a:spLocks noGrp="1"/>
          </p:cNvSpPr>
          <p:nvPr>
            <p:ph sz="quarter" idx="25"/>
          </p:nvPr>
        </p:nvSpPr>
        <p:spPr>
          <a:xfrm>
            <a:off x="7154465"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7">
            <a:extLst>
              <a:ext uri="{FF2B5EF4-FFF2-40B4-BE49-F238E27FC236}">
                <a16:creationId xmlns:a16="http://schemas.microsoft.com/office/drawing/2014/main" id="{5891467F-14E8-7772-2AA4-3FE5032AA06B}"/>
              </a:ext>
            </a:extLst>
          </p:cNvPr>
          <p:cNvSpPr>
            <a:spLocks noGrp="1"/>
          </p:cNvSpPr>
          <p:nvPr>
            <p:ph sz="quarter" idx="26"/>
          </p:nvPr>
        </p:nvSpPr>
        <p:spPr>
          <a:xfrm>
            <a:off x="9207500" y="2009775"/>
            <a:ext cx="1989137" cy="3938538"/>
          </a:xfrm>
          <a:solidFill>
            <a:schemeClr val="bg1"/>
          </a:solidFill>
          <a:ln w="6350">
            <a:solidFill>
              <a:schemeClr val="accent1"/>
            </a:solidFill>
          </a:ln>
        </p:spPr>
        <p:txBody>
          <a:bodyPr vert="horz" lIns="108000" tIns="108000" rIns="108000" bIns="108000" rtlCol="0" anchor="t" anchorCtr="0">
            <a:noAutofit/>
          </a:bodyPr>
          <a:lstStyle>
            <a:lvl1pPr>
              <a:defRPr lang="en-US" sz="1400" smtClean="0"/>
            </a:lvl1pPr>
            <a:lvl2pPr>
              <a:defRPr lang="en-US" sz="1400" smtClean="0"/>
            </a:lvl2pPr>
            <a:lvl3pPr>
              <a:defRPr lang="en-US" sz="1400" smtClean="0"/>
            </a:lvl3pPr>
            <a:lvl4pPr>
              <a:defRPr lang="en-US" sz="1400" smtClean="0"/>
            </a:lvl4pPr>
            <a:lvl5pPr>
              <a:defRPr lang="en-US"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93110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 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433077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 FIVE COLUMN + Subtitle boxes">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a:solidFill>
            <a:srgbClr val="E5E5E5"/>
          </a:solidFill>
        </p:spPr>
        <p:txBody>
          <a:bodyPr lIns="91440" tIns="1005840" rIns="91440"/>
          <a:lstStyle>
            <a:lvl1pPr>
              <a:defRPr sz="1600" b="1" spc="0"/>
            </a:lvl1pPr>
            <a:lvl2pPr>
              <a:defRPr sz="1600" b="0">
                <a:solidFill>
                  <a:schemeClr val="tx1"/>
                </a:solidFill>
              </a:defRPr>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a:extLst>
              <a:ext uri="{FF2B5EF4-FFF2-40B4-BE49-F238E27FC236}">
                <a16:creationId xmlns:a16="http://schemas.microsoft.com/office/drawing/2014/main" id="{B0A7138E-6EE9-4E16-AB30-D7C7DA3DCEFF}"/>
              </a:ext>
            </a:extLst>
          </p:cNvPr>
          <p:cNvSpPr>
            <a:spLocks noGrp="1"/>
          </p:cNvSpPr>
          <p:nvPr>
            <p:ph type="body" sz="quarter" idx="24" hasCustomPrompt="1"/>
          </p:nvPr>
        </p:nvSpPr>
        <p:spPr>
          <a:xfrm>
            <a:off x="998538" y="1630363"/>
            <a:ext cx="1906587" cy="563562"/>
          </a:xfrm>
          <a:solidFill>
            <a:srgbClr val="1E49E2"/>
          </a:solidFill>
        </p:spPr>
        <p:txBody>
          <a:bodyPr anchor="ctr"/>
          <a:lstStyle>
            <a:lvl1pPr algn="ctr">
              <a:defRPr sz="1600" b="1" kern="0">
                <a:solidFill>
                  <a:schemeClr val="bg1"/>
                </a:solidFill>
              </a:defRPr>
            </a:lvl1pPr>
          </a:lstStyle>
          <a:p>
            <a:pPr lvl="0"/>
            <a:r>
              <a:rPr lang="en-US"/>
              <a:t>Subtitle</a:t>
            </a:r>
          </a:p>
        </p:txBody>
      </p:sp>
      <p:sp>
        <p:nvSpPr>
          <p:cNvPr id="15" name="Text Placeholder 3">
            <a:extLst>
              <a:ext uri="{FF2B5EF4-FFF2-40B4-BE49-F238E27FC236}">
                <a16:creationId xmlns:a16="http://schemas.microsoft.com/office/drawing/2014/main" id="{4E652417-F61A-4ABE-AAED-E30436B90B12}"/>
              </a:ext>
            </a:extLst>
          </p:cNvPr>
          <p:cNvSpPr>
            <a:spLocks noGrp="1"/>
          </p:cNvSpPr>
          <p:nvPr>
            <p:ph type="body" sz="quarter" idx="25" hasCustomPrompt="1"/>
          </p:nvPr>
        </p:nvSpPr>
        <p:spPr>
          <a:xfrm>
            <a:off x="3073464" y="1630363"/>
            <a:ext cx="1906587" cy="563562"/>
          </a:xfrm>
          <a:solidFill>
            <a:schemeClr val="tx2"/>
          </a:solidFill>
        </p:spPr>
        <p:txBody>
          <a:bodyPr anchor="ctr"/>
          <a:lstStyle>
            <a:lvl1pPr algn="ctr">
              <a:defRPr sz="1600" b="1" kern="0">
                <a:solidFill>
                  <a:schemeClr val="bg1"/>
                </a:solidFill>
              </a:defRPr>
            </a:lvl1pPr>
          </a:lstStyle>
          <a:p>
            <a:pPr lvl="0"/>
            <a:r>
              <a:rPr lang="en-US"/>
              <a:t>Subtitle</a:t>
            </a:r>
          </a:p>
        </p:txBody>
      </p:sp>
      <p:sp>
        <p:nvSpPr>
          <p:cNvPr id="16" name="Text Placeholder 3">
            <a:extLst>
              <a:ext uri="{FF2B5EF4-FFF2-40B4-BE49-F238E27FC236}">
                <a16:creationId xmlns:a16="http://schemas.microsoft.com/office/drawing/2014/main" id="{31218554-B99A-45E3-9AE4-434D8CA5AD2C}"/>
              </a:ext>
            </a:extLst>
          </p:cNvPr>
          <p:cNvSpPr>
            <a:spLocks noGrp="1"/>
          </p:cNvSpPr>
          <p:nvPr>
            <p:ph type="body" sz="quarter" idx="26" hasCustomPrompt="1"/>
          </p:nvPr>
        </p:nvSpPr>
        <p:spPr>
          <a:xfrm>
            <a:off x="5140699" y="1630363"/>
            <a:ext cx="1906587" cy="563562"/>
          </a:xfrm>
          <a:solidFill>
            <a:schemeClr val="accent4"/>
          </a:solidFill>
        </p:spPr>
        <p:txBody>
          <a:bodyPr anchor="ctr"/>
          <a:lstStyle>
            <a:lvl1pPr algn="ctr">
              <a:defRPr sz="1600" b="1" kern="0">
                <a:solidFill>
                  <a:schemeClr val="bg1"/>
                </a:solidFill>
              </a:defRPr>
            </a:lvl1pPr>
          </a:lstStyle>
          <a:p>
            <a:pPr lvl="0"/>
            <a:r>
              <a:rPr lang="en-US"/>
              <a:t>Subtitle</a:t>
            </a:r>
          </a:p>
        </p:txBody>
      </p:sp>
      <p:sp>
        <p:nvSpPr>
          <p:cNvPr id="17" name="Text Placeholder 3">
            <a:extLst>
              <a:ext uri="{FF2B5EF4-FFF2-40B4-BE49-F238E27FC236}">
                <a16:creationId xmlns:a16="http://schemas.microsoft.com/office/drawing/2014/main" id="{BFCA38BE-76B7-4635-8179-9D7DD99CD973}"/>
              </a:ext>
            </a:extLst>
          </p:cNvPr>
          <p:cNvSpPr>
            <a:spLocks noGrp="1"/>
          </p:cNvSpPr>
          <p:nvPr>
            <p:ph type="body" sz="quarter" idx="27" hasCustomPrompt="1"/>
          </p:nvPr>
        </p:nvSpPr>
        <p:spPr>
          <a:xfrm>
            <a:off x="7207934" y="1630363"/>
            <a:ext cx="1906587" cy="563562"/>
          </a:xfrm>
          <a:solidFill>
            <a:schemeClr val="accent3"/>
          </a:solidFill>
        </p:spPr>
        <p:txBody>
          <a:bodyPr anchor="ctr"/>
          <a:lstStyle>
            <a:lvl1pPr algn="ctr">
              <a:defRPr sz="1600" b="1" kern="0">
                <a:solidFill>
                  <a:schemeClr val="bg1"/>
                </a:solidFill>
              </a:defRPr>
            </a:lvl1pPr>
          </a:lstStyle>
          <a:p>
            <a:pPr lvl="0"/>
            <a:r>
              <a:rPr lang="en-US"/>
              <a:t>Subtitle</a:t>
            </a:r>
          </a:p>
        </p:txBody>
      </p:sp>
      <p:sp>
        <p:nvSpPr>
          <p:cNvPr id="18" name="Text Placeholder 3">
            <a:extLst>
              <a:ext uri="{FF2B5EF4-FFF2-40B4-BE49-F238E27FC236}">
                <a16:creationId xmlns:a16="http://schemas.microsoft.com/office/drawing/2014/main" id="{D2020005-E0B8-4233-8022-8AC559F11D2F}"/>
              </a:ext>
            </a:extLst>
          </p:cNvPr>
          <p:cNvSpPr>
            <a:spLocks noGrp="1"/>
          </p:cNvSpPr>
          <p:nvPr>
            <p:ph type="body" sz="quarter" idx="28" hasCustomPrompt="1"/>
          </p:nvPr>
        </p:nvSpPr>
        <p:spPr>
          <a:xfrm>
            <a:off x="9280798" y="1630363"/>
            <a:ext cx="1906587" cy="563562"/>
          </a:xfrm>
          <a:solidFill>
            <a:schemeClr val="accent1"/>
          </a:solidFill>
        </p:spPr>
        <p:txBody>
          <a:bodyPr anchor="ctr"/>
          <a:lstStyle>
            <a:lvl1pPr algn="ctr">
              <a:defRPr sz="1600" b="1" kern="0">
                <a:solidFill>
                  <a:schemeClr val="bg1"/>
                </a:solidFill>
              </a:defRPr>
            </a:lvl1pPr>
          </a:lstStyle>
          <a:p>
            <a:pPr lvl="0"/>
            <a:r>
              <a:rPr lang="en-US"/>
              <a:t>Subtitle</a:t>
            </a:r>
          </a:p>
        </p:txBody>
      </p:sp>
    </p:spTree>
    <p:extLst>
      <p:ext uri="{BB962C8B-B14F-4D97-AF65-F5344CB8AC3E}">
        <p14:creationId xmlns:p14="http://schemas.microsoft.com/office/powerpoint/2010/main" val="3253055748"/>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 Quad Box with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4" name="Content Placeholder 3">
            <a:extLst>
              <a:ext uri="{FF2B5EF4-FFF2-40B4-BE49-F238E27FC236}">
                <a16:creationId xmlns:a16="http://schemas.microsoft.com/office/drawing/2014/main" id="{B49FE0EB-C435-5FB3-FCE5-D3B348E2ACAE}"/>
              </a:ext>
            </a:extLst>
          </p:cNvPr>
          <p:cNvSpPr>
            <a:spLocks noGrp="1"/>
          </p:cNvSpPr>
          <p:nvPr>
            <p:ph sz="quarter" idx="57"/>
          </p:nvPr>
        </p:nvSpPr>
        <p:spPr>
          <a:xfrm>
            <a:off x="4570413" y="2546350"/>
            <a:ext cx="3049649" cy="2132013"/>
          </a:xfrm>
          <a:solidFill>
            <a:schemeClr val="accent1"/>
          </a:solidFill>
          <a:ln>
            <a:noFill/>
          </a:ln>
        </p:spPr>
        <p:txBody>
          <a:bodyPr vert="horz" lIns="108000" tIns="108000" rIns="108000" bIns="108000" rtlCol="0" anchor="ctr" anchorCtr="1">
            <a:noAutofit/>
          </a:bodyPr>
          <a:lstStyle>
            <a:lvl1pPr algn="ctr">
              <a:defRPr lang="en-US" dirty="0" smtClean="0">
                <a:solidFill>
                  <a:schemeClr val="bg1"/>
                </a:solidFill>
                <a:cs typeface="Arial" panose="020B0604020202020204" pitchFamily="34" charset="0"/>
              </a:defRPr>
            </a:lvl1pPr>
            <a:lvl2pPr algn="ctr">
              <a:defRPr lang="en-US" dirty="0" smtClean="0">
                <a:solidFill>
                  <a:schemeClr val="bg1"/>
                </a:solidFill>
              </a:defRPr>
            </a:lvl2pPr>
            <a:lvl3pPr algn="ctr">
              <a:defRPr lang="en-US" dirty="0" smtClean="0">
                <a:solidFill>
                  <a:schemeClr val="bg1"/>
                </a:solidFill>
              </a:defRPr>
            </a:lvl3pPr>
            <a:lvl4pPr algn="ctr">
              <a:defRPr lang="en-US" dirty="0" smtClean="0">
                <a:solidFill>
                  <a:schemeClr val="bg1"/>
                </a:solidFill>
              </a:defRPr>
            </a:lvl4pPr>
            <a:lvl5pPr algn="ctr">
              <a:defRPr lang="en-US" dirty="0">
                <a:solidFill>
                  <a:schemeClr val="bg1"/>
                </a:solidFill>
              </a:defRPr>
            </a:lvl5pPr>
          </a:lstStyle>
          <a:p>
            <a:pPr lvl="0" algn="ctr"/>
            <a:r>
              <a:rPr lang="en-US"/>
              <a:t>Click to edit Master text styles</a:t>
            </a:r>
          </a:p>
        </p:txBody>
      </p:sp>
    </p:spTree>
    <p:extLst>
      <p:ext uri="{BB962C8B-B14F-4D97-AF65-F5344CB8AC3E}">
        <p14:creationId xmlns:p14="http://schemas.microsoft.com/office/powerpoint/2010/main" val="33172251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 2 Column + Blue Heading">
    <p:spTree>
      <p:nvGrpSpPr>
        <p:cNvPr id="1" name=""/>
        <p:cNvGrpSpPr/>
        <p:nvPr/>
      </p:nvGrpSpPr>
      <p:grpSpPr>
        <a:xfrm>
          <a:off x="0" y="0"/>
          <a:ext cx="0" cy="0"/>
          <a:chOff x="0" y="0"/>
          <a:chExt cx="0" cy="0"/>
        </a:xfrm>
      </p:grpSpPr>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D2A5EBE6-C4EB-3D63-4351-4FBEA06A0BC6}"/>
              </a:ext>
            </a:extLst>
          </p:cNvPr>
          <p:cNvSpPr>
            <a:spLocks noGrp="1"/>
          </p:cNvSpPr>
          <p:nvPr>
            <p:ph sz="quarter" idx="23"/>
          </p:nvPr>
        </p:nvSpPr>
        <p:spPr>
          <a:xfrm>
            <a:off x="1002588" y="1720850"/>
            <a:ext cx="4968000" cy="4156074"/>
          </a:xfrm>
          <a:solidFill>
            <a:schemeClr val="bg1">
              <a:lumMod val="85000"/>
            </a:schemeClr>
          </a:solidFill>
          <a:ln w="12700">
            <a:noFill/>
          </a:ln>
        </p:spPr>
        <p:txBody>
          <a:bodyPr vert="horz" lIns="108000" tIns="108000" rIns="108000" bIns="108000" rtlCol="0" anchor="t" anchorCtr="0">
            <a:no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0E5B1772-E65F-A92F-6EE3-3FB7C60E2E13}"/>
              </a:ext>
            </a:extLst>
          </p:cNvPr>
          <p:cNvSpPr>
            <a:spLocks noGrp="1"/>
          </p:cNvSpPr>
          <p:nvPr>
            <p:ph sz="quarter" idx="24"/>
          </p:nvPr>
        </p:nvSpPr>
        <p:spPr>
          <a:xfrm>
            <a:off x="6240394" y="1720850"/>
            <a:ext cx="4968000" cy="4156074"/>
          </a:xfrm>
          <a:solidFill>
            <a:schemeClr val="bg1">
              <a:lumMod val="85000"/>
            </a:schemeClr>
          </a:solidFill>
          <a:ln w="12700">
            <a:noFill/>
          </a:ln>
        </p:spPr>
        <p:txBody>
          <a:bodyPr vert="horz" lIns="108000" tIns="108000" rIns="108000" bIns="108000" rtlCol="0" anchor="t" anchorCtr="0">
            <a:no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059060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 Four Boxes + heading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b="1">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016126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Section Break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43250"/>
          </a:xfrm>
          <a:prstGeom prst="rect">
            <a:avLst/>
          </a:prstGeom>
          <a:solidFill>
            <a:schemeClr val="accent1"/>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5308261"/>
            <a:ext cx="5252400" cy="246221"/>
          </a:xfrm>
        </p:spPr>
        <p:txBody>
          <a:bodyPr wrap="square" anchor="b">
            <a:spAutoFit/>
          </a:bodyPr>
          <a:lstStyle>
            <a:lvl1pPr>
              <a:defRPr sz="1600" b="1">
                <a:solidFill>
                  <a:schemeClr val="bg1"/>
                </a:solidFill>
              </a:defRPr>
            </a:lvl1pPr>
            <a:lvl2pPr>
              <a:defRPr sz="16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23869611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ection break 2">
    <p:bg>
      <p:bgPr>
        <a:gradFill flip="none" rotWithShape="1">
          <a:gsLst>
            <a:gs pos="0">
              <a:schemeClr val="tx2"/>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308261"/>
            <a:ext cx="5252400" cy="246221"/>
          </a:xfrm>
        </p:spPr>
        <p:txBody>
          <a:bodyPr wrap="square" anchor="b">
            <a:spAutoFit/>
          </a:bodyPr>
          <a:lstStyle>
            <a:lvl1pPr>
              <a:defRPr sz="1600" b="1">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Tree>
    <p:extLst>
      <p:ext uri="{BB962C8B-B14F-4D97-AF65-F5344CB8AC3E}">
        <p14:creationId xmlns:p14="http://schemas.microsoft.com/office/powerpoint/2010/main" val="14256639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Section Break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7" y="971550"/>
            <a:ext cx="3473688" cy="4943250"/>
          </a:xfrm>
          <a:prstGeom prst="rect">
            <a:avLst/>
          </a:prstGeom>
          <a:solidFill>
            <a:schemeClr val="accent1"/>
          </a:soli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2901140" cy="2367199"/>
          </a:xfrm>
          <a:noFill/>
        </p:spPr>
        <p:txBody>
          <a:bodyPr lIns="0" tIns="0" rIns="0" bIns="0" anchor="t" anchorCtr="0"/>
          <a:lstStyle>
            <a:lvl1pPr algn="l">
              <a:defRPr sz="54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5062039"/>
            <a:ext cx="2901140" cy="492443"/>
          </a:xfrm>
        </p:spPr>
        <p:txBody>
          <a:bodyPr wrap="square" anchor="b">
            <a:spAutoFit/>
          </a:bodyPr>
          <a:lstStyle>
            <a:lvl1pPr>
              <a:defRPr sz="1600" b="1">
                <a:solidFill>
                  <a:schemeClr val="bg1"/>
                </a:solidFill>
              </a:defRPr>
            </a:lvl1pPr>
            <a:lvl2pPr>
              <a:defRPr sz="16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32459830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Section break 2">
    <p:bg>
      <p:bgPr>
        <a:gradFill flip="none" rotWithShape="1">
          <a:gsLst>
            <a:gs pos="0">
              <a:schemeClr val="tx2"/>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7" y="971550"/>
            <a:ext cx="3473688"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062039"/>
            <a:ext cx="2914995" cy="492443"/>
          </a:xfrm>
        </p:spPr>
        <p:txBody>
          <a:bodyPr wrap="square" anchor="b">
            <a:spAutoFit/>
          </a:bodyPr>
          <a:lstStyle>
            <a:lvl1pPr>
              <a:defRPr sz="1600" b="1">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2914995" cy="2367199"/>
          </a:xfrm>
          <a:noFill/>
        </p:spPr>
        <p:txBody>
          <a:bodyPr lIns="0" tIns="0" rIns="0" bIns="0" anchor="t" anchorCtr="0"/>
          <a:lstStyle>
            <a:lvl1pPr algn="l">
              <a:defRPr sz="5400" baseline="0">
                <a:solidFill>
                  <a:schemeClr val="accent2"/>
                </a:solidFill>
              </a:defRPr>
            </a:lvl1pPr>
          </a:lstStyle>
          <a:p>
            <a:r>
              <a:rPr lang="en-US"/>
              <a:t>Click to edit Master title style</a:t>
            </a:r>
          </a:p>
        </p:txBody>
      </p:sp>
    </p:spTree>
    <p:extLst>
      <p:ext uri="{BB962C8B-B14F-4D97-AF65-F5344CB8AC3E}">
        <p14:creationId xmlns:p14="http://schemas.microsoft.com/office/powerpoint/2010/main" val="30108442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bsection break">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0604226E-EE2B-456C-B755-B27FB56F0514}"/>
              </a:ext>
            </a:extLst>
          </p:cNvPr>
          <p:cNvSpPr>
            <a:spLocks noGrp="1"/>
          </p:cNvSpPr>
          <p:nvPr>
            <p:ph type="body" sz="quarter" idx="21" hasCustomPrompt="1"/>
          </p:nvPr>
        </p:nvSpPr>
        <p:spPr>
          <a:xfrm>
            <a:off x="5530051" y="1675973"/>
            <a:ext cx="1131897" cy="1554907"/>
          </a:xfrm>
          <a:gradFill>
            <a:gsLst>
              <a:gs pos="0">
                <a:schemeClr val="tx2"/>
              </a:gs>
              <a:gs pos="100000">
                <a:srgbClr val="1E49E2"/>
              </a:gs>
            </a:gsLst>
            <a:lin ang="0" scaled="0"/>
          </a:gradFill>
          <a:ln w="12700" cap="flat" cmpd="sng" algn="ctr">
            <a:noFill/>
            <a:prstDash val="solid"/>
            <a:miter lim="800000"/>
          </a:ln>
          <a:effectLst/>
        </p:spPr>
        <p:txBody>
          <a:bodyPr lIns="0" tIns="0" rIns="0" bIns="0" rtlCol="0" anchor="ctr"/>
          <a:lstStyle>
            <a:lvl1pPr algn="ctr">
              <a:defRPr kumimoji="0" lang="en-US" sz="7200" b="0" i="0" u="none" strike="noStrike" kern="0" cap="none" spc="0" normalizeH="0" baseline="0" dirty="0">
                <a:ln>
                  <a:noFill/>
                </a:ln>
                <a:solidFill>
                  <a:srgbClr val="FFFFFF"/>
                </a:solidFill>
                <a:effectLst/>
                <a:uLnTx/>
                <a:uFillTx/>
                <a:latin typeface="Arial"/>
              </a:defRPr>
            </a:lvl1pPr>
          </a:lstStyle>
          <a:p>
            <a:pPr marR="0" lvl="0" fontAlgn="auto">
              <a:spcAft>
                <a:spcPts val="0"/>
              </a:spcAft>
              <a:buClrTx/>
              <a:buSzTx/>
              <a:tabLst/>
            </a:pPr>
            <a:r>
              <a:rPr lang="en-US"/>
              <a:t>#</a:t>
            </a:r>
          </a:p>
        </p:txBody>
      </p:sp>
      <p:sp>
        <p:nvSpPr>
          <p:cNvPr id="9" name="Text Placeholder 5">
            <a:extLst>
              <a:ext uri="{FF2B5EF4-FFF2-40B4-BE49-F238E27FC236}">
                <a16:creationId xmlns:a16="http://schemas.microsoft.com/office/drawing/2014/main" id="{3BAEEB15-711A-422A-8181-97EDF5829289}"/>
              </a:ext>
            </a:extLst>
          </p:cNvPr>
          <p:cNvSpPr>
            <a:spLocks noGrp="1"/>
          </p:cNvSpPr>
          <p:nvPr>
            <p:ph type="body" sz="quarter" idx="17" hasCustomPrompt="1"/>
          </p:nvPr>
        </p:nvSpPr>
        <p:spPr>
          <a:xfrm>
            <a:off x="5530051" y="5356619"/>
            <a:ext cx="5092699" cy="520305"/>
          </a:xfrm>
        </p:spPr>
        <p:txBody>
          <a:bodyPr anchor="b"/>
          <a:lstStyle>
            <a:lvl1pPr>
              <a:defRPr kern="0" spc="0" baseline="0"/>
            </a:lvl1pPr>
          </a:lstStyle>
          <a:p>
            <a:pPr lvl="0"/>
            <a:r>
              <a:rPr lang="en-US"/>
              <a:t>Subtitle</a:t>
            </a:r>
          </a:p>
        </p:txBody>
      </p:sp>
      <p:sp>
        <p:nvSpPr>
          <p:cNvPr id="8" name="Picture Placeholder 7">
            <a:extLst>
              <a:ext uri="{FF2B5EF4-FFF2-40B4-BE49-F238E27FC236}">
                <a16:creationId xmlns:a16="http://schemas.microsoft.com/office/drawing/2014/main" id="{8685A893-E2C2-4E62-A1DE-835DB19E8238}"/>
              </a:ext>
            </a:extLst>
          </p:cNvPr>
          <p:cNvSpPr>
            <a:spLocks noGrp="1"/>
          </p:cNvSpPr>
          <p:nvPr>
            <p:ph type="pic" sz="quarter" idx="20"/>
          </p:nvPr>
        </p:nvSpPr>
        <p:spPr>
          <a:xfrm>
            <a:off x="995363" y="655320"/>
            <a:ext cx="3799745" cy="5221605"/>
          </a:xfrm>
          <a:solidFill>
            <a:schemeClr val="bg1">
              <a:lumMod val="85000"/>
            </a:schemeClr>
          </a:solidFill>
        </p:spPr>
        <p:txBody>
          <a:bodyPr/>
          <a:lstStyle>
            <a:lvl1pPr>
              <a:defRPr kern="0" spc="0" baseline="0"/>
            </a:lvl1pPr>
          </a:lstStyle>
          <a:p>
            <a:r>
              <a:rPr lang="en-US"/>
              <a:t>Click icon to add picture</a:t>
            </a:r>
          </a:p>
        </p:txBody>
      </p:sp>
      <p:sp>
        <p:nvSpPr>
          <p:cNvPr id="2" name="Title 1"/>
          <p:cNvSpPr>
            <a:spLocks noGrp="1"/>
          </p:cNvSpPr>
          <p:nvPr>
            <p:ph type="title" hasCustomPrompt="1"/>
          </p:nvPr>
        </p:nvSpPr>
        <p:spPr>
          <a:xfrm>
            <a:off x="5530051" y="3429000"/>
            <a:ext cx="5092800" cy="1554920"/>
          </a:xfrm>
        </p:spPr>
        <p:txBody>
          <a:bodyPr/>
          <a:lstStyle>
            <a:lvl1pPr>
              <a:lnSpc>
                <a:spcPct val="80000"/>
              </a:lnSpc>
              <a:defRPr sz="6000" kern="0" spc="0" baseline="0"/>
            </a:lvl1pPr>
          </a:lstStyle>
          <a:p>
            <a:r>
              <a:rPr lang="en-US"/>
              <a:t>Divider copy goes here</a:t>
            </a:r>
          </a:p>
        </p:txBody>
      </p:sp>
    </p:spTree>
    <p:extLst>
      <p:ext uri="{BB962C8B-B14F-4D97-AF65-F5344CB8AC3E}">
        <p14:creationId xmlns:p14="http://schemas.microsoft.com/office/powerpoint/2010/main" val="725209049"/>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losing layout">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F36415CC-18EE-44C6-AA6A-0C70BEB38184}"/>
              </a:ext>
            </a:extLst>
          </p:cNvPr>
          <p:cNvSpPr>
            <a:spLocks noGrp="1"/>
          </p:cNvSpPr>
          <p:nvPr>
            <p:ph type="body" sz="quarter" idx="10"/>
          </p:nvPr>
        </p:nvSpPr>
        <p:spPr>
          <a:xfrm>
            <a:off x="741301" y="4240696"/>
            <a:ext cx="5748399" cy="1854200"/>
          </a:xfrm>
        </p:spPr>
        <p:txBody>
          <a:bodyPr anchor="b"/>
          <a:lstStyle>
            <a:lvl1pPr>
              <a:spcAft>
                <a:spcPts val="1000"/>
              </a:spcAft>
              <a:defRPr lang="en-US" sz="900" b="0" kern="1200" dirty="0" smtClean="0">
                <a:solidFill>
                  <a:schemeClr val="bg1">
                    <a:lumMod val="65000"/>
                  </a:schemeClr>
                </a:solidFill>
                <a:latin typeface="+mn-lt"/>
                <a:ea typeface="+mn-ea"/>
                <a:cs typeface="+mn-cs"/>
              </a:defRPr>
            </a:lvl1pPr>
            <a:lvl2pPr>
              <a:spcAft>
                <a:spcPts val="1000"/>
              </a:spcAft>
              <a:defRPr sz="900" b="0">
                <a:solidFill>
                  <a:schemeClr val="tx1"/>
                </a:solidFill>
              </a:defRPr>
            </a:lvl2pPr>
          </a:lstStyle>
          <a:p>
            <a:pPr marL="0" lvl="0" indent="0" algn="l" defTabSz="685766" rtl="0" eaLnBrk="1" latinLnBrk="0" hangingPunct="1">
              <a:lnSpc>
                <a:spcPct val="100000"/>
              </a:lnSpc>
              <a:spcBef>
                <a:spcPts val="0"/>
              </a:spcBef>
              <a:spcAft>
                <a:spcPts val="600"/>
              </a:spcAft>
              <a:buFontTx/>
              <a:buNone/>
            </a:pPr>
            <a:r>
              <a:rPr lang="en-US"/>
              <a:t>Click to edit Master text styles</a:t>
            </a:r>
          </a:p>
          <a:p>
            <a:pPr marL="0" lvl="1" indent="0" algn="l" defTabSz="685766" rtl="0" eaLnBrk="1" latinLnBrk="0" hangingPunct="1">
              <a:lnSpc>
                <a:spcPct val="100000"/>
              </a:lnSpc>
              <a:spcBef>
                <a:spcPts val="0"/>
              </a:spcBef>
              <a:spcAft>
                <a:spcPts val="600"/>
              </a:spcAft>
              <a:buFontTx/>
              <a:buNone/>
            </a:pPr>
            <a:r>
              <a:rPr lang="en-US"/>
              <a:t>Second level</a:t>
            </a:r>
          </a:p>
        </p:txBody>
      </p:sp>
      <p:pic>
        <p:nvPicPr>
          <p:cNvPr id="23" name="Graphic 22">
            <a:extLst>
              <a:ext uri="{FF2B5EF4-FFF2-40B4-BE49-F238E27FC236}">
                <a16:creationId xmlns:a16="http://schemas.microsoft.com/office/drawing/2014/main" id="{BB7DCF77-C63C-4BBE-88C9-6A8B122B82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3" name="TextBox 2">
            <a:extLst>
              <a:ext uri="{FF2B5EF4-FFF2-40B4-BE49-F238E27FC236}">
                <a16:creationId xmlns:a16="http://schemas.microsoft.com/office/drawing/2014/main" id="{4A81CA90-D592-C9D2-D312-E24E59BEEAD5}"/>
              </a:ext>
            </a:extLst>
          </p:cNvPr>
          <p:cNvSpPr txBox="1"/>
          <p:nvPr userDrawn="1"/>
        </p:nvSpPr>
        <p:spPr>
          <a:xfrm>
            <a:off x="741301" y="3824579"/>
            <a:ext cx="1112108" cy="161583"/>
          </a:xfrm>
          <a:prstGeom prst="rect">
            <a:avLst/>
          </a:prstGeom>
          <a:noFill/>
        </p:spPr>
        <p:txBody>
          <a:bodyPr wrap="square" lIns="0" tIns="0" rIns="0" bIns="0">
            <a:spAutoFit/>
          </a:bodyPr>
          <a:lstStyle/>
          <a:p>
            <a:pPr marR="0">
              <a:spcBef>
                <a:spcPts val="0"/>
              </a:spcBef>
              <a:spcAft>
                <a:spcPts val="0"/>
              </a:spcAft>
            </a:pPr>
            <a:r>
              <a:rPr lang="en-US" sz="1050" b="1">
                <a:solidFill>
                  <a:schemeClr val="tx2"/>
                </a:solidFill>
                <a:effectLst/>
                <a:ea typeface="Calibri" panose="020F0502020204030204" pitchFamily="34" charset="0"/>
              </a:rPr>
              <a:t>Learn about us:</a:t>
            </a:r>
          </a:p>
        </p:txBody>
      </p:sp>
      <p:sp>
        <p:nvSpPr>
          <p:cNvPr id="4" name="Freeform: Shape 3">
            <a:extLst>
              <a:ext uri="{FF2B5EF4-FFF2-40B4-BE49-F238E27FC236}">
                <a16:creationId xmlns:a16="http://schemas.microsoft.com/office/drawing/2014/main" id="{4A9FA3A8-95F7-342F-0770-F1DF6F57C670}"/>
              </a:ext>
            </a:extLst>
          </p:cNvPr>
          <p:cNvSpPr/>
          <p:nvPr userDrawn="1"/>
        </p:nvSpPr>
        <p:spPr>
          <a:xfrm>
            <a:off x="1914717" y="3715275"/>
            <a:ext cx="380190" cy="380190"/>
          </a:xfrm>
          <a:custGeom>
            <a:avLst/>
            <a:gdLst>
              <a:gd name="connsiteX0" fmla="*/ 192044 w 207146"/>
              <a:gd name="connsiteY0" fmla="*/ 0 h 207146"/>
              <a:gd name="connsiteX1" fmla="*/ 15251 w 207146"/>
              <a:gd name="connsiteY1" fmla="*/ 0 h 207146"/>
              <a:gd name="connsiteX2" fmla="*/ 0 w 207146"/>
              <a:gd name="connsiteY2" fmla="*/ 15251 h 207146"/>
              <a:gd name="connsiteX3" fmla="*/ 0 w 207146"/>
              <a:gd name="connsiteY3" fmla="*/ 191896 h 207146"/>
              <a:gd name="connsiteX4" fmla="*/ 15251 w 207146"/>
              <a:gd name="connsiteY4" fmla="*/ 207147 h 207146"/>
              <a:gd name="connsiteX5" fmla="*/ 191896 w 207146"/>
              <a:gd name="connsiteY5" fmla="*/ 207147 h 207146"/>
              <a:gd name="connsiteX6" fmla="*/ 207147 w 207146"/>
              <a:gd name="connsiteY6" fmla="*/ 191896 h 207146"/>
              <a:gd name="connsiteX7" fmla="*/ 207147 w 207146"/>
              <a:gd name="connsiteY7" fmla="*/ 15251 h 207146"/>
              <a:gd name="connsiteX8" fmla="*/ 191896 w 207146"/>
              <a:gd name="connsiteY8" fmla="*/ 0 h 207146"/>
              <a:gd name="connsiteX9" fmla="*/ 61892 w 207146"/>
              <a:gd name="connsiteY9" fmla="*/ 176645 h 207146"/>
              <a:gd name="connsiteX10" fmla="*/ 30798 w 207146"/>
              <a:gd name="connsiteY10" fmla="*/ 176645 h 207146"/>
              <a:gd name="connsiteX11" fmla="*/ 30798 w 207146"/>
              <a:gd name="connsiteY11" fmla="*/ 77587 h 207146"/>
              <a:gd name="connsiteX12" fmla="*/ 61892 w 207146"/>
              <a:gd name="connsiteY12" fmla="*/ 77587 h 207146"/>
              <a:gd name="connsiteX13" fmla="*/ 61892 w 207146"/>
              <a:gd name="connsiteY13" fmla="*/ 176645 h 207146"/>
              <a:gd name="connsiteX14" fmla="*/ 46345 w 207146"/>
              <a:gd name="connsiteY14" fmla="*/ 63965 h 207146"/>
              <a:gd name="connsiteX15" fmla="*/ 28429 w 207146"/>
              <a:gd name="connsiteY15" fmla="*/ 46049 h 207146"/>
              <a:gd name="connsiteX16" fmla="*/ 46345 w 207146"/>
              <a:gd name="connsiteY16" fmla="*/ 28133 h 207146"/>
              <a:gd name="connsiteX17" fmla="*/ 64261 w 207146"/>
              <a:gd name="connsiteY17" fmla="*/ 46049 h 207146"/>
              <a:gd name="connsiteX18" fmla="*/ 46345 w 207146"/>
              <a:gd name="connsiteY18" fmla="*/ 63965 h 207146"/>
              <a:gd name="connsiteX19" fmla="*/ 176793 w 207146"/>
              <a:gd name="connsiteY19" fmla="*/ 176793 h 207146"/>
              <a:gd name="connsiteX20" fmla="*/ 145699 w 207146"/>
              <a:gd name="connsiteY20" fmla="*/ 176793 h 207146"/>
              <a:gd name="connsiteX21" fmla="*/ 145699 w 207146"/>
              <a:gd name="connsiteY21" fmla="*/ 122748 h 207146"/>
              <a:gd name="connsiteX22" fmla="*/ 130152 w 207146"/>
              <a:gd name="connsiteY22" fmla="*/ 101871 h 207146"/>
              <a:gd name="connsiteX23" fmla="*/ 111791 w 207146"/>
              <a:gd name="connsiteY23" fmla="*/ 123192 h 207146"/>
              <a:gd name="connsiteX24" fmla="*/ 111791 w 207146"/>
              <a:gd name="connsiteY24" fmla="*/ 176941 h 207146"/>
              <a:gd name="connsiteX25" fmla="*/ 80697 w 207146"/>
              <a:gd name="connsiteY25" fmla="*/ 176941 h 207146"/>
              <a:gd name="connsiteX26" fmla="*/ 80697 w 207146"/>
              <a:gd name="connsiteY26" fmla="*/ 77884 h 207146"/>
              <a:gd name="connsiteX27" fmla="*/ 110607 w 207146"/>
              <a:gd name="connsiteY27" fmla="*/ 77884 h 207146"/>
              <a:gd name="connsiteX28" fmla="*/ 110607 w 207146"/>
              <a:gd name="connsiteY28" fmla="*/ 91654 h 207146"/>
              <a:gd name="connsiteX29" fmla="*/ 111051 w 207146"/>
              <a:gd name="connsiteY29" fmla="*/ 91654 h 207146"/>
              <a:gd name="connsiteX30" fmla="*/ 140664 w 207146"/>
              <a:gd name="connsiteY30" fmla="*/ 75218 h 207146"/>
              <a:gd name="connsiteX31" fmla="*/ 176793 w 207146"/>
              <a:gd name="connsiteY31" fmla="*/ 115789 h 207146"/>
              <a:gd name="connsiteX32" fmla="*/ 176793 w 207146"/>
              <a:gd name="connsiteY32" fmla="*/ 177089 h 20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07146" h="207146">
                <a:moveTo>
                  <a:pt x="192044" y="0"/>
                </a:moveTo>
                <a:lnTo>
                  <a:pt x="15251" y="0"/>
                </a:lnTo>
                <a:cubicBezTo>
                  <a:pt x="6811" y="0"/>
                  <a:pt x="0" y="6811"/>
                  <a:pt x="0" y="15251"/>
                </a:cubicBezTo>
                <a:lnTo>
                  <a:pt x="0" y="191896"/>
                </a:lnTo>
                <a:cubicBezTo>
                  <a:pt x="0" y="200336"/>
                  <a:pt x="6811" y="207147"/>
                  <a:pt x="15251" y="207147"/>
                </a:cubicBezTo>
                <a:lnTo>
                  <a:pt x="191896" y="207147"/>
                </a:lnTo>
                <a:cubicBezTo>
                  <a:pt x="200336" y="207147"/>
                  <a:pt x="207147" y="200336"/>
                  <a:pt x="207147" y="191896"/>
                </a:cubicBezTo>
                <a:lnTo>
                  <a:pt x="207147" y="15251"/>
                </a:lnTo>
                <a:cubicBezTo>
                  <a:pt x="207147" y="6811"/>
                  <a:pt x="200336" y="0"/>
                  <a:pt x="191896" y="0"/>
                </a:cubicBezTo>
                <a:close/>
                <a:moveTo>
                  <a:pt x="61892" y="176645"/>
                </a:moveTo>
                <a:lnTo>
                  <a:pt x="30798" y="176645"/>
                </a:lnTo>
                <a:lnTo>
                  <a:pt x="30798" y="77587"/>
                </a:lnTo>
                <a:lnTo>
                  <a:pt x="61892" y="77587"/>
                </a:lnTo>
                <a:lnTo>
                  <a:pt x="61892" y="176645"/>
                </a:lnTo>
                <a:close/>
                <a:moveTo>
                  <a:pt x="46345" y="63965"/>
                </a:moveTo>
                <a:cubicBezTo>
                  <a:pt x="36425" y="63965"/>
                  <a:pt x="28429" y="56414"/>
                  <a:pt x="28429" y="46049"/>
                </a:cubicBezTo>
                <a:cubicBezTo>
                  <a:pt x="28429" y="35684"/>
                  <a:pt x="36425" y="28133"/>
                  <a:pt x="46345" y="28133"/>
                </a:cubicBezTo>
                <a:cubicBezTo>
                  <a:pt x="56266" y="28133"/>
                  <a:pt x="64261" y="35684"/>
                  <a:pt x="64261" y="46049"/>
                </a:cubicBezTo>
                <a:cubicBezTo>
                  <a:pt x="64261" y="56414"/>
                  <a:pt x="56266" y="63965"/>
                  <a:pt x="46345" y="63965"/>
                </a:cubicBezTo>
                <a:close/>
                <a:moveTo>
                  <a:pt x="176793" y="176793"/>
                </a:moveTo>
                <a:lnTo>
                  <a:pt x="145699" y="176793"/>
                </a:lnTo>
                <a:lnTo>
                  <a:pt x="145699" y="122748"/>
                </a:lnTo>
                <a:cubicBezTo>
                  <a:pt x="145699" y="106757"/>
                  <a:pt x="138888" y="101871"/>
                  <a:pt x="130152" y="101871"/>
                </a:cubicBezTo>
                <a:cubicBezTo>
                  <a:pt x="120971" y="101871"/>
                  <a:pt x="111791" y="108830"/>
                  <a:pt x="111791" y="123192"/>
                </a:cubicBezTo>
                <a:lnTo>
                  <a:pt x="111791" y="176941"/>
                </a:lnTo>
                <a:lnTo>
                  <a:pt x="80697" y="176941"/>
                </a:lnTo>
                <a:lnTo>
                  <a:pt x="80697" y="77884"/>
                </a:lnTo>
                <a:lnTo>
                  <a:pt x="110607" y="77884"/>
                </a:lnTo>
                <a:lnTo>
                  <a:pt x="110607" y="91654"/>
                </a:lnTo>
                <a:lnTo>
                  <a:pt x="111051" y="91654"/>
                </a:lnTo>
                <a:cubicBezTo>
                  <a:pt x="114012" y="85583"/>
                  <a:pt x="124525" y="75218"/>
                  <a:pt x="140664" y="75218"/>
                </a:cubicBezTo>
                <a:cubicBezTo>
                  <a:pt x="157988" y="75218"/>
                  <a:pt x="176793" y="85583"/>
                  <a:pt x="176793" y="115789"/>
                </a:cubicBezTo>
                <a:lnTo>
                  <a:pt x="176793" y="177089"/>
                </a:lnTo>
                <a:close/>
              </a:path>
            </a:pathLst>
          </a:custGeom>
          <a:solidFill>
            <a:srgbClr val="0077B5"/>
          </a:solidFill>
          <a:ln w="14795" cap="flat">
            <a:noFill/>
            <a:prstDash val="solid"/>
            <a:miter/>
          </a:ln>
        </p:spPr>
        <p:txBody>
          <a:bodyPr rtlCol="0" anchor="ctr"/>
          <a:lstStyle/>
          <a:p>
            <a:endParaRPr lang="en-US"/>
          </a:p>
        </p:txBody>
      </p:sp>
      <p:cxnSp>
        <p:nvCxnSpPr>
          <p:cNvPr id="5" name="Straight Connector 4">
            <a:extLst>
              <a:ext uri="{FF2B5EF4-FFF2-40B4-BE49-F238E27FC236}">
                <a16:creationId xmlns:a16="http://schemas.microsoft.com/office/drawing/2014/main" id="{8744A530-441A-2937-9A20-D05EFF740899}"/>
              </a:ext>
            </a:extLst>
          </p:cNvPr>
          <p:cNvCxnSpPr>
            <a:cxnSpLocks/>
          </p:cNvCxnSpPr>
          <p:nvPr userDrawn="1"/>
        </p:nvCxnSpPr>
        <p:spPr>
          <a:xfrm>
            <a:off x="2469922" y="3631050"/>
            <a:ext cx="0" cy="548640"/>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7070DF8-AC8F-E0D1-6890-C6CE330EEC6F}"/>
              </a:ext>
            </a:extLst>
          </p:cNvPr>
          <p:cNvSpPr txBox="1"/>
          <p:nvPr userDrawn="1"/>
        </p:nvSpPr>
        <p:spPr>
          <a:xfrm>
            <a:off x="2644938" y="3824579"/>
            <a:ext cx="1112108" cy="161583"/>
          </a:xfrm>
          <a:prstGeom prst="rect">
            <a:avLst/>
          </a:prstGeom>
          <a:noFill/>
        </p:spPr>
        <p:txBody>
          <a:bodyPr wrap="square" lIns="0" tIns="0" rIns="0" bIns="0">
            <a:spAutoFit/>
          </a:bodyPr>
          <a:lstStyle/>
          <a:p>
            <a:pPr marR="0">
              <a:spcBef>
                <a:spcPts val="0"/>
              </a:spcBef>
              <a:spcAft>
                <a:spcPts val="0"/>
              </a:spcAft>
            </a:pPr>
            <a:r>
              <a:rPr lang="en-US" sz="1050" b="1">
                <a:solidFill>
                  <a:schemeClr val="tx2"/>
                </a:solidFill>
                <a:effectLst/>
                <a:ea typeface="Calibri" panose="020F0502020204030204" pitchFamily="34" charset="0"/>
              </a:rPr>
              <a:t>kpmg.com</a:t>
            </a:r>
          </a:p>
        </p:txBody>
      </p:sp>
    </p:spTree>
    <p:extLst>
      <p:ext uri="{BB962C8B-B14F-4D97-AF65-F5344CB8AC3E}">
        <p14:creationId xmlns:p14="http://schemas.microsoft.com/office/powerpoint/2010/main" val="37223361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50" name="TextBox 49">
            <a:extLst>
              <a:ext uri="{FF2B5EF4-FFF2-40B4-BE49-F238E27FC236}">
                <a16:creationId xmlns:a16="http://schemas.microsoft.com/office/drawing/2014/main" id="{00F3B316-EC78-8677-E707-F9B2C68079DE}"/>
              </a:ext>
            </a:extLst>
          </p:cNvPr>
          <p:cNvSpPr txBox="1"/>
          <p:nvPr userDrawn="1"/>
        </p:nvSpPr>
        <p:spPr>
          <a:xfrm>
            <a:off x="989530" y="5196806"/>
            <a:ext cx="5277919" cy="184666"/>
          </a:xfrm>
          <a:prstGeom prst="rect">
            <a:avLst/>
          </a:prstGeom>
          <a:noFill/>
        </p:spPr>
        <p:txBody>
          <a:bodyPr wrap="square" lIns="0" tIns="0" rIns="0" bIns="0" rtlCol="0">
            <a:spAutoFit/>
          </a:bodyPr>
          <a:lstStyle/>
          <a:p>
            <a:pPr algn="l">
              <a:spcAft>
                <a:spcPts val="300"/>
              </a:spcAft>
            </a:pPr>
            <a:r>
              <a:rPr lang="en-US" sz="1200" b="1">
                <a:solidFill>
                  <a:schemeClr val="tx2"/>
                </a:solidFill>
                <a:latin typeface="+mn-lt"/>
              </a:rPr>
              <a:t>Gradients</a:t>
            </a:r>
            <a:endParaRPr lang="en-US" sz="1200" b="0">
              <a:solidFill>
                <a:sysClr val="windowText" lastClr="000000"/>
              </a:solidFill>
              <a:latin typeface="+mn-lt"/>
            </a:endParaRPr>
          </a:p>
        </p:txBody>
      </p:sp>
      <p:sp>
        <p:nvSpPr>
          <p:cNvPr id="52" name="TextBox 51">
            <a:extLst>
              <a:ext uri="{FF2B5EF4-FFF2-40B4-BE49-F238E27FC236}">
                <a16:creationId xmlns:a16="http://schemas.microsoft.com/office/drawing/2014/main" id="{2E1FAABB-3A39-9F31-CB08-1D9BEA12FD48}"/>
              </a:ext>
            </a:extLst>
          </p:cNvPr>
          <p:cNvSpPr txBox="1"/>
          <p:nvPr userDrawn="1"/>
        </p:nvSpPr>
        <p:spPr>
          <a:xfrm>
            <a:off x="989531" y="4379511"/>
            <a:ext cx="3830119" cy="626317"/>
          </a:xfrm>
          <a:prstGeom prst="rect">
            <a:avLst/>
          </a:prstGeom>
          <a:noFill/>
        </p:spPr>
        <p:txBody>
          <a:bodyPr wrap="square" lIns="0" tIns="0" rIns="0" bIns="0" rtlCol="0">
            <a:noAutofit/>
          </a:bodyPr>
          <a:lstStyle/>
          <a:p>
            <a:pPr algn="l">
              <a:spcAft>
                <a:spcPts val="600"/>
              </a:spcAft>
            </a:pPr>
            <a:r>
              <a:rPr lang="en-US" sz="1000" b="0">
                <a:solidFill>
                  <a:schemeClr val="tx2"/>
                </a:solidFill>
                <a:latin typeface="+mn-lt"/>
              </a:rPr>
              <a:t>Potential chart color order</a:t>
            </a:r>
          </a:p>
          <a:p>
            <a:pPr marL="114300" indent="-114300" algn="l">
              <a:spcAft>
                <a:spcPts val="300"/>
              </a:spcAft>
              <a:buFont typeface="Arial" panose="020B0604020202020204" pitchFamily="34" charset="0"/>
              <a:buChar char="•"/>
            </a:pPr>
            <a:r>
              <a:rPr lang="en-US" sz="1000" b="0">
                <a:solidFill>
                  <a:sysClr val="windowText" lastClr="000000"/>
                </a:solidFill>
                <a:latin typeface="+mn-lt"/>
              </a:rPr>
              <a:t>Prioritize our blues, but they don’t have to be used all at once</a:t>
            </a:r>
          </a:p>
          <a:p>
            <a:pPr marL="114300" indent="-114300" algn="l">
              <a:spcAft>
                <a:spcPts val="300"/>
              </a:spcAft>
              <a:buFont typeface="Arial" panose="020B0604020202020204" pitchFamily="34" charset="0"/>
              <a:buChar char="•"/>
            </a:pPr>
            <a:r>
              <a:rPr lang="en-US" sz="1000" b="0">
                <a:solidFill>
                  <a:sysClr val="windowText" lastClr="000000"/>
                </a:solidFill>
                <a:latin typeface="+mn-lt"/>
              </a:rPr>
              <a:t>Mix light, mid, and dark tones within data sets</a:t>
            </a:r>
          </a:p>
        </p:txBody>
      </p:sp>
      <p:sp>
        <p:nvSpPr>
          <p:cNvPr id="53" name="Text Placeholder 2">
            <a:extLst>
              <a:ext uri="{FF2B5EF4-FFF2-40B4-BE49-F238E27FC236}">
                <a16:creationId xmlns:a16="http://schemas.microsoft.com/office/drawing/2014/main" id="{5E690809-759C-C9FA-2346-5578212474B3}"/>
              </a:ext>
            </a:extLst>
          </p:cNvPr>
          <p:cNvSpPr txBox="1">
            <a:spLocks/>
          </p:cNvSpPr>
          <p:nvPr userDrawn="1"/>
        </p:nvSpPr>
        <p:spPr>
          <a:xfrm>
            <a:off x="995364" y="1181124"/>
            <a:ext cx="1274271" cy="208881"/>
          </a:xfrm>
          <a:prstGeom prst="rect">
            <a:avLst/>
          </a:prstGeom>
        </p:spPr>
        <p:txBody>
          <a:bodyPr vert="horz" wrap="square" lIns="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marL="0" marR="0" lvl="0" indent="0" algn="l" defTabSz="754398" rtl="0" eaLnBrk="1" fontAlgn="auto" latinLnBrk="0" hangingPunct="1">
              <a:lnSpc>
                <a:spcPct val="100000"/>
              </a:lnSpc>
              <a:spcBef>
                <a:spcPts val="0"/>
              </a:spcBef>
              <a:spcAft>
                <a:spcPts val="495"/>
              </a:spcAft>
              <a:buClrTx/>
              <a:buSzTx/>
              <a:buFontTx/>
              <a:buNone/>
              <a:tabLst/>
              <a:defRPr/>
            </a:pPr>
            <a:r>
              <a:rPr kumimoji="0" lang="en-US" sz="1000" b="0" i="0" u="none" strike="noStrike" kern="1200" cap="none" spc="0" normalizeH="0" baseline="0" noProof="0">
                <a:ln>
                  <a:noFill/>
                </a:ln>
                <a:solidFill>
                  <a:srgbClr val="00338D"/>
                </a:solidFill>
                <a:effectLst/>
                <a:uLnTx/>
                <a:uFillTx/>
                <a:latin typeface="+mn-lt"/>
                <a:ea typeface="+mn-ea"/>
                <a:cs typeface="+mn-cs"/>
              </a:rPr>
              <a:t>Color hierarchy</a:t>
            </a:r>
          </a:p>
        </p:txBody>
      </p:sp>
      <p:sp>
        <p:nvSpPr>
          <p:cNvPr id="54" name="Text Placeholder 2">
            <a:extLst>
              <a:ext uri="{FF2B5EF4-FFF2-40B4-BE49-F238E27FC236}">
                <a16:creationId xmlns:a16="http://schemas.microsoft.com/office/drawing/2014/main" id="{DA6C98F4-EF96-4611-817B-39C1699C3B06}"/>
              </a:ext>
            </a:extLst>
          </p:cNvPr>
          <p:cNvSpPr txBox="1">
            <a:spLocks/>
          </p:cNvSpPr>
          <p:nvPr userDrawn="1"/>
        </p:nvSpPr>
        <p:spPr>
          <a:xfrm>
            <a:off x="995364" y="992988"/>
            <a:ext cx="2224086" cy="221327"/>
          </a:xfrm>
          <a:prstGeom prst="rect">
            <a:avLst/>
          </a:prstGeom>
        </p:spPr>
        <p:txBody>
          <a:bodyPr vert="horz" wrap="square" lIns="0" tIns="0"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marL="0" marR="0" lvl="0" indent="0" algn="l" defTabSz="754398" rtl="0" eaLnBrk="1" fontAlgn="auto" latinLnBrk="0" hangingPunct="1">
              <a:lnSpc>
                <a:spcPct val="100000"/>
              </a:lnSpc>
              <a:spcBef>
                <a:spcPts val="0"/>
              </a:spcBef>
              <a:spcAft>
                <a:spcPts val="199"/>
              </a:spcAft>
              <a:buClrTx/>
              <a:buSzTx/>
              <a:buFontTx/>
              <a:buNone/>
              <a:tabLst/>
              <a:defRPr/>
            </a:pPr>
            <a:r>
              <a:rPr kumimoji="0" lang="en-US" sz="1200" b="1" i="0" u="none" strike="noStrike" kern="1200" cap="none" spc="0" normalizeH="0" baseline="0" noProof="0">
                <a:ln>
                  <a:noFill/>
                </a:ln>
                <a:solidFill>
                  <a:srgbClr val="00338D"/>
                </a:solidFill>
                <a:effectLst/>
                <a:uLnTx/>
                <a:uFillTx/>
                <a:latin typeface="+mn-lt"/>
                <a:ea typeface="+mn-ea"/>
                <a:cs typeface="+mn-cs"/>
              </a:rPr>
              <a:t>Primary color palette</a:t>
            </a:r>
          </a:p>
        </p:txBody>
      </p:sp>
      <p:grpSp>
        <p:nvGrpSpPr>
          <p:cNvPr id="55" name="Group 54">
            <a:extLst>
              <a:ext uri="{FF2B5EF4-FFF2-40B4-BE49-F238E27FC236}">
                <a16:creationId xmlns:a16="http://schemas.microsoft.com/office/drawing/2014/main" id="{7755ABBC-3A9B-1926-5749-7BD8ED6CB9D0}"/>
              </a:ext>
            </a:extLst>
          </p:cNvPr>
          <p:cNvGrpSpPr/>
          <p:nvPr userDrawn="1"/>
        </p:nvGrpSpPr>
        <p:grpSpPr>
          <a:xfrm>
            <a:off x="995363" y="1366868"/>
            <a:ext cx="10204449" cy="284913"/>
            <a:chOff x="7966772" y="4783876"/>
            <a:chExt cx="1670655" cy="445769"/>
          </a:xfrm>
        </p:grpSpPr>
        <p:sp>
          <p:nvSpPr>
            <p:cNvPr id="64" name="Freeform: Shape 63">
              <a:extLst>
                <a:ext uri="{FF2B5EF4-FFF2-40B4-BE49-F238E27FC236}">
                  <a16:creationId xmlns:a16="http://schemas.microsoft.com/office/drawing/2014/main" id="{5CB47EE2-2C60-AF85-7D19-CDE1CF548467}"/>
                </a:ext>
              </a:extLst>
            </p:cNvPr>
            <p:cNvSpPr/>
            <p:nvPr/>
          </p:nvSpPr>
          <p:spPr>
            <a:xfrm rot="16200000">
              <a:off x="8570366" y="4731271"/>
              <a:ext cx="445763" cy="550984"/>
            </a:xfrm>
            <a:custGeom>
              <a:avLst/>
              <a:gdLst>
                <a:gd name="connsiteX0" fmla="*/ 0 w 235743"/>
                <a:gd name="connsiteY0" fmla="*/ 0 h 631412"/>
                <a:gd name="connsiteX1" fmla="*/ 235744 w 235743"/>
                <a:gd name="connsiteY1" fmla="*/ 0 h 631412"/>
                <a:gd name="connsiteX2" fmla="*/ 235744 w 235743"/>
                <a:gd name="connsiteY2" fmla="*/ 631412 h 631412"/>
                <a:gd name="connsiteX3" fmla="*/ 0 w 235743"/>
                <a:gd name="connsiteY3" fmla="*/ 631412 h 631412"/>
              </a:gdLst>
              <a:ahLst/>
              <a:cxnLst>
                <a:cxn ang="0">
                  <a:pos x="connsiteX0" y="connsiteY0"/>
                </a:cxn>
                <a:cxn ang="0">
                  <a:pos x="connsiteX1" y="connsiteY1"/>
                </a:cxn>
                <a:cxn ang="0">
                  <a:pos x="connsiteX2" y="connsiteY2"/>
                </a:cxn>
                <a:cxn ang="0">
                  <a:pos x="connsiteX3" y="connsiteY3"/>
                </a:cxn>
              </a:cxnLst>
              <a:rect l="l" t="t" r="r" b="b"/>
              <a:pathLst>
                <a:path w="235743" h="631412">
                  <a:moveTo>
                    <a:pt x="0" y="0"/>
                  </a:moveTo>
                  <a:lnTo>
                    <a:pt x="235744" y="0"/>
                  </a:lnTo>
                  <a:lnTo>
                    <a:pt x="235744" y="631412"/>
                  </a:lnTo>
                  <a:lnTo>
                    <a:pt x="0" y="631412"/>
                  </a:lnTo>
                  <a:close/>
                </a:path>
              </a:pathLst>
            </a:custGeom>
            <a:solidFill>
              <a:srgbClr val="1E49E2"/>
            </a:solidFill>
            <a:ln w="9525" cap="flat">
              <a:solidFill>
                <a:schemeClr val="accent1"/>
              </a:solidFill>
              <a:prstDash val="solid"/>
              <a:miter/>
            </a:ln>
          </p:spPr>
          <p:txBody>
            <a:bodyPr rtlCol="0" anchor="ctr"/>
            <a:lstStyle/>
            <a:p>
              <a:endParaRPr lang="en-US" sz="954">
                <a:latin typeface="+mn-lt"/>
              </a:endParaRPr>
            </a:p>
          </p:txBody>
        </p:sp>
        <p:sp>
          <p:nvSpPr>
            <p:cNvPr id="73" name="Freeform: Shape 72">
              <a:extLst>
                <a:ext uri="{FF2B5EF4-FFF2-40B4-BE49-F238E27FC236}">
                  <a16:creationId xmlns:a16="http://schemas.microsoft.com/office/drawing/2014/main" id="{D94B6204-4D11-8C4C-F989-3E905801E5D7}"/>
                </a:ext>
              </a:extLst>
            </p:cNvPr>
            <p:cNvSpPr/>
            <p:nvPr/>
          </p:nvSpPr>
          <p:spPr>
            <a:xfrm rot="16200000">
              <a:off x="8019382" y="4731271"/>
              <a:ext cx="445763" cy="550984"/>
            </a:xfrm>
            <a:custGeom>
              <a:avLst/>
              <a:gdLst>
                <a:gd name="connsiteX0" fmla="*/ 0 w 235743"/>
                <a:gd name="connsiteY0" fmla="*/ 0 h 631412"/>
                <a:gd name="connsiteX1" fmla="*/ 235744 w 235743"/>
                <a:gd name="connsiteY1" fmla="*/ 0 h 631412"/>
                <a:gd name="connsiteX2" fmla="*/ 235744 w 235743"/>
                <a:gd name="connsiteY2" fmla="*/ 631412 h 631412"/>
                <a:gd name="connsiteX3" fmla="*/ 0 w 235743"/>
                <a:gd name="connsiteY3" fmla="*/ 631412 h 631412"/>
              </a:gdLst>
              <a:ahLst/>
              <a:cxnLst>
                <a:cxn ang="0">
                  <a:pos x="connsiteX0" y="connsiteY0"/>
                </a:cxn>
                <a:cxn ang="0">
                  <a:pos x="connsiteX1" y="connsiteY1"/>
                </a:cxn>
                <a:cxn ang="0">
                  <a:pos x="connsiteX2" y="connsiteY2"/>
                </a:cxn>
                <a:cxn ang="0">
                  <a:pos x="connsiteX3" y="connsiteY3"/>
                </a:cxn>
              </a:cxnLst>
              <a:rect l="l" t="t" r="r" b="b"/>
              <a:pathLst>
                <a:path w="235743" h="631412">
                  <a:moveTo>
                    <a:pt x="0" y="0"/>
                  </a:moveTo>
                  <a:lnTo>
                    <a:pt x="235744" y="0"/>
                  </a:lnTo>
                  <a:lnTo>
                    <a:pt x="235744" y="631412"/>
                  </a:lnTo>
                  <a:lnTo>
                    <a:pt x="0" y="631412"/>
                  </a:lnTo>
                  <a:close/>
                </a:path>
              </a:pathLst>
            </a:custGeom>
            <a:solidFill>
              <a:srgbClr val="00338D"/>
            </a:solidFill>
            <a:ln w="9525" cap="flat">
              <a:solidFill>
                <a:schemeClr val="tx2"/>
              </a:solidFill>
              <a:prstDash val="solid"/>
              <a:miter/>
            </a:ln>
          </p:spPr>
          <p:txBody>
            <a:bodyPr rtlCol="0" anchor="ctr"/>
            <a:lstStyle/>
            <a:p>
              <a:endParaRPr lang="en-US" sz="954">
                <a:latin typeface="+mn-lt"/>
              </a:endParaRPr>
            </a:p>
          </p:txBody>
        </p:sp>
        <p:sp>
          <p:nvSpPr>
            <p:cNvPr id="80" name="Freeform: Shape 79">
              <a:extLst>
                <a:ext uri="{FF2B5EF4-FFF2-40B4-BE49-F238E27FC236}">
                  <a16:creationId xmlns:a16="http://schemas.microsoft.com/office/drawing/2014/main" id="{3FCDD533-F0A2-7385-6A8A-4239416AD566}"/>
                </a:ext>
              </a:extLst>
            </p:cNvPr>
            <p:cNvSpPr/>
            <p:nvPr/>
          </p:nvSpPr>
          <p:spPr>
            <a:xfrm rot="16200000">
              <a:off x="9293319" y="4982535"/>
              <a:ext cx="445763" cy="48457"/>
            </a:xfrm>
            <a:custGeom>
              <a:avLst/>
              <a:gdLst>
                <a:gd name="connsiteX0" fmla="*/ 0 w 235743"/>
                <a:gd name="connsiteY0" fmla="*/ 0 h 55530"/>
                <a:gd name="connsiteX1" fmla="*/ 235744 w 235743"/>
                <a:gd name="connsiteY1" fmla="*/ 0 h 55530"/>
                <a:gd name="connsiteX2" fmla="*/ 235744 w 235743"/>
                <a:gd name="connsiteY2" fmla="*/ 55531 h 55530"/>
                <a:gd name="connsiteX3" fmla="*/ 0 w 235743"/>
                <a:gd name="connsiteY3" fmla="*/ 55531 h 55530"/>
              </a:gdLst>
              <a:ahLst/>
              <a:cxnLst>
                <a:cxn ang="0">
                  <a:pos x="connsiteX0" y="connsiteY0"/>
                </a:cxn>
                <a:cxn ang="0">
                  <a:pos x="connsiteX1" y="connsiteY1"/>
                </a:cxn>
                <a:cxn ang="0">
                  <a:pos x="connsiteX2" y="connsiteY2"/>
                </a:cxn>
                <a:cxn ang="0">
                  <a:pos x="connsiteX3" y="connsiteY3"/>
                </a:cxn>
              </a:cxnLst>
              <a:rect l="l" t="t" r="r" b="b"/>
              <a:pathLst>
                <a:path w="235743" h="55530">
                  <a:moveTo>
                    <a:pt x="0" y="0"/>
                  </a:moveTo>
                  <a:lnTo>
                    <a:pt x="235744" y="0"/>
                  </a:lnTo>
                  <a:lnTo>
                    <a:pt x="235744" y="55531"/>
                  </a:lnTo>
                  <a:lnTo>
                    <a:pt x="0" y="55531"/>
                  </a:lnTo>
                  <a:close/>
                </a:path>
              </a:pathLst>
            </a:custGeom>
            <a:solidFill>
              <a:srgbClr val="0C233C"/>
            </a:solidFill>
            <a:ln w="9525" cap="flat">
              <a:solidFill>
                <a:schemeClr val="accent3"/>
              </a:solidFill>
              <a:prstDash val="solid"/>
              <a:miter/>
            </a:ln>
          </p:spPr>
          <p:txBody>
            <a:bodyPr rtlCol="0" anchor="ctr"/>
            <a:lstStyle/>
            <a:p>
              <a:endParaRPr lang="en-US" sz="954">
                <a:latin typeface="+mn-lt"/>
              </a:endParaRPr>
            </a:p>
          </p:txBody>
        </p:sp>
        <p:sp>
          <p:nvSpPr>
            <p:cNvPr id="81" name="Freeform: Shape 80">
              <a:extLst>
                <a:ext uri="{FF2B5EF4-FFF2-40B4-BE49-F238E27FC236}">
                  <a16:creationId xmlns:a16="http://schemas.microsoft.com/office/drawing/2014/main" id="{67401EC1-9C97-73B6-0B8D-83F77187FA70}"/>
                </a:ext>
              </a:extLst>
            </p:cNvPr>
            <p:cNvSpPr/>
            <p:nvPr/>
          </p:nvSpPr>
          <p:spPr>
            <a:xfrm rot="16200000">
              <a:off x="9057516" y="4936239"/>
              <a:ext cx="445763" cy="141050"/>
            </a:xfrm>
            <a:custGeom>
              <a:avLst/>
              <a:gdLst>
                <a:gd name="connsiteX0" fmla="*/ 0 w 235743"/>
                <a:gd name="connsiteY0" fmla="*/ 0 h 161639"/>
                <a:gd name="connsiteX1" fmla="*/ 235744 w 235743"/>
                <a:gd name="connsiteY1" fmla="*/ 0 h 161639"/>
                <a:gd name="connsiteX2" fmla="*/ 235744 w 235743"/>
                <a:gd name="connsiteY2" fmla="*/ 161639 h 161639"/>
                <a:gd name="connsiteX3" fmla="*/ 0 w 235743"/>
                <a:gd name="connsiteY3" fmla="*/ 161639 h 161639"/>
              </a:gdLst>
              <a:ahLst/>
              <a:cxnLst>
                <a:cxn ang="0">
                  <a:pos x="connsiteX0" y="connsiteY0"/>
                </a:cxn>
                <a:cxn ang="0">
                  <a:pos x="connsiteX1" y="connsiteY1"/>
                </a:cxn>
                <a:cxn ang="0">
                  <a:pos x="connsiteX2" y="connsiteY2"/>
                </a:cxn>
                <a:cxn ang="0">
                  <a:pos x="connsiteX3" y="connsiteY3"/>
                </a:cxn>
              </a:cxnLst>
              <a:rect l="l" t="t" r="r" b="b"/>
              <a:pathLst>
                <a:path w="235743" h="161639">
                  <a:moveTo>
                    <a:pt x="0" y="0"/>
                  </a:moveTo>
                  <a:lnTo>
                    <a:pt x="235744" y="0"/>
                  </a:lnTo>
                  <a:lnTo>
                    <a:pt x="235744" y="161639"/>
                  </a:lnTo>
                  <a:lnTo>
                    <a:pt x="0" y="161639"/>
                  </a:lnTo>
                  <a:close/>
                </a:path>
              </a:pathLst>
            </a:custGeom>
            <a:solidFill>
              <a:srgbClr val="ACEAFF"/>
            </a:solidFill>
            <a:ln w="9525" cap="flat">
              <a:solidFill>
                <a:schemeClr val="bg2"/>
              </a:solidFill>
              <a:prstDash val="solid"/>
              <a:miter/>
            </a:ln>
          </p:spPr>
          <p:txBody>
            <a:bodyPr rtlCol="0" anchor="ctr"/>
            <a:lstStyle/>
            <a:p>
              <a:endParaRPr lang="en-US" sz="954">
                <a:latin typeface="+mn-lt"/>
              </a:endParaRPr>
            </a:p>
          </p:txBody>
        </p:sp>
        <p:sp>
          <p:nvSpPr>
            <p:cNvPr id="82" name="Freeform: Shape 81">
              <a:extLst>
                <a:ext uri="{FF2B5EF4-FFF2-40B4-BE49-F238E27FC236}">
                  <a16:creationId xmlns:a16="http://schemas.microsoft.com/office/drawing/2014/main" id="{C054B052-7B77-CF67-EADD-F451B2783DAC}"/>
                </a:ext>
              </a:extLst>
            </p:cNvPr>
            <p:cNvSpPr/>
            <p:nvPr/>
          </p:nvSpPr>
          <p:spPr>
            <a:xfrm rot="16200000">
              <a:off x="9198566" y="4936239"/>
              <a:ext cx="445763" cy="141050"/>
            </a:xfrm>
            <a:custGeom>
              <a:avLst/>
              <a:gdLst>
                <a:gd name="connsiteX0" fmla="*/ 0 w 235743"/>
                <a:gd name="connsiteY0" fmla="*/ 0 h 161639"/>
                <a:gd name="connsiteX1" fmla="*/ 235744 w 235743"/>
                <a:gd name="connsiteY1" fmla="*/ 0 h 161639"/>
                <a:gd name="connsiteX2" fmla="*/ 235744 w 235743"/>
                <a:gd name="connsiteY2" fmla="*/ 161639 h 161639"/>
                <a:gd name="connsiteX3" fmla="*/ 0 w 235743"/>
                <a:gd name="connsiteY3" fmla="*/ 161639 h 161639"/>
              </a:gdLst>
              <a:ahLst/>
              <a:cxnLst>
                <a:cxn ang="0">
                  <a:pos x="connsiteX0" y="connsiteY0"/>
                </a:cxn>
                <a:cxn ang="0">
                  <a:pos x="connsiteX1" y="connsiteY1"/>
                </a:cxn>
                <a:cxn ang="0">
                  <a:pos x="connsiteX2" y="connsiteY2"/>
                </a:cxn>
                <a:cxn ang="0">
                  <a:pos x="connsiteX3" y="connsiteY3"/>
                </a:cxn>
              </a:cxnLst>
              <a:rect l="l" t="t" r="r" b="b"/>
              <a:pathLst>
                <a:path w="235743" h="161639">
                  <a:moveTo>
                    <a:pt x="0" y="0"/>
                  </a:moveTo>
                  <a:lnTo>
                    <a:pt x="235744" y="0"/>
                  </a:lnTo>
                  <a:lnTo>
                    <a:pt x="235744" y="161639"/>
                  </a:lnTo>
                  <a:lnTo>
                    <a:pt x="0" y="161639"/>
                  </a:lnTo>
                  <a:close/>
                </a:path>
              </a:pathLst>
            </a:custGeom>
            <a:solidFill>
              <a:srgbClr val="00B8F5"/>
            </a:solidFill>
            <a:ln w="9525" cap="flat">
              <a:solidFill>
                <a:schemeClr val="accent4"/>
              </a:solidFill>
              <a:prstDash val="solid"/>
              <a:miter/>
            </a:ln>
          </p:spPr>
          <p:txBody>
            <a:bodyPr rtlCol="0" anchor="ctr"/>
            <a:lstStyle/>
            <a:p>
              <a:endParaRPr lang="en-US" sz="954">
                <a:latin typeface="+mn-lt"/>
              </a:endParaRPr>
            </a:p>
          </p:txBody>
        </p:sp>
        <p:sp>
          <p:nvSpPr>
            <p:cNvPr id="88" name="Freeform: Shape 87">
              <a:extLst>
                <a:ext uri="{FF2B5EF4-FFF2-40B4-BE49-F238E27FC236}">
                  <a16:creationId xmlns:a16="http://schemas.microsoft.com/office/drawing/2014/main" id="{7891E63B-11A2-838D-AFD8-FCBB218407FA}"/>
                </a:ext>
              </a:extLst>
            </p:cNvPr>
            <p:cNvSpPr/>
            <p:nvPr/>
          </p:nvSpPr>
          <p:spPr>
            <a:xfrm rot="16200000">
              <a:off x="9390317" y="4982535"/>
              <a:ext cx="445763" cy="48457"/>
            </a:xfrm>
            <a:custGeom>
              <a:avLst/>
              <a:gdLst>
                <a:gd name="connsiteX0" fmla="*/ 0 w 235743"/>
                <a:gd name="connsiteY0" fmla="*/ 0 h 55530"/>
                <a:gd name="connsiteX1" fmla="*/ 235744 w 235743"/>
                <a:gd name="connsiteY1" fmla="*/ 0 h 55530"/>
                <a:gd name="connsiteX2" fmla="*/ 235744 w 235743"/>
                <a:gd name="connsiteY2" fmla="*/ 55531 h 55530"/>
                <a:gd name="connsiteX3" fmla="*/ 0 w 235743"/>
                <a:gd name="connsiteY3" fmla="*/ 55531 h 55530"/>
              </a:gdLst>
              <a:ahLst/>
              <a:cxnLst>
                <a:cxn ang="0">
                  <a:pos x="connsiteX0" y="connsiteY0"/>
                </a:cxn>
                <a:cxn ang="0">
                  <a:pos x="connsiteX1" y="connsiteY1"/>
                </a:cxn>
                <a:cxn ang="0">
                  <a:pos x="connsiteX2" y="connsiteY2"/>
                </a:cxn>
                <a:cxn ang="0">
                  <a:pos x="connsiteX3" y="connsiteY3"/>
                </a:cxn>
              </a:cxnLst>
              <a:rect l="l" t="t" r="r" b="b"/>
              <a:pathLst>
                <a:path w="235743" h="55530">
                  <a:moveTo>
                    <a:pt x="0" y="0"/>
                  </a:moveTo>
                  <a:lnTo>
                    <a:pt x="235744" y="0"/>
                  </a:lnTo>
                  <a:lnTo>
                    <a:pt x="235744" y="55531"/>
                  </a:lnTo>
                  <a:lnTo>
                    <a:pt x="0" y="55531"/>
                  </a:lnTo>
                  <a:close/>
                </a:path>
              </a:pathLst>
            </a:custGeom>
            <a:solidFill>
              <a:srgbClr val="FD349C"/>
            </a:solidFill>
            <a:ln w="9525" cap="flat">
              <a:solidFill>
                <a:schemeClr val="accent6"/>
              </a:solidFill>
              <a:prstDash val="solid"/>
              <a:miter/>
            </a:ln>
          </p:spPr>
          <p:txBody>
            <a:bodyPr rtlCol="0" anchor="ctr"/>
            <a:lstStyle/>
            <a:p>
              <a:endParaRPr lang="en-US" sz="954">
                <a:latin typeface="+mn-lt"/>
              </a:endParaRPr>
            </a:p>
          </p:txBody>
        </p:sp>
        <p:sp>
          <p:nvSpPr>
            <p:cNvPr id="89" name="Freeform: Shape 88">
              <a:extLst>
                <a:ext uri="{FF2B5EF4-FFF2-40B4-BE49-F238E27FC236}">
                  <a16:creationId xmlns:a16="http://schemas.microsoft.com/office/drawing/2014/main" id="{13465F6B-B71A-7BA2-5332-C6CA9BD1B963}"/>
                </a:ext>
              </a:extLst>
            </p:cNvPr>
            <p:cNvSpPr/>
            <p:nvPr/>
          </p:nvSpPr>
          <p:spPr>
            <a:xfrm rot="16200000">
              <a:off x="9341777" y="4982535"/>
              <a:ext cx="445763" cy="48457"/>
            </a:xfrm>
            <a:custGeom>
              <a:avLst/>
              <a:gdLst>
                <a:gd name="connsiteX0" fmla="*/ 0 w 235743"/>
                <a:gd name="connsiteY0" fmla="*/ 0 h 55530"/>
                <a:gd name="connsiteX1" fmla="*/ 235744 w 235743"/>
                <a:gd name="connsiteY1" fmla="*/ 0 h 55530"/>
                <a:gd name="connsiteX2" fmla="*/ 235744 w 235743"/>
                <a:gd name="connsiteY2" fmla="*/ 55531 h 55530"/>
                <a:gd name="connsiteX3" fmla="*/ 0 w 235743"/>
                <a:gd name="connsiteY3" fmla="*/ 55531 h 55530"/>
              </a:gdLst>
              <a:ahLst/>
              <a:cxnLst>
                <a:cxn ang="0">
                  <a:pos x="connsiteX0" y="connsiteY0"/>
                </a:cxn>
                <a:cxn ang="0">
                  <a:pos x="connsiteX1" y="connsiteY1"/>
                </a:cxn>
                <a:cxn ang="0">
                  <a:pos x="connsiteX2" y="connsiteY2"/>
                </a:cxn>
                <a:cxn ang="0">
                  <a:pos x="connsiteX3" y="connsiteY3"/>
                </a:cxn>
              </a:cxnLst>
              <a:rect l="l" t="t" r="r" b="b"/>
              <a:pathLst>
                <a:path w="235743" h="55530">
                  <a:moveTo>
                    <a:pt x="0" y="0"/>
                  </a:moveTo>
                  <a:lnTo>
                    <a:pt x="235744" y="0"/>
                  </a:lnTo>
                  <a:lnTo>
                    <a:pt x="235744" y="55531"/>
                  </a:lnTo>
                  <a:lnTo>
                    <a:pt x="0" y="55531"/>
                  </a:lnTo>
                  <a:close/>
                </a:path>
              </a:pathLst>
            </a:custGeom>
            <a:solidFill>
              <a:srgbClr val="7213EA"/>
            </a:solidFill>
            <a:ln w="9525" cap="flat">
              <a:solidFill>
                <a:schemeClr val="accent5"/>
              </a:solidFill>
              <a:prstDash val="solid"/>
              <a:miter/>
            </a:ln>
          </p:spPr>
          <p:txBody>
            <a:bodyPr rtlCol="0" anchor="ctr"/>
            <a:lstStyle/>
            <a:p>
              <a:endParaRPr lang="en-US" sz="954">
                <a:latin typeface="+mn-lt"/>
              </a:endParaRPr>
            </a:p>
          </p:txBody>
        </p:sp>
        <p:sp>
          <p:nvSpPr>
            <p:cNvPr id="90" name="Freeform: Shape 89">
              <a:extLst>
                <a:ext uri="{FF2B5EF4-FFF2-40B4-BE49-F238E27FC236}">
                  <a16:creationId xmlns:a16="http://schemas.microsoft.com/office/drawing/2014/main" id="{C9C86BD3-AF75-5016-AAB2-CEBB98446279}"/>
                </a:ext>
              </a:extLst>
            </p:cNvPr>
            <p:cNvSpPr/>
            <p:nvPr/>
          </p:nvSpPr>
          <p:spPr>
            <a:xfrm rot="16200000">
              <a:off x="8915385" y="4936234"/>
              <a:ext cx="445766" cy="141049"/>
            </a:xfrm>
            <a:custGeom>
              <a:avLst/>
              <a:gdLst>
                <a:gd name="connsiteX0" fmla="*/ 0 w 233362"/>
                <a:gd name="connsiteY0" fmla="*/ 0 h 159258"/>
                <a:gd name="connsiteX1" fmla="*/ 233362 w 233362"/>
                <a:gd name="connsiteY1" fmla="*/ 0 h 159258"/>
                <a:gd name="connsiteX2" fmla="*/ 233362 w 233362"/>
                <a:gd name="connsiteY2" fmla="*/ 159258 h 159258"/>
                <a:gd name="connsiteX3" fmla="*/ 0 w 233362"/>
                <a:gd name="connsiteY3" fmla="*/ 159258 h 159258"/>
              </a:gdLst>
              <a:ahLst/>
              <a:cxnLst>
                <a:cxn ang="0">
                  <a:pos x="connsiteX0" y="connsiteY0"/>
                </a:cxn>
                <a:cxn ang="0">
                  <a:pos x="connsiteX1" y="connsiteY1"/>
                </a:cxn>
                <a:cxn ang="0">
                  <a:pos x="connsiteX2" y="connsiteY2"/>
                </a:cxn>
                <a:cxn ang="0">
                  <a:pos x="connsiteX3" y="connsiteY3"/>
                </a:cxn>
              </a:cxnLst>
              <a:rect l="l" t="t" r="r" b="b"/>
              <a:pathLst>
                <a:path w="233362" h="159258">
                  <a:moveTo>
                    <a:pt x="0" y="0"/>
                  </a:moveTo>
                  <a:lnTo>
                    <a:pt x="233362" y="0"/>
                  </a:lnTo>
                  <a:lnTo>
                    <a:pt x="233362" y="159258"/>
                  </a:lnTo>
                  <a:lnTo>
                    <a:pt x="0" y="159258"/>
                  </a:lnTo>
                  <a:close/>
                </a:path>
              </a:pathLst>
            </a:custGeom>
            <a:solidFill>
              <a:schemeClr val="bg1"/>
            </a:solidFill>
            <a:ln w="3175" cap="flat">
              <a:solidFill>
                <a:schemeClr val="bg1">
                  <a:lumMod val="85000"/>
                </a:schemeClr>
              </a:solidFill>
              <a:prstDash val="solid"/>
              <a:miter/>
            </a:ln>
          </p:spPr>
          <p:txBody>
            <a:bodyPr rot="0" spcFirstLastPara="0" vertOverflow="overflow" horzOverflow="overflow" vert="horz" wrap="square" lIns="60512" tIns="30256" rIns="60512" bIns="30256" numCol="1" spcCol="0" rtlCol="0" fromWordArt="0" anchor="ctr" anchorCtr="0" forceAA="0" compatLnSpc="1">
              <a:prstTxWarp prst="textNoShape">
                <a:avLst/>
              </a:prstTxWarp>
              <a:noAutofit/>
            </a:bodyPr>
            <a:lstStyle/>
            <a:p>
              <a:endParaRPr lang="en-US" sz="397">
                <a:latin typeface="+mn-lt"/>
              </a:endParaRPr>
            </a:p>
          </p:txBody>
        </p:sp>
      </p:grpSp>
      <p:grpSp>
        <p:nvGrpSpPr>
          <p:cNvPr id="91" name="Group 90">
            <a:extLst>
              <a:ext uri="{FF2B5EF4-FFF2-40B4-BE49-F238E27FC236}">
                <a16:creationId xmlns:a16="http://schemas.microsoft.com/office/drawing/2014/main" id="{643DAD6E-3E6D-0050-0BC1-0335F10EB59E}"/>
              </a:ext>
            </a:extLst>
          </p:cNvPr>
          <p:cNvGrpSpPr/>
          <p:nvPr userDrawn="1"/>
        </p:nvGrpSpPr>
        <p:grpSpPr>
          <a:xfrm>
            <a:off x="993193" y="1735016"/>
            <a:ext cx="10206621" cy="451810"/>
            <a:chOff x="993193" y="2321964"/>
            <a:chExt cx="11636283" cy="451810"/>
          </a:xfrm>
        </p:grpSpPr>
        <p:sp>
          <p:nvSpPr>
            <p:cNvPr id="92" name="Rectangle 91">
              <a:extLst>
                <a:ext uri="{FF2B5EF4-FFF2-40B4-BE49-F238E27FC236}">
                  <a16:creationId xmlns:a16="http://schemas.microsoft.com/office/drawing/2014/main" id="{76449E43-2AD4-45D6-2346-1E725535ACF0}"/>
                </a:ext>
              </a:extLst>
            </p:cNvPr>
            <p:cNvSpPr/>
            <p:nvPr userDrawn="1"/>
          </p:nvSpPr>
          <p:spPr>
            <a:xfrm>
              <a:off x="993193" y="2321964"/>
              <a:ext cx="1376135" cy="190518"/>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latin typeface="+mn-lt"/>
              </a:endParaRPr>
            </a:p>
          </p:txBody>
        </p:sp>
        <p:sp>
          <p:nvSpPr>
            <p:cNvPr id="93" name="Rectangle 92">
              <a:extLst>
                <a:ext uri="{FF2B5EF4-FFF2-40B4-BE49-F238E27FC236}">
                  <a16:creationId xmlns:a16="http://schemas.microsoft.com/office/drawing/2014/main" id="{E62175F0-2DBC-7DDE-D2DE-2097990B555A}"/>
                </a:ext>
              </a:extLst>
            </p:cNvPr>
            <p:cNvSpPr/>
            <p:nvPr userDrawn="1"/>
          </p:nvSpPr>
          <p:spPr>
            <a:xfrm>
              <a:off x="2465501" y="2321964"/>
              <a:ext cx="1376135" cy="190518"/>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latin typeface="+mn-lt"/>
              </a:endParaRPr>
            </a:p>
          </p:txBody>
        </p:sp>
        <p:sp>
          <p:nvSpPr>
            <p:cNvPr id="94" name="Rectangle 93">
              <a:extLst>
                <a:ext uri="{FF2B5EF4-FFF2-40B4-BE49-F238E27FC236}">
                  <a16:creationId xmlns:a16="http://schemas.microsoft.com/office/drawing/2014/main" id="{99ED7922-78EA-31FE-68E4-DD208413B605}"/>
                </a:ext>
              </a:extLst>
            </p:cNvPr>
            <p:cNvSpPr/>
            <p:nvPr userDrawn="1"/>
          </p:nvSpPr>
          <p:spPr>
            <a:xfrm>
              <a:off x="3928608" y="2321964"/>
              <a:ext cx="1376135" cy="190518"/>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latin typeface="+mn-lt"/>
              </a:endParaRPr>
            </a:p>
          </p:txBody>
        </p:sp>
        <p:sp>
          <p:nvSpPr>
            <p:cNvPr id="95" name="Rectangle 94">
              <a:extLst>
                <a:ext uri="{FF2B5EF4-FFF2-40B4-BE49-F238E27FC236}">
                  <a16:creationId xmlns:a16="http://schemas.microsoft.com/office/drawing/2014/main" id="{8F12E6B1-1B81-B21E-9566-99E92C291732}"/>
                </a:ext>
              </a:extLst>
            </p:cNvPr>
            <p:cNvSpPr/>
            <p:nvPr userDrawn="1"/>
          </p:nvSpPr>
          <p:spPr>
            <a:xfrm>
              <a:off x="5391714" y="2321964"/>
              <a:ext cx="1376135" cy="190518"/>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latin typeface="+mn-lt"/>
              </a:endParaRPr>
            </a:p>
          </p:txBody>
        </p:sp>
        <p:sp>
          <p:nvSpPr>
            <p:cNvPr id="96" name="Rectangle 95">
              <a:extLst>
                <a:ext uri="{FF2B5EF4-FFF2-40B4-BE49-F238E27FC236}">
                  <a16:creationId xmlns:a16="http://schemas.microsoft.com/office/drawing/2014/main" id="{E6B9A612-C2F0-7F3C-E96F-4D01E8AC51FB}"/>
                </a:ext>
              </a:extLst>
            </p:cNvPr>
            <p:cNvSpPr/>
            <p:nvPr userDrawn="1"/>
          </p:nvSpPr>
          <p:spPr>
            <a:xfrm>
              <a:off x="6852029" y="2321964"/>
              <a:ext cx="1376135" cy="190518"/>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latin typeface="+mn-lt"/>
              </a:endParaRPr>
            </a:p>
          </p:txBody>
        </p:sp>
        <p:sp>
          <p:nvSpPr>
            <p:cNvPr id="97" name="Rectangle 96">
              <a:extLst>
                <a:ext uri="{FF2B5EF4-FFF2-40B4-BE49-F238E27FC236}">
                  <a16:creationId xmlns:a16="http://schemas.microsoft.com/office/drawing/2014/main" id="{DC7638C3-217C-FE1E-5B39-AA768C046F29}"/>
                </a:ext>
              </a:extLst>
            </p:cNvPr>
            <p:cNvSpPr/>
            <p:nvPr userDrawn="1"/>
          </p:nvSpPr>
          <p:spPr>
            <a:xfrm>
              <a:off x="8324337" y="2321964"/>
              <a:ext cx="1376135" cy="190518"/>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latin typeface="+mn-lt"/>
              </a:endParaRPr>
            </a:p>
          </p:txBody>
        </p:sp>
        <p:sp>
          <p:nvSpPr>
            <p:cNvPr id="98" name="Rectangle 97">
              <a:extLst>
                <a:ext uri="{FF2B5EF4-FFF2-40B4-BE49-F238E27FC236}">
                  <a16:creationId xmlns:a16="http://schemas.microsoft.com/office/drawing/2014/main" id="{EC5DE6BB-9CEA-EBD3-134C-6C0DF5836E1D}"/>
                </a:ext>
              </a:extLst>
            </p:cNvPr>
            <p:cNvSpPr/>
            <p:nvPr userDrawn="1"/>
          </p:nvSpPr>
          <p:spPr>
            <a:xfrm>
              <a:off x="9787444" y="2321964"/>
              <a:ext cx="1376135" cy="190518"/>
            </a:xfrm>
            <a:prstGeom prst="rect">
              <a:avLst/>
            </a:prstGeom>
            <a:solidFill>
              <a:srgbClr val="7213EA"/>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latin typeface="+mn-lt"/>
              </a:endParaRPr>
            </a:p>
          </p:txBody>
        </p:sp>
        <p:sp>
          <p:nvSpPr>
            <p:cNvPr id="99" name="Rectangle 98">
              <a:extLst>
                <a:ext uri="{FF2B5EF4-FFF2-40B4-BE49-F238E27FC236}">
                  <a16:creationId xmlns:a16="http://schemas.microsoft.com/office/drawing/2014/main" id="{4147312F-6C19-0214-E175-F6BD5B45EB66}"/>
                </a:ext>
              </a:extLst>
            </p:cNvPr>
            <p:cNvSpPr/>
            <p:nvPr userDrawn="1"/>
          </p:nvSpPr>
          <p:spPr>
            <a:xfrm>
              <a:off x="11250550" y="2321964"/>
              <a:ext cx="1376135" cy="190518"/>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latin typeface="+mn-lt"/>
              </a:endParaRPr>
            </a:p>
          </p:txBody>
        </p:sp>
        <p:sp>
          <p:nvSpPr>
            <p:cNvPr id="100" name="Text Placeholder 2">
              <a:extLst>
                <a:ext uri="{FF2B5EF4-FFF2-40B4-BE49-F238E27FC236}">
                  <a16:creationId xmlns:a16="http://schemas.microsoft.com/office/drawing/2014/main" id="{ACF31814-DE69-A4BD-D2B5-78564282D37F}"/>
                </a:ext>
              </a:extLst>
            </p:cNvPr>
            <p:cNvSpPr txBox="1">
              <a:spLocks/>
            </p:cNvSpPr>
            <p:nvPr userDrawn="1"/>
          </p:nvSpPr>
          <p:spPr>
            <a:xfrm>
              <a:off x="1049341" y="2334060"/>
              <a:ext cx="1322778" cy="439714"/>
            </a:xfrm>
            <a:prstGeom prst="rect">
              <a:avLst/>
            </a:prstGeom>
          </p:spPr>
          <p:txBody>
            <a:bodyPr vert="horz" wrap="square" lIns="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600"/>
                </a:spcAft>
              </a:pPr>
              <a:r>
                <a:rPr lang="en-US" sz="1000" b="0">
                  <a:solidFill>
                    <a:schemeClr val="bg1"/>
                  </a:solidFill>
                  <a:latin typeface="+mn-lt"/>
                </a:rPr>
                <a:t>KPMG Blue</a:t>
              </a:r>
            </a:p>
            <a:p>
              <a:pPr>
                <a:spcAft>
                  <a:spcPts val="0"/>
                </a:spcAft>
              </a:pPr>
              <a:r>
                <a:rPr lang="en-US" sz="900" b="0">
                  <a:solidFill>
                    <a:schemeClr val="tx1"/>
                  </a:solidFill>
                  <a:latin typeface="+mn-lt"/>
                </a:rPr>
                <a:t>RGB: 0, 51, 141 </a:t>
              </a:r>
            </a:p>
          </p:txBody>
        </p:sp>
        <p:sp>
          <p:nvSpPr>
            <p:cNvPr id="101" name="Text Placeholder 2">
              <a:extLst>
                <a:ext uri="{FF2B5EF4-FFF2-40B4-BE49-F238E27FC236}">
                  <a16:creationId xmlns:a16="http://schemas.microsoft.com/office/drawing/2014/main" id="{BC3CE489-AA84-91EF-4069-B713693B419E}"/>
                </a:ext>
              </a:extLst>
            </p:cNvPr>
            <p:cNvSpPr txBox="1">
              <a:spLocks/>
            </p:cNvSpPr>
            <p:nvPr userDrawn="1"/>
          </p:nvSpPr>
          <p:spPr>
            <a:xfrm>
              <a:off x="2521649" y="2334060"/>
              <a:ext cx="1322778" cy="439714"/>
            </a:xfrm>
            <a:prstGeom prst="rect">
              <a:avLst/>
            </a:prstGeom>
          </p:spPr>
          <p:txBody>
            <a:bodyPr vert="horz" wrap="square" lIns="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600"/>
                </a:spcAft>
              </a:pPr>
              <a:r>
                <a:rPr lang="en-US" sz="1000" b="0">
                  <a:solidFill>
                    <a:schemeClr val="bg1"/>
                  </a:solidFill>
                  <a:latin typeface="+mn-lt"/>
                </a:rPr>
                <a:t>Cobalt</a:t>
              </a:r>
            </a:p>
            <a:p>
              <a:pPr>
                <a:spcAft>
                  <a:spcPts val="0"/>
                </a:spcAft>
              </a:pPr>
              <a:r>
                <a:rPr lang="en-US" sz="900" b="0">
                  <a:solidFill>
                    <a:schemeClr val="tx1"/>
                  </a:solidFill>
                  <a:latin typeface="+mn-lt"/>
                </a:rPr>
                <a:t>RGB: 30, 73, 226</a:t>
              </a:r>
            </a:p>
          </p:txBody>
        </p:sp>
        <p:sp>
          <p:nvSpPr>
            <p:cNvPr id="102" name="Text Placeholder 2">
              <a:extLst>
                <a:ext uri="{FF2B5EF4-FFF2-40B4-BE49-F238E27FC236}">
                  <a16:creationId xmlns:a16="http://schemas.microsoft.com/office/drawing/2014/main" id="{5183210B-DE5B-7C28-9D98-20993DC60A6B}"/>
                </a:ext>
              </a:extLst>
            </p:cNvPr>
            <p:cNvSpPr txBox="1">
              <a:spLocks/>
            </p:cNvSpPr>
            <p:nvPr userDrawn="1"/>
          </p:nvSpPr>
          <p:spPr>
            <a:xfrm>
              <a:off x="3984756" y="2334060"/>
              <a:ext cx="1322778" cy="439714"/>
            </a:xfrm>
            <a:prstGeom prst="rect">
              <a:avLst/>
            </a:prstGeom>
          </p:spPr>
          <p:txBody>
            <a:bodyPr vert="horz" wrap="square" lIns="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600"/>
                </a:spcAft>
              </a:pPr>
              <a:r>
                <a:rPr lang="en-US" sz="1000" b="0">
                  <a:latin typeface="+mn-lt"/>
                </a:rPr>
                <a:t>White</a:t>
              </a:r>
            </a:p>
            <a:p>
              <a:pPr>
                <a:spcAft>
                  <a:spcPts val="0"/>
                </a:spcAft>
              </a:pPr>
              <a:r>
                <a:rPr lang="en-US" sz="900" b="0">
                  <a:solidFill>
                    <a:schemeClr val="tx1"/>
                  </a:solidFill>
                  <a:latin typeface="+mn-lt"/>
                </a:rPr>
                <a:t>RGB: 255, 255, 255</a:t>
              </a:r>
            </a:p>
          </p:txBody>
        </p:sp>
        <p:sp>
          <p:nvSpPr>
            <p:cNvPr id="103" name="Text Placeholder 2">
              <a:extLst>
                <a:ext uri="{FF2B5EF4-FFF2-40B4-BE49-F238E27FC236}">
                  <a16:creationId xmlns:a16="http://schemas.microsoft.com/office/drawing/2014/main" id="{62B37212-8860-3174-5D2B-91A05DCB4454}"/>
                </a:ext>
              </a:extLst>
            </p:cNvPr>
            <p:cNvSpPr txBox="1">
              <a:spLocks/>
            </p:cNvSpPr>
            <p:nvPr userDrawn="1"/>
          </p:nvSpPr>
          <p:spPr>
            <a:xfrm>
              <a:off x="5447862" y="2334060"/>
              <a:ext cx="1322778" cy="439714"/>
            </a:xfrm>
            <a:prstGeom prst="rect">
              <a:avLst/>
            </a:prstGeom>
          </p:spPr>
          <p:txBody>
            <a:bodyPr vert="horz" wrap="square" lIns="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600"/>
                </a:spcAft>
              </a:pPr>
              <a:r>
                <a:rPr lang="en-US" sz="1000" b="0">
                  <a:latin typeface="+mn-lt"/>
                </a:rPr>
                <a:t>Light Blue</a:t>
              </a:r>
            </a:p>
            <a:p>
              <a:pPr>
                <a:spcAft>
                  <a:spcPts val="0"/>
                </a:spcAft>
              </a:pPr>
              <a:r>
                <a:rPr lang="en-US" sz="900" b="0">
                  <a:solidFill>
                    <a:schemeClr val="tx1"/>
                  </a:solidFill>
                  <a:latin typeface="+mn-lt"/>
                </a:rPr>
                <a:t>RGB: 172, 234, 255</a:t>
              </a:r>
            </a:p>
          </p:txBody>
        </p:sp>
        <p:sp>
          <p:nvSpPr>
            <p:cNvPr id="104" name="Text Placeholder 2">
              <a:extLst>
                <a:ext uri="{FF2B5EF4-FFF2-40B4-BE49-F238E27FC236}">
                  <a16:creationId xmlns:a16="http://schemas.microsoft.com/office/drawing/2014/main" id="{0E298E3C-2A70-59D3-3055-495E04BD7D3E}"/>
                </a:ext>
              </a:extLst>
            </p:cNvPr>
            <p:cNvSpPr txBox="1">
              <a:spLocks/>
            </p:cNvSpPr>
            <p:nvPr userDrawn="1"/>
          </p:nvSpPr>
          <p:spPr>
            <a:xfrm>
              <a:off x="6908177" y="2334060"/>
              <a:ext cx="1322778" cy="439714"/>
            </a:xfrm>
            <a:prstGeom prst="rect">
              <a:avLst/>
            </a:prstGeom>
          </p:spPr>
          <p:txBody>
            <a:bodyPr vert="horz" wrap="square" lIns="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600"/>
                </a:spcAft>
              </a:pPr>
              <a:r>
                <a:rPr lang="en-US" sz="1000" b="0">
                  <a:latin typeface="+mn-lt"/>
                </a:rPr>
                <a:t>Pacific Blue</a:t>
              </a:r>
            </a:p>
            <a:p>
              <a:pPr>
                <a:spcAft>
                  <a:spcPts val="0"/>
                </a:spcAft>
              </a:pPr>
              <a:r>
                <a:rPr lang="en-US" sz="900" b="0">
                  <a:solidFill>
                    <a:schemeClr val="tx1"/>
                  </a:solidFill>
                  <a:latin typeface="+mn-lt"/>
                </a:rPr>
                <a:t>RGB: 0, 184, 245 </a:t>
              </a:r>
            </a:p>
          </p:txBody>
        </p:sp>
        <p:sp>
          <p:nvSpPr>
            <p:cNvPr id="105" name="Text Placeholder 2">
              <a:extLst>
                <a:ext uri="{FF2B5EF4-FFF2-40B4-BE49-F238E27FC236}">
                  <a16:creationId xmlns:a16="http://schemas.microsoft.com/office/drawing/2014/main" id="{B9B7E757-1177-3648-14CE-EBD3FFB8CA20}"/>
                </a:ext>
              </a:extLst>
            </p:cNvPr>
            <p:cNvSpPr txBox="1">
              <a:spLocks/>
            </p:cNvSpPr>
            <p:nvPr userDrawn="1"/>
          </p:nvSpPr>
          <p:spPr>
            <a:xfrm>
              <a:off x="8380485" y="2334060"/>
              <a:ext cx="1380289" cy="439714"/>
            </a:xfrm>
            <a:prstGeom prst="rect">
              <a:avLst/>
            </a:prstGeom>
          </p:spPr>
          <p:txBody>
            <a:bodyPr vert="horz" wrap="square" lIns="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600"/>
                </a:spcAft>
              </a:pPr>
              <a:r>
                <a:rPr lang="en-US" sz="1000" b="0">
                  <a:solidFill>
                    <a:schemeClr val="bg1"/>
                  </a:solidFill>
                  <a:latin typeface="+mn-lt"/>
                </a:rPr>
                <a:t>Dark Blue</a:t>
              </a:r>
            </a:p>
            <a:p>
              <a:pPr>
                <a:spcAft>
                  <a:spcPts val="0"/>
                </a:spcAft>
              </a:pPr>
              <a:r>
                <a:rPr lang="en-US" sz="900" b="0">
                  <a:solidFill>
                    <a:schemeClr val="tx1"/>
                  </a:solidFill>
                  <a:latin typeface="+mn-lt"/>
                </a:rPr>
                <a:t>RGB: 12, 35, 60 </a:t>
              </a:r>
            </a:p>
          </p:txBody>
        </p:sp>
        <p:sp>
          <p:nvSpPr>
            <p:cNvPr id="106" name="Text Placeholder 2">
              <a:extLst>
                <a:ext uri="{FF2B5EF4-FFF2-40B4-BE49-F238E27FC236}">
                  <a16:creationId xmlns:a16="http://schemas.microsoft.com/office/drawing/2014/main" id="{3647492A-531E-11EA-B078-751A1F1DF6A9}"/>
                </a:ext>
              </a:extLst>
            </p:cNvPr>
            <p:cNvSpPr txBox="1">
              <a:spLocks/>
            </p:cNvSpPr>
            <p:nvPr userDrawn="1"/>
          </p:nvSpPr>
          <p:spPr>
            <a:xfrm>
              <a:off x="9843592" y="2334060"/>
              <a:ext cx="1322778" cy="439714"/>
            </a:xfrm>
            <a:prstGeom prst="rect">
              <a:avLst/>
            </a:prstGeom>
          </p:spPr>
          <p:txBody>
            <a:bodyPr vert="horz" wrap="square" lIns="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600"/>
                </a:spcAft>
              </a:pPr>
              <a:r>
                <a:rPr lang="en-US" sz="1000" b="0">
                  <a:solidFill>
                    <a:schemeClr val="bg1"/>
                  </a:solidFill>
                  <a:latin typeface="+mn-lt"/>
                </a:rPr>
                <a:t>Purple</a:t>
              </a:r>
            </a:p>
            <a:p>
              <a:pPr>
                <a:spcAft>
                  <a:spcPts val="0"/>
                </a:spcAft>
              </a:pPr>
              <a:r>
                <a:rPr lang="en-US" sz="900" b="0">
                  <a:solidFill>
                    <a:schemeClr val="tx1"/>
                  </a:solidFill>
                  <a:latin typeface="+mn-lt"/>
                </a:rPr>
                <a:t>RGB: 114, 19, 234</a:t>
              </a:r>
            </a:p>
          </p:txBody>
        </p:sp>
        <p:sp>
          <p:nvSpPr>
            <p:cNvPr id="107" name="Text Placeholder 2">
              <a:extLst>
                <a:ext uri="{FF2B5EF4-FFF2-40B4-BE49-F238E27FC236}">
                  <a16:creationId xmlns:a16="http://schemas.microsoft.com/office/drawing/2014/main" id="{9243A53E-2D99-0635-5F82-5E46AF0BE7BE}"/>
                </a:ext>
              </a:extLst>
            </p:cNvPr>
            <p:cNvSpPr txBox="1">
              <a:spLocks/>
            </p:cNvSpPr>
            <p:nvPr userDrawn="1"/>
          </p:nvSpPr>
          <p:spPr>
            <a:xfrm>
              <a:off x="11306698" y="2334060"/>
              <a:ext cx="1322778" cy="439714"/>
            </a:xfrm>
            <a:prstGeom prst="rect">
              <a:avLst/>
            </a:prstGeom>
          </p:spPr>
          <p:txBody>
            <a:bodyPr vert="horz" wrap="square" lIns="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600"/>
                </a:spcAft>
              </a:pPr>
              <a:r>
                <a:rPr lang="en-US" sz="1000" b="0">
                  <a:solidFill>
                    <a:schemeClr val="bg1"/>
                  </a:solidFill>
                  <a:latin typeface="+mn-lt"/>
                </a:rPr>
                <a:t>Pink</a:t>
              </a:r>
            </a:p>
            <a:p>
              <a:pPr>
                <a:spcAft>
                  <a:spcPts val="0"/>
                </a:spcAft>
              </a:pPr>
              <a:r>
                <a:rPr lang="en-US" sz="900" b="0">
                  <a:solidFill>
                    <a:schemeClr val="tx1"/>
                  </a:solidFill>
                  <a:latin typeface="+mn-lt"/>
                </a:rPr>
                <a:t>RGB: 253, 52, 156</a:t>
              </a:r>
            </a:p>
          </p:txBody>
        </p:sp>
      </p:grpSp>
      <p:sp>
        <p:nvSpPr>
          <p:cNvPr id="108" name="Rectangle 107">
            <a:extLst>
              <a:ext uri="{FF2B5EF4-FFF2-40B4-BE49-F238E27FC236}">
                <a16:creationId xmlns:a16="http://schemas.microsoft.com/office/drawing/2014/main" id="{FC83F3AC-A00B-9878-5F73-68A427E7CB81}"/>
              </a:ext>
            </a:extLst>
          </p:cNvPr>
          <p:cNvSpPr>
            <a:spLocks/>
          </p:cNvSpPr>
          <p:nvPr userDrawn="1"/>
        </p:nvSpPr>
        <p:spPr>
          <a:xfrm>
            <a:off x="9978526" y="2875569"/>
            <a:ext cx="1214647" cy="199452"/>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54610" rIns="54610" bIns="54610" rtlCol="0" anchor="ctr"/>
          <a:lstStyle/>
          <a:p>
            <a:pPr algn="l"/>
            <a:r>
              <a:rPr lang="en-GB" sz="900" b="0">
                <a:solidFill>
                  <a:schemeClr val="bg1"/>
                </a:solidFill>
                <a:latin typeface="+mn-lt"/>
              </a:rPr>
              <a:t>RGB</a:t>
            </a:r>
          </a:p>
        </p:txBody>
      </p:sp>
      <p:sp>
        <p:nvSpPr>
          <p:cNvPr id="109" name="Rectangle 108">
            <a:extLst>
              <a:ext uri="{FF2B5EF4-FFF2-40B4-BE49-F238E27FC236}">
                <a16:creationId xmlns:a16="http://schemas.microsoft.com/office/drawing/2014/main" id="{FD063048-2C20-00CB-1859-A8AC6CF35C4B}"/>
              </a:ext>
            </a:extLst>
          </p:cNvPr>
          <p:cNvSpPr>
            <a:spLocks/>
          </p:cNvSpPr>
          <p:nvPr userDrawn="1"/>
        </p:nvSpPr>
        <p:spPr>
          <a:xfrm>
            <a:off x="9978526" y="3350160"/>
            <a:ext cx="1214647" cy="20074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54610" rIns="54610" bIns="54610" rtlCol="0" anchor="ctr"/>
          <a:lstStyle/>
          <a:p>
            <a:pPr algn="l"/>
            <a:r>
              <a:rPr lang="en-GB" sz="900" b="0">
                <a:solidFill>
                  <a:schemeClr val="tx1"/>
                </a:solidFill>
                <a:latin typeface="+mn-lt"/>
              </a:rPr>
              <a:t>RGB</a:t>
            </a:r>
          </a:p>
        </p:txBody>
      </p:sp>
      <p:sp>
        <p:nvSpPr>
          <p:cNvPr id="110" name="Rectangle 109">
            <a:extLst>
              <a:ext uri="{FF2B5EF4-FFF2-40B4-BE49-F238E27FC236}">
                <a16:creationId xmlns:a16="http://schemas.microsoft.com/office/drawing/2014/main" id="{57B7B05C-480E-D8D4-E232-6D68ABF3A54D}"/>
              </a:ext>
            </a:extLst>
          </p:cNvPr>
          <p:cNvSpPr>
            <a:spLocks/>
          </p:cNvSpPr>
          <p:nvPr userDrawn="1"/>
        </p:nvSpPr>
        <p:spPr>
          <a:xfrm>
            <a:off x="9978526" y="3839916"/>
            <a:ext cx="1214647" cy="199452"/>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45720" tIns="54610" rIns="54610" bIns="54610" rtlCol="0" anchor="ctr"/>
          <a:lstStyle/>
          <a:p>
            <a:pPr algn="l"/>
            <a:r>
              <a:rPr lang="en-GB" sz="900" b="0">
                <a:solidFill>
                  <a:schemeClr val="bg1"/>
                </a:solidFill>
                <a:latin typeface="+mn-lt"/>
              </a:rPr>
              <a:t>RGB</a:t>
            </a:r>
          </a:p>
        </p:txBody>
      </p:sp>
      <p:sp>
        <p:nvSpPr>
          <p:cNvPr id="111" name="TextBox 110">
            <a:extLst>
              <a:ext uri="{FF2B5EF4-FFF2-40B4-BE49-F238E27FC236}">
                <a16:creationId xmlns:a16="http://schemas.microsoft.com/office/drawing/2014/main" id="{932CA5B4-9D10-7089-C66F-A081A5A80863}"/>
              </a:ext>
            </a:extLst>
          </p:cNvPr>
          <p:cNvSpPr txBox="1"/>
          <p:nvPr userDrawn="1"/>
        </p:nvSpPr>
        <p:spPr>
          <a:xfrm>
            <a:off x="989531" y="2312637"/>
            <a:ext cx="3689275" cy="377026"/>
          </a:xfrm>
          <a:prstGeom prst="rect">
            <a:avLst/>
          </a:prstGeom>
          <a:noFill/>
        </p:spPr>
        <p:txBody>
          <a:bodyPr vert="horz" wrap="square" lIns="0" tIns="0" rIns="0" bIns="0" rtlCol="0" anchor="t" anchorCtr="0">
            <a:spAutoFit/>
          </a:bodyPr>
          <a:lstStyle/>
          <a:p>
            <a:pPr>
              <a:spcAft>
                <a:spcPts val="300"/>
              </a:spcAft>
            </a:pPr>
            <a:r>
              <a:rPr lang="en-US" sz="1200" b="1">
                <a:solidFill>
                  <a:schemeClr val="accent2"/>
                </a:solidFill>
                <a:latin typeface="+mn-lt"/>
                <a:sym typeface="Arial"/>
              </a:rPr>
              <a:t>Infographics and charts</a:t>
            </a:r>
          </a:p>
          <a:p>
            <a:pPr>
              <a:spcAft>
                <a:spcPts val="600"/>
              </a:spcAft>
            </a:pPr>
            <a:r>
              <a:rPr lang="en-US" sz="1000">
                <a:solidFill>
                  <a:schemeClr val="accent2"/>
                </a:solidFill>
                <a:latin typeface="+mn-lt"/>
                <a:sym typeface="Arial"/>
              </a:rPr>
              <a:t>Core colors</a:t>
            </a:r>
          </a:p>
        </p:txBody>
      </p:sp>
      <p:sp>
        <p:nvSpPr>
          <p:cNvPr id="112" name="TextBox 111">
            <a:extLst>
              <a:ext uri="{FF2B5EF4-FFF2-40B4-BE49-F238E27FC236}">
                <a16:creationId xmlns:a16="http://schemas.microsoft.com/office/drawing/2014/main" id="{035A2ABF-9B19-1EBB-FB7B-16FADAEE5328}"/>
              </a:ext>
            </a:extLst>
          </p:cNvPr>
          <p:cNvSpPr txBox="1"/>
          <p:nvPr userDrawn="1"/>
        </p:nvSpPr>
        <p:spPr>
          <a:xfrm>
            <a:off x="7323387" y="2523857"/>
            <a:ext cx="476092" cy="153888"/>
          </a:xfrm>
          <a:prstGeom prst="rect">
            <a:avLst/>
          </a:prstGeom>
          <a:noFill/>
        </p:spPr>
        <p:txBody>
          <a:bodyPr vert="horz" wrap="none" lIns="0" tIns="0" rIns="0" bIns="0" rtlCol="0" anchor="t" anchorCtr="0">
            <a:spAutoFit/>
          </a:bodyPr>
          <a:lstStyle/>
          <a:p>
            <a:pPr>
              <a:spcAft>
                <a:spcPts val="397"/>
              </a:spcAft>
            </a:pPr>
            <a:r>
              <a:rPr lang="en-US" sz="1000">
                <a:solidFill>
                  <a:schemeClr val="accent2"/>
                </a:solidFill>
                <a:latin typeface="+mn-lt"/>
                <a:sym typeface="Arial"/>
              </a:rPr>
              <a:t>Neutrals</a:t>
            </a:r>
          </a:p>
        </p:txBody>
      </p:sp>
      <p:sp>
        <p:nvSpPr>
          <p:cNvPr id="113" name="TextBox 112">
            <a:extLst>
              <a:ext uri="{FF2B5EF4-FFF2-40B4-BE49-F238E27FC236}">
                <a16:creationId xmlns:a16="http://schemas.microsoft.com/office/drawing/2014/main" id="{C8D7E960-0B4C-F713-EB20-5571594CDD4F}"/>
              </a:ext>
            </a:extLst>
          </p:cNvPr>
          <p:cNvSpPr txBox="1"/>
          <p:nvPr userDrawn="1"/>
        </p:nvSpPr>
        <p:spPr>
          <a:xfrm>
            <a:off x="10007166" y="2525175"/>
            <a:ext cx="1186434" cy="153888"/>
          </a:xfrm>
          <a:prstGeom prst="rect">
            <a:avLst/>
          </a:prstGeom>
          <a:noFill/>
        </p:spPr>
        <p:txBody>
          <a:bodyPr vert="horz" wrap="square" lIns="0" tIns="0" rIns="0" bIns="0" rtlCol="0" anchor="t" anchorCtr="0">
            <a:spAutoFit/>
          </a:bodyPr>
          <a:lstStyle/>
          <a:p>
            <a:pPr>
              <a:spcAft>
                <a:spcPts val="397"/>
              </a:spcAft>
            </a:pPr>
            <a:r>
              <a:rPr lang="en-US" sz="1000">
                <a:solidFill>
                  <a:schemeClr val="accent2"/>
                </a:solidFill>
                <a:latin typeface="+mn-lt"/>
                <a:sym typeface="Arial"/>
              </a:rPr>
              <a:t>Traffic Light palette</a:t>
            </a:r>
          </a:p>
        </p:txBody>
      </p:sp>
      <p:sp>
        <p:nvSpPr>
          <p:cNvPr id="114" name="Freeform: Shape 113">
            <a:extLst>
              <a:ext uri="{FF2B5EF4-FFF2-40B4-BE49-F238E27FC236}">
                <a16:creationId xmlns:a16="http://schemas.microsoft.com/office/drawing/2014/main" id="{BAD12C8E-03A7-3DB9-3D96-A438A444B290}"/>
              </a:ext>
            </a:extLst>
          </p:cNvPr>
          <p:cNvSpPr/>
          <p:nvPr userDrawn="1"/>
        </p:nvSpPr>
        <p:spPr>
          <a:xfrm>
            <a:off x="1016887" y="2699133"/>
            <a:ext cx="5976844" cy="123883"/>
          </a:xfrm>
          <a:custGeom>
            <a:avLst/>
            <a:gdLst>
              <a:gd name="connsiteX0" fmla="*/ 2340769 w 2340768"/>
              <a:gd name="connsiteY0" fmla="*/ 83344 h 83343"/>
              <a:gd name="connsiteX1" fmla="*/ 2340769 w 2340768"/>
              <a:gd name="connsiteY1" fmla="*/ 0 h 83343"/>
              <a:gd name="connsiteX2" fmla="*/ 0 w 2340768"/>
              <a:gd name="connsiteY2" fmla="*/ 0 h 83343"/>
              <a:gd name="connsiteX3" fmla="*/ 0 w 2340768"/>
              <a:gd name="connsiteY3" fmla="*/ 83344 h 83343"/>
            </a:gdLst>
            <a:ahLst/>
            <a:cxnLst>
              <a:cxn ang="0">
                <a:pos x="connsiteX0" y="connsiteY0"/>
              </a:cxn>
              <a:cxn ang="0">
                <a:pos x="connsiteX1" y="connsiteY1"/>
              </a:cxn>
              <a:cxn ang="0">
                <a:pos x="connsiteX2" y="connsiteY2"/>
              </a:cxn>
              <a:cxn ang="0">
                <a:pos x="connsiteX3" y="connsiteY3"/>
              </a:cxn>
            </a:cxnLst>
            <a:rect l="l" t="t" r="r" b="b"/>
            <a:pathLst>
              <a:path w="2340768" h="83343">
                <a:moveTo>
                  <a:pt x="2340769" y="83344"/>
                </a:moveTo>
                <a:lnTo>
                  <a:pt x="2340769" y="0"/>
                </a:lnTo>
                <a:lnTo>
                  <a:pt x="0" y="0"/>
                </a:lnTo>
                <a:lnTo>
                  <a:pt x="0" y="83344"/>
                </a:lnTo>
              </a:path>
            </a:pathLst>
          </a:custGeom>
          <a:noFill/>
          <a:ln w="4763" cap="flat">
            <a:solidFill>
              <a:srgbClr val="00338D"/>
            </a:solidFill>
            <a:prstDash val="solid"/>
            <a:miter/>
          </a:ln>
        </p:spPr>
        <p:txBody>
          <a:bodyPr rtlCol="0" anchor="ctr"/>
          <a:lstStyle/>
          <a:p>
            <a:endParaRPr lang="en-US" sz="1000">
              <a:latin typeface="+mn-lt"/>
            </a:endParaRPr>
          </a:p>
        </p:txBody>
      </p:sp>
      <p:sp>
        <p:nvSpPr>
          <p:cNvPr id="115" name="Freeform: Shape 114">
            <a:extLst>
              <a:ext uri="{FF2B5EF4-FFF2-40B4-BE49-F238E27FC236}">
                <a16:creationId xmlns:a16="http://schemas.microsoft.com/office/drawing/2014/main" id="{4F8BAFDD-26CB-2C18-243D-C7F41699DD80}"/>
              </a:ext>
            </a:extLst>
          </p:cNvPr>
          <p:cNvSpPr/>
          <p:nvPr userDrawn="1"/>
        </p:nvSpPr>
        <p:spPr>
          <a:xfrm>
            <a:off x="7290371" y="2699133"/>
            <a:ext cx="2332259" cy="123859"/>
          </a:xfrm>
          <a:custGeom>
            <a:avLst/>
            <a:gdLst>
              <a:gd name="connsiteX0" fmla="*/ 840581 w 840581"/>
              <a:gd name="connsiteY0" fmla="*/ 83344 h 83343"/>
              <a:gd name="connsiteX1" fmla="*/ 840581 w 840581"/>
              <a:gd name="connsiteY1" fmla="*/ 0 h 83343"/>
              <a:gd name="connsiteX2" fmla="*/ 0 w 840581"/>
              <a:gd name="connsiteY2" fmla="*/ 0 h 83343"/>
              <a:gd name="connsiteX3" fmla="*/ 0 w 840581"/>
              <a:gd name="connsiteY3" fmla="*/ 83344 h 83343"/>
            </a:gdLst>
            <a:ahLst/>
            <a:cxnLst>
              <a:cxn ang="0">
                <a:pos x="connsiteX0" y="connsiteY0"/>
              </a:cxn>
              <a:cxn ang="0">
                <a:pos x="connsiteX1" y="connsiteY1"/>
              </a:cxn>
              <a:cxn ang="0">
                <a:pos x="connsiteX2" y="connsiteY2"/>
              </a:cxn>
              <a:cxn ang="0">
                <a:pos x="connsiteX3" y="connsiteY3"/>
              </a:cxn>
            </a:cxnLst>
            <a:rect l="l" t="t" r="r" b="b"/>
            <a:pathLst>
              <a:path w="840581" h="83343">
                <a:moveTo>
                  <a:pt x="840581" y="83344"/>
                </a:moveTo>
                <a:lnTo>
                  <a:pt x="840581" y="0"/>
                </a:lnTo>
                <a:lnTo>
                  <a:pt x="0" y="0"/>
                </a:lnTo>
                <a:lnTo>
                  <a:pt x="0" y="83344"/>
                </a:lnTo>
              </a:path>
            </a:pathLst>
          </a:custGeom>
          <a:noFill/>
          <a:ln w="4763" cap="flat">
            <a:solidFill>
              <a:srgbClr val="00338D"/>
            </a:solidFill>
            <a:prstDash val="solid"/>
            <a:miter/>
          </a:ln>
        </p:spPr>
        <p:txBody>
          <a:bodyPr rtlCol="0" anchor="ctr"/>
          <a:lstStyle/>
          <a:p>
            <a:endParaRPr lang="en-US" sz="1000">
              <a:latin typeface="+mn-lt"/>
            </a:endParaRPr>
          </a:p>
        </p:txBody>
      </p:sp>
      <p:sp>
        <p:nvSpPr>
          <p:cNvPr id="116" name="Freeform: Shape 115">
            <a:extLst>
              <a:ext uri="{FF2B5EF4-FFF2-40B4-BE49-F238E27FC236}">
                <a16:creationId xmlns:a16="http://schemas.microsoft.com/office/drawing/2014/main" id="{8B5EE97E-DB99-2819-0CB4-72645364770B}"/>
              </a:ext>
            </a:extLst>
          </p:cNvPr>
          <p:cNvSpPr/>
          <p:nvPr userDrawn="1"/>
        </p:nvSpPr>
        <p:spPr>
          <a:xfrm>
            <a:off x="1005193" y="287557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0C233C"/>
          </a:solidFill>
          <a:ln w="9525" cap="flat">
            <a:noFill/>
            <a:prstDash val="solid"/>
            <a:miter/>
          </a:ln>
        </p:spPr>
        <p:txBody>
          <a:bodyPr lIns="45720" tIns="24205" rIns="24205" bIns="24205" rtlCol="0" anchor="ctr"/>
          <a:lstStyle/>
          <a:p>
            <a:pPr algn="l">
              <a:lnSpc>
                <a:spcPct val="90000"/>
              </a:lnSpc>
            </a:pPr>
            <a:r>
              <a:rPr lang="en-US" sz="900" b="0">
                <a:solidFill>
                  <a:schemeClr val="bg1"/>
                </a:solidFill>
                <a:latin typeface="+mn-lt"/>
              </a:rPr>
              <a:t>Dark Blue</a:t>
            </a:r>
          </a:p>
        </p:txBody>
      </p:sp>
      <p:sp>
        <p:nvSpPr>
          <p:cNvPr id="117" name="Freeform: Shape 116">
            <a:extLst>
              <a:ext uri="{FF2B5EF4-FFF2-40B4-BE49-F238E27FC236}">
                <a16:creationId xmlns:a16="http://schemas.microsoft.com/office/drawing/2014/main" id="{19E538CB-1D27-412D-6896-BEF2585B8C09}"/>
              </a:ext>
            </a:extLst>
          </p:cNvPr>
          <p:cNvSpPr/>
          <p:nvPr userDrawn="1"/>
        </p:nvSpPr>
        <p:spPr>
          <a:xfrm>
            <a:off x="2216110" y="287557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00B8F5"/>
          </a:solidFill>
          <a:ln w="9525" cap="flat">
            <a:noFill/>
            <a:prstDash val="solid"/>
            <a:miter/>
          </a:ln>
        </p:spPr>
        <p:txBody>
          <a:bodyPr lIns="45720" tIns="24205" rIns="24205" bIns="24205" rtlCol="0" anchor="ctr"/>
          <a:lstStyle/>
          <a:p>
            <a:pPr algn="l">
              <a:lnSpc>
                <a:spcPct val="90000"/>
              </a:lnSpc>
            </a:pPr>
            <a:r>
              <a:rPr lang="en-US" sz="900" b="0">
                <a:solidFill>
                  <a:srgbClr val="00338D"/>
                </a:solidFill>
                <a:latin typeface="+mn-lt"/>
              </a:rPr>
              <a:t>Pacific Blue</a:t>
            </a:r>
          </a:p>
        </p:txBody>
      </p:sp>
      <p:sp>
        <p:nvSpPr>
          <p:cNvPr id="118" name="Freeform: Shape 117">
            <a:extLst>
              <a:ext uri="{FF2B5EF4-FFF2-40B4-BE49-F238E27FC236}">
                <a16:creationId xmlns:a16="http://schemas.microsoft.com/office/drawing/2014/main" id="{4ED1241E-ADCD-7481-9C9B-FBCCB3EABA63}"/>
              </a:ext>
            </a:extLst>
          </p:cNvPr>
          <p:cNvSpPr/>
          <p:nvPr userDrawn="1"/>
        </p:nvSpPr>
        <p:spPr>
          <a:xfrm>
            <a:off x="1005193" y="3350160"/>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00338D"/>
          </a:solidFill>
          <a:ln w="9525" cap="flat">
            <a:noFill/>
            <a:prstDash val="solid"/>
            <a:miter/>
          </a:ln>
        </p:spPr>
        <p:txBody>
          <a:bodyPr lIns="45720" tIns="24205" rIns="24205" bIns="24205" rtlCol="0" anchor="ctr"/>
          <a:lstStyle/>
          <a:p>
            <a:pPr algn="l">
              <a:lnSpc>
                <a:spcPct val="90000"/>
              </a:lnSpc>
            </a:pPr>
            <a:r>
              <a:rPr lang="en-US" sz="900" b="0">
                <a:solidFill>
                  <a:schemeClr val="bg1"/>
                </a:solidFill>
                <a:latin typeface="+mn-lt"/>
              </a:rPr>
              <a:t>KPMG Blue</a:t>
            </a:r>
          </a:p>
        </p:txBody>
      </p:sp>
      <p:sp>
        <p:nvSpPr>
          <p:cNvPr id="119" name="Freeform: Shape 118">
            <a:extLst>
              <a:ext uri="{FF2B5EF4-FFF2-40B4-BE49-F238E27FC236}">
                <a16:creationId xmlns:a16="http://schemas.microsoft.com/office/drawing/2014/main" id="{F25B873D-8CC8-F832-FCCA-A31CBE39CCEB}"/>
              </a:ext>
            </a:extLst>
          </p:cNvPr>
          <p:cNvSpPr/>
          <p:nvPr userDrawn="1"/>
        </p:nvSpPr>
        <p:spPr>
          <a:xfrm>
            <a:off x="3437794" y="3350160"/>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7213EA"/>
          </a:solidFill>
          <a:ln w="9525" cap="flat">
            <a:noFill/>
            <a:prstDash val="solid"/>
            <a:miter/>
          </a:ln>
        </p:spPr>
        <p:txBody>
          <a:bodyPr lIns="45720" tIns="24205" rIns="24205" bIns="24205" rtlCol="0" anchor="ctr"/>
          <a:lstStyle/>
          <a:p>
            <a:pPr algn="l">
              <a:lnSpc>
                <a:spcPct val="90000"/>
              </a:lnSpc>
            </a:pPr>
            <a:r>
              <a:rPr lang="en-US" sz="900" b="0">
                <a:solidFill>
                  <a:schemeClr val="bg1"/>
                </a:solidFill>
                <a:latin typeface="+mn-lt"/>
              </a:rPr>
              <a:t>Purple</a:t>
            </a:r>
          </a:p>
        </p:txBody>
      </p:sp>
      <p:sp>
        <p:nvSpPr>
          <p:cNvPr id="120" name="Freeform: Shape 119">
            <a:extLst>
              <a:ext uri="{FF2B5EF4-FFF2-40B4-BE49-F238E27FC236}">
                <a16:creationId xmlns:a16="http://schemas.microsoft.com/office/drawing/2014/main" id="{20A83695-FA8A-A1AE-F2E6-7BE03B842E53}"/>
              </a:ext>
            </a:extLst>
          </p:cNvPr>
          <p:cNvSpPr/>
          <p:nvPr userDrawn="1"/>
        </p:nvSpPr>
        <p:spPr>
          <a:xfrm>
            <a:off x="1005193" y="383991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1E49E2"/>
          </a:solidFill>
          <a:ln w="9525" cap="flat">
            <a:noFill/>
            <a:prstDash val="solid"/>
            <a:miter/>
          </a:ln>
        </p:spPr>
        <p:txBody>
          <a:bodyPr lIns="45720" tIns="24205" rIns="24205" bIns="24205" rtlCol="0" anchor="ctr"/>
          <a:lstStyle/>
          <a:p>
            <a:pPr algn="l">
              <a:lnSpc>
                <a:spcPct val="90000"/>
              </a:lnSpc>
            </a:pPr>
            <a:r>
              <a:rPr lang="en-US" sz="900" b="0">
                <a:solidFill>
                  <a:schemeClr val="bg1"/>
                </a:solidFill>
                <a:latin typeface="+mn-lt"/>
              </a:rPr>
              <a:t>Cobalt Blue</a:t>
            </a:r>
          </a:p>
        </p:txBody>
      </p:sp>
      <p:sp>
        <p:nvSpPr>
          <p:cNvPr id="121" name="Freeform: Shape 120">
            <a:extLst>
              <a:ext uri="{FF2B5EF4-FFF2-40B4-BE49-F238E27FC236}">
                <a16:creationId xmlns:a16="http://schemas.microsoft.com/office/drawing/2014/main" id="{6D621A4F-2B18-5A68-A197-2EC88C599C75}"/>
              </a:ext>
            </a:extLst>
          </p:cNvPr>
          <p:cNvSpPr/>
          <p:nvPr userDrawn="1"/>
        </p:nvSpPr>
        <p:spPr>
          <a:xfrm>
            <a:off x="2216110" y="383991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ACEAFF"/>
          </a:solidFill>
          <a:ln w="9525" cap="flat">
            <a:noFill/>
            <a:prstDash val="solid"/>
            <a:miter/>
          </a:ln>
        </p:spPr>
        <p:txBody>
          <a:bodyPr lIns="45720" tIns="24205" rIns="24205" bIns="24205" rtlCol="0" anchor="ctr"/>
          <a:lstStyle/>
          <a:p>
            <a:pPr algn="l">
              <a:lnSpc>
                <a:spcPct val="90000"/>
              </a:lnSpc>
            </a:pPr>
            <a:r>
              <a:rPr lang="en-US" sz="900" b="0">
                <a:solidFill>
                  <a:srgbClr val="00338D"/>
                </a:solidFill>
                <a:latin typeface="+mn-lt"/>
              </a:rPr>
              <a:t>Light Blue</a:t>
            </a:r>
          </a:p>
        </p:txBody>
      </p:sp>
      <p:sp>
        <p:nvSpPr>
          <p:cNvPr id="122" name="Freeform: Shape 121">
            <a:extLst>
              <a:ext uri="{FF2B5EF4-FFF2-40B4-BE49-F238E27FC236}">
                <a16:creationId xmlns:a16="http://schemas.microsoft.com/office/drawing/2014/main" id="{1660938E-566D-84E3-3843-8E7584C41CB8}"/>
              </a:ext>
            </a:extLst>
          </p:cNvPr>
          <p:cNvSpPr/>
          <p:nvPr userDrawn="1"/>
        </p:nvSpPr>
        <p:spPr>
          <a:xfrm>
            <a:off x="7284526" y="287557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333333"/>
          </a:solidFill>
          <a:ln w="9525" cap="flat">
            <a:noFill/>
            <a:prstDash val="solid"/>
            <a:miter/>
          </a:ln>
        </p:spPr>
        <p:txBody>
          <a:bodyPr lIns="45720" tIns="24205" rIns="24205" bIns="24205" rtlCol="0" anchor="ctr"/>
          <a:lstStyle/>
          <a:p>
            <a:pPr algn="l">
              <a:lnSpc>
                <a:spcPct val="90000"/>
              </a:lnSpc>
            </a:pPr>
            <a:r>
              <a:rPr lang="en-US" sz="900" b="0">
                <a:solidFill>
                  <a:schemeClr val="bg1"/>
                </a:solidFill>
                <a:latin typeface="+mn-lt"/>
              </a:rPr>
              <a:t>Gray 1</a:t>
            </a:r>
          </a:p>
        </p:txBody>
      </p:sp>
      <p:sp>
        <p:nvSpPr>
          <p:cNvPr id="123" name="Freeform: Shape 122">
            <a:extLst>
              <a:ext uri="{FF2B5EF4-FFF2-40B4-BE49-F238E27FC236}">
                <a16:creationId xmlns:a16="http://schemas.microsoft.com/office/drawing/2014/main" id="{B08018EF-A96F-3090-7AFF-65E8EF80302C}"/>
              </a:ext>
            </a:extLst>
          </p:cNvPr>
          <p:cNvSpPr/>
          <p:nvPr userDrawn="1"/>
        </p:nvSpPr>
        <p:spPr>
          <a:xfrm>
            <a:off x="8500825" y="287557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B2B2B2"/>
          </a:solidFill>
          <a:ln w="9525" cap="flat">
            <a:solidFill>
              <a:srgbClr val="B2B2B2"/>
            </a:solidFill>
            <a:prstDash val="solid"/>
            <a:miter/>
          </a:ln>
        </p:spPr>
        <p:txBody>
          <a:bodyPr lIns="45720" tIns="24205" rIns="24205" bIns="24205" rtlCol="0" anchor="ctr"/>
          <a:lstStyle/>
          <a:p>
            <a:pPr algn="l">
              <a:lnSpc>
                <a:spcPct val="90000"/>
              </a:lnSpc>
            </a:pPr>
            <a:r>
              <a:rPr lang="en-US" sz="900" b="0">
                <a:solidFill>
                  <a:srgbClr val="00338D"/>
                </a:solidFill>
                <a:latin typeface="+mn-lt"/>
              </a:rPr>
              <a:t>Gray 4</a:t>
            </a:r>
          </a:p>
        </p:txBody>
      </p:sp>
      <p:sp>
        <p:nvSpPr>
          <p:cNvPr id="124" name="Freeform: Shape 123">
            <a:extLst>
              <a:ext uri="{FF2B5EF4-FFF2-40B4-BE49-F238E27FC236}">
                <a16:creationId xmlns:a16="http://schemas.microsoft.com/office/drawing/2014/main" id="{E39C58D3-AB07-1728-9EA6-0E5C56EC6604}"/>
              </a:ext>
            </a:extLst>
          </p:cNvPr>
          <p:cNvSpPr/>
          <p:nvPr userDrawn="1"/>
        </p:nvSpPr>
        <p:spPr>
          <a:xfrm>
            <a:off x="7284526" y="3350160"/>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666666"/>
          </a:solidFill>
          <a:ln w="9525" cap="flat">
            <a:noFill/>
            <a:prstDash val="solid"/>
            <a:miter/>
          </a:ln>
        </p:spPr>
        <p:txBody>
          <a:bodyPr lIns="45720" tIns="24205" rIns="24205" bIns="24205" rtlCol="0" anchor="ctr"/>
          <a:lstStyle/>
          <a:p>
            <a:pPr algn="l">
              <a:lnSpc>
                <a:spcPct val="90000"/>
              </a:lnSpc>
            </a:pPr>
            <a:r>
              <a:rPr lang="en-US" sz="900" b="0">
                <a:solidFill>
                  <a:schemeClr val="bg1"/>
                </a:solidFill>
                <a:latin typeface="+mn-lt"/>
              </a:rPr>
              <a:t>Gray 2</a:t>
            </a:r>
          </a:p>
        </p:txBody>
      </p:sp>
      <p:sp>
        <p:nvSpPr>
          <p:cNvPr id="125" name="Freeform: Shape 124">
            <a:extLst>
              <a:ext uri="{FF2B5EF4-FFF2-40B4-BE49-F238E27FC236}">
                <a16:creationId xmlns:a16="http://schemas.microsoft.com/office/drawing/2014/main" id="{7881CBA2-7A66-B5B2-BA30-CD734EEBFB53}"/>
              </a:ext>
            </a:extLst>
          </p:cNvPr>
          <p:cNvSpPr/>
          <p:nvPr userDrawn="1"/>
        </p:nvSpPr>
        <p:spPr>
          <a:xfrm>
            <a:off x="8500825" y="3350160"/>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E5E5E5"/>
          </a:solidFill>
          <a:ln w="9525" cap="flat">
            <a:solidFill>
              <a:srgbClr val="E5E5E5"/>
            </a:solidFill>
            <a:prstDash val="solid"/>
            <a:miter/>
          </a:ln>
        </p:spPr>
        <p:txBody>
          <a:bodyPr lIns="45720" tIns="24205" rIns="24205" bIns="24205" rtlCol="0" anchor="ctr"/>
          <a:lstStyle/>
          <a:p>
            <a:pPr algn="l">
              <a:lnSpc>
                <a:spcPct val="90000"/>
              </a:lnSpc>
            </a:pPr>
            <a:r>
              <a:rPr lang="en-US" sz="900" b="0">
                <a:solidFill>
                  <a:srgbClr val="00338D"/>
                </a:solidFill>
                <a:latin typeface="+mn-lt"/>
              </a:rPr>
              <a:t>Gray 5</a:t>
            </a:r>
          </a:p>
        </p:txBody>
      </p:sp>
      <p:sp>
        <p:nvSpPr>
          <p:cNvPr id="126" name="Freeform: Shape 125">
            <a:extLst>
              <a:ext uri="{FF2B5EF4-FFF2-40B4-BE49-F238E27FC236}">
                <a16:creationId xmlns:a16="http://schemas.microsoft.com/office/drawing/2014/main" id="{95D43B80-B777-E870-0E10-52C5246650EC}"/>
              </a:ext>
            </a:extLst>
          </p:cNvPr>
          <p:cNvSpPr/>
          <p:nvPr userDrawn="1"/>
        </p:nvSpPr>
        <p:spPr>
          <a:xfrm>
            <a:off x="7284526" y="383991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989898"/>
          </a:solidFill>
          <a:ln w="9525" cap="flat">
            <a:noFill/>
            <a:prstDash val="solid"/>
            <a:miter/>
          </a:ln>
        </p:spPr>
        <p:txBody>
          <a:bodyPr lIns="45720" tIns="24205" rIns="24205" bIns="24205" rtlCol="0" anchor="ctr"/>
          <a:lstStyle/>
          <a:p>
            <a:pPr algn="l">
              <a:lnSpc>
                <a:spcPct val="90000"/>
              </a:lnSpc>
            </a:pPr>
            <a:r>
              <a:rPr lang="en-US" sz="900" b="0">
                <a:solidFill>
                  <a:schemeClr val="bg1"/>
                </a:solidFill>
                <a:latin typeface="+mn-lt"/>
              </a:rPr>
              <a:t>Gray 3</a:t>
            </a:r>
          </a:p>
        </p:txBody>
      </p:sp>
      <p:sp>
        <p:nvSpPr>
          <p:cNvPr id="127" name="Freeform: Shape 126">
            <a:extLst>
              <a:ext uri="{FF2B5EF4-FFF2-40B4-BE49-F238E27FC236}">
                <a16:creationId xmlns:a16="http://schemas.microsoft.com/office/drawing/2014/main" id="{88389B4E-F431-6916-61A8-3E873355EBF6}"/>
              </a:ext>
            </a:extLst>
          </p:cNvPr>
          <p:cNvSpPr/>
          <p:nvPr userDrawn="1"/>
        </p:nvSpPr>
        <p:spPr>
          <a:xfrm>
            <a:off x="8503863" y="3839916"/>
            <a:ext cx="1116472" cy="199452"/>
          </a:xfrm>
          <a:custGeom>
            <a:avLst/>
            <a:gdLst>
              <a:gd name="connsiteX0" fmla="*/ 0 w 369093"/>
              <a:gd name="connsiteY0" fmla="*/ 0 h 369093"/>
              <a:gd name="connsiteX1" fmla="*/ 369094 w 369093"/>
              <a:gd name="connsiteY1" fmla="*/ 0 h 369093"/>
              <a:gd name="connsiteX2" fmla="*/ 369094 w 369093"/>
              <a:gd name="connsiteY2" fmla="*/ 369094 h 369093"/>
              <a:gd name="connsiteX3" fmla="*/ 0 w 369093"/>
              <a:gd name="connsiteY3" fmla="*/ 369094 h 369093"/>
            </a:gdLst>
            <a:ahLst/>
            <a:cxnLst>
              <a:cxn ang="0">
                <a:pos x="connsiteX0" y="connsiteY0"/>
              </a:cxn>
              <a:cxn ang="0">
                <a:pos x="connsiteX1" y="connsiteY1"/>
              </a:cxn>
              <a:cxn ang="0">
                <a:pos x="connsiteX2" y="connsiteY2"/>
              </a:cxn>
              <a:cxn ang="0">
                <a:pos x="connsiteX3" y="connsiteY3"/>
              </a:cxn>
            </a:cxnLst>
            <a:rect l="l" t="t" r="r" b="b"/>
            <a:pathLst>
              <a:path w="369093" h="369093">
                <a:moveTo>
                  <a:pt x="0" y="0"/>
                </a:moveTo>
                <a:lnTo>
                  <a:pt x="369094" y="0"/>
                </a:lnTo>
                <a:lnTo>
                  <a:pt x="369094" y="369094"/>
                </a:lnTo>
                <a:lnTo>
                  <a:pt x="0" y="369094"/>
                </a:lnTo>
                <a:close/>
              </a:path>
            </a:pathLst>
          </a:custGeom>
          <a:solidFill>
            <a:srgbClr val="FFFFFF"/>
          </a:solidFill>
          <a:ln w="9525" cap="flat">
            <a:noFill/>
            <a:prstDash val="solid"/>
            <a:miter/>
          </a:ln>
        </p:spPr>
        <p:txBody>
          <a:bodyPr lIns="45720" tIns="24205" rIns="24205" bIns="24205" rtlCol="0" anchor="ctr"/>
          <a:lstStyle/>
          <a:p>
            <a:pPr algn="l">
              <a:lnSpc>
                <a:spcPct val="90000"/>
              </a:lnSpc>
            </a:pPr>
            <a:r>
              <a:rPr lang="en-US" sz="900" b="0">
                <a:solidFill>
                  <a:srgbClr val="00338D"/>
                </a:solidFill>
                <a:latin typeface="+mn-lt"/>
              </a:rPr>
              <a:t>White</a:t>
            </a:r>
          </a:p>
        </p:txBody>
      </p:sp>
      <p:sp>
        <p:nvSpPr>
          <p:cNvPr id="128" name="Freeform: Shape 127">
            <a:extLst>
              <a:ext uri="{FF2B5EF4-FFF2-40B4-BE49-F238E27FC236}">
                <a16:creationId xmlns:a16="http://schemas.microsoft.com/office/drawing/2014/main" id="{5C0B4958-8256-AA4D-D977-9E97E02D9AB0}"/>
              </a:ext>
            </a:extLst>
          </p:cNvPr>
          <p:cNvSpPr/>
          <p:nvPr userDrawn="1"/>
        </p:nvSpPr>
        <p:spPr>
          <a:xfrm>
            <a:off x="8503863" y="3839916"/>
            <a:ext cx="1116472" cy="199452"/>
          </a:xfrm>
          <a:custGeom>
            <a:avLst/>
            <a:gdLst>
              <a:gd name="connsiteX0" fmla="*/ 0 w 369093"/>
              <a:gd name="connsiteY0" fmla="*/ 0 h 369093"/>
              <a:gd name="connsiteX1" fmla="*/ 369094 w 369093"/>
              <a:gd name="connsiteY1" fmla="*/ 0 h 369093"/>
              <a:gd name="connsiteX2" fmla="*/ 369094 w 369093"/>
              <a:gd name="connsiteY2" fmla="*/ 369094 h 369093"/>
              <a:gd name="connsiteX3" fmla="*/ 0 w 369093"/>
              <a:gd name="connsiteY3" fmla="*/ 369094 h 369093"/>
            </a:gdLst>
            <a:ahLst/>
            <a:cxnLst>
              <a:cxn ang="0">
                <a:pos x="connsiteX0" y="connsiteY0"/>
              </a:cxn>
              <a:cxn ang="0">
                <a:pos x="connsiteX1" y="connsiteY1"/>
              </a:cxn>
              <a:cxn ang="0">
                <a:pos x="connsiteX2" y="connsiteY2"/>
              </a:cxn>
              <a:cxn ang="0">
                <a:pos x="connsiteX3" y="connsiteY3"/>
              </a:cxn>
            </a:cxnLst>
            <a:rect l="l" t="t" r="r" b="b"/>
            <a:pathLst>
              <a:path w="369093" h="369093">
                <a:moveTo>
                  <a:pt x="0" y="0"/>
                </a:moveTo>
                <a:lnTo>
                  <a:pt x="369094" y="0"/>
                </a:lnTo>
                <a:lnTo>
                  <a:pt x="369094" y="369094"/>
                </a:lnTo>
                <a:lnTo>
                  <a:pt x="0" y="369094"/>
                </a:lnTo>
                <a:close/>
              </a:path>
            </a:pathLst>
          </a:custGeom>
          <a:noFill/>
          <a:ln w="3175" cap="flat">
            <a:solidFill>
              <a:srgbClr val="B2B2B2"/>
            </a:solidFill>
            <a:prstDash val="solid"/>
            <a:miter/>
          </a:ln>
        </p:spPr>
        <p:txBody>
          <a:bodyPr lIns="45720" tIns="24205" rIns="24205" bIns="24205" rtlCol="0" anchor="ctr"/>
          <a:lstStyle/>
          <a:p>
            <a:pPr algn="l">
              <a:lnSpc>
                <a:spcPct val="90000"/>
              </a:lnSpc>
            </a:pPr>
            <a:endParaRPr lang="en-US" sz="900" b="0">
              <a:solidFill>
                <a:srgbClr val="00338D"/>
              </a:solidFill>
              <a:latin typeface="+mn-lt"/>
            </a:endParaRPr>
          </a:p>
        </p:txBody>
      </p:sp>
      <p:sp>
        <p:nvSpPr>
          <p:cNvPr id="129" name="Freeform: Shape 128">
            <a:extLst>
              <a:ext uri="{FF2B5EF4-FFF2-40B4-BE49-F238E27FC236}">
                <a16:creationId xmlns:a16="http://schemas.microsoft.com/office/drawing/2014/main" id="{93FEB709-D90D-5352-BAA4-332DC739D5D8}"/>
              </a:ext>
            </a:extLst>
          </p:cNvPr>
          <p:cNvSpPr/>
          <p:nvPr userDrawn="1"/>
        </p:nvSpPr>
        <p:spPr>
          <a:xfrm>
            <a:off x="2216110" y="3350160"/>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76D2FF"/>
          </a:solidFill>
          <a:ln w="6350" cap="flat">
            <a:noFill/>
            <a:prstDash val="dash"/>
            <a:miter/>
          </a:ln>
        </p:spPr>
        <p:txBody>
          <a:bodyPr lIns="45720" tIns="24205" rIns="24205" bIns="24205" rtlCol="0" anchor="ctr"/>
          <a:lstStyle/>
          <a:p>
            <a:pPr algn="l">
              <a:lnSpc>
                <a:spcPct val="90000"/>
              </a:lnSpc>
            </a:pPr>
            <a:r>
              <a:rPr lang="en-US" sz="900" b="0">
                <a:solidFill>
                  <a:srgbClr val="00338D"/>
                </a:solidFill>
                <a:latin typeface="+mn-lt"/>
              </a:rPr>
              <a:t>Blue</a:t>
            </a:r>
          </a:p>
        </p:txBody>
      </p:sp>
      <p:sp>
        <p:nvSpPr>
          <p:cNvPr id="130" name="Freeform: Shape 129">
            <a:extLst>
              <a:ext uri="{FF2B5EF4-FFF2-40B4-BE49-F238E27FC236}">
                <a16:creationId xmlns:a16="http://schemas.microsoft.com/office/drawing/2014/main" id="{BA7E28FE-D8F5-2F10-8BF5-3DEEEFC19CF9}"/>
              </a:ext>
            </a:extLst>
          </p:cNvPr>
          <p:cNvSpPr/>
          <p:nvPr userDrawn="1"/>
        </p:nvSpPr>
        <p:spPr>
          <a:xfrm>
            <a:off x="3437794" y="383991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B497FF"/>
          </a:solidFill>
          <a:ln w="6350" cap="flat">
            <a:noFill/>
            <a:prstDash val="dash"/>
            <a:miter/>
          </a:ln>
        </p:spPr>
        <p:txBody>
          <a:bodyPr rot="0" spcFirstLastPara="0" vertOverflow="overflow" horzOverflow="overflow" vert="horz" wrap="square" lIns="45720" tIns="24205" rIns="24205" bIns="24205" numCol="1" spcCol="0" rtlCol="0" fromWordArt="0" anchor="ctr" anchorCtr="0" forceAA="0" compatLnSpc="1">
            <a:prstTxWarp prst="textNoShape">
              <a:avLst/>
            </a:prstTxWarp>
            <a:noAutofit/>
          </a:bodyPr>
          <a:lstStyle/>
          <a:p>
            <a:pPr algn="l">
              <a:lnSpc>
                <a:spcPct val="90000"/>
              </a:lnSpc>
            </a:pPr>
            <a:r>
              <a:rPr lang="en-US" sz="900" b="0">
                <a:solidFill>
                  <a:srgbClr val="00338D"/>
                </a:solidFill>
                <a:latin typeface="+mn-lt"/>
              </a:rPr>
              <a:t>Light Purple</a:t>
            </a:r>
          </a:p>
        </p:txBody>
      </p:sp>
      <p:sp>
        <p:nvSpPr>
          <p:cNvPr id="131" name="Freeform: Shape 130">
            <a:extLst>
              <a:ext uri="{FF2B5EF4-FFF2-40B4-BE49-F238E27FC236}">
                <a16:creationId xmlns:a16="http://schemas.microsoft.com/office/drawing/2014/main" id="{899A0F49-5E2C-84F0-6D67-C4C779D7AD6E}"/>
              </a:ext>
            </a:extLst>
          </p:cNvPr>
          <p:cNvSpPr/>
          <p:nvPr userDrawn="1"/>
        </p:nvSpPr>
        <p:spPr>
          <a:xfrm>
            <a:off x="3437794" y="287557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510DBC"/>
          </a:solidFill>
          <a:ln w="6350" cap="flat">
            <a:noFill/>
            <a:prstDash val="dash"/>
            <a:miter/>
          </a:ln>
        </p:spPr>
        <p:txBody>
          <a:bodyPr rot="0" spcFirstLastPara="0" vertOverflow="overflow" horzOverflow="overflow" vert="horz" wrap="square" lIns="45720" tIns="24205" rIns="24205" bIns="24205" numCol="1" spcCol="0" rtlCol="0" fromWordArt="0" anchor="ctr" anchorCtr="0" forceAA="0" compatLnSpc="1">
            <a:prstTxWarp prst="textNoShape">
              <a:avLst/>
            </a:prstTxWarp>
            <a:noAutofit/>
          </a:bodyPr>
          <a:lstStyle/>
          <a:p>
            <a:pPr algn="l">
              <a:lnSpc>
                <a:spcPct val="90000"/>
              </a:lnSpc>
            </a:pPr>
            <a:r>
              <a:rPr lang="en-US" sz="900" b="0">
                <a:solidFill>
                  <a:schemeClr val="bg1"/>
                </a:solidFill>
                <a:latin typeface="+mn-lt"/>
              </a:rPr>
              <a:t>Dark Purple</a:t>
            </a:r>
          </a:p>
        </p:txBody>
      </p:sp>
      <p:sp>
        <p:nvSpPr>
          <p:cNvPr id="132" name="Freeform: Shape 131">
            <a:extLst>
              <a:ext uri="{FF2B5EF4-FFF2-40B4-BE49-F238E27FC236}">
                <a16:creationId xmlns:a16="http://schemas.microsoft.com/office/drawing/2014/main" id="{C36B8853-0E54-D7B0-B68A-A18284942CEF}"/>
              </a:ext>
            </a:extLst>
          </p:cNvPr>
          <p:cNvSpPr/>
          <p:nvPr userDrawn="1"/>
        </p:nvSpPr>
        <p:spPr>
          <a:xfrm>
            <a:off x="5859863" y="3350160"/>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00C0AE"/>
          </a:solidFill>
          <a:ln w="6350" cap="flat">
            <a:noFill/>
            <a:prstDash val="dash"/>
            <a:miter/>
          </a:ln>
        </p:spPr>
        <p:txBody>
          <a:bodyPr rot="0" spcFirstLastPara="0" vertOverflow="overflow" horzOverflow="overflow" vert="horz" wrap="square" lIns="45720" tIns="24205" rIns="24205" bIns="24205" numCol="1" spcCol="0" rtlCol="0" fromWordArt="0" anchor="ctr" anchorCtr="0" forceAA="0" compatLnSpc="1">
            <a:prstTxWarp prst="textNoShape">
              <a:avLst/>
            </a:prstTxWarp>
            <a:noAutofit/>
          </a:bodyPr>
          <a:lstStyle/>
          <a:p>
            <a:pPr algn="l">
              <a:lnSpc>
                <a:spcPct val="90000"/>
              </a:lnSpc>
            </a:pPr>
            <a:r>
              <a:rPr lang="en-US" sz="900" b="0">
                <a:solidFill>
                  <a:schemeClr val="bg1"/>
                </a:solidFill>
                <a:latin typeface="+mn-lt"/>
              </a:rPr>
              <a:t>Green</a:t>
            </a:r>
          </a:p>
        </p:txBody>
      </p:sp>
      <p:sp>
        <p:nvSpPr>
          <p:cNvPr id="133" name="Freeform: Shape 132">
            <a:extLst>
              <a:ext uri="{FF2B5EF4-FFF2-40B4-BE49-F238E27FC236}">
                <a16:creationId xmlns:a16="http://schemas.microsoft.com/office/drawing/2014/main" id="{A68BB5C1-D26D-AB67-4373-F598318350C9}"/>
              </a:ext>
            </a:extLst>
          </p:cNvPr>
          <p:cNvSpPr/>
          <p:nvPr userDrawn="1"/>
        </p:nvSpPr>
        <p:spPr>
          <a:xfrm>
            <a:off x="5859863" y="383991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63EBDA"/>
          </a:solidFill>
          <a:ln w="6350" cap="flat">
            <a:noFill/>
            <a:prstDash val="dash"/>
            <a:miter/>
          </a:ln>
        </p:spPr>
        <p:txBody>
          <a:bodyPr rot="0" spcFirstLastPara="0" vertOverflow="overflow" horzOverflow="overflow" vert="horz" wrap="square" lIns="45720" tIns="24205" rIns="24205" bIns="24205" numCol="1" spcCol="0" rtlCol="0" fromWordArt="0" anchor="ctr" anchorCtr="0" forceAA="0" compatLnSpc="1">
            <a:prstTxWarp prst="textNoShape">
              <a:avLst/>
            </a:prstTxWarp>
            <a:noAutofit/>
          </a:bodyPr>
          <a:lstStyle/>
          <a:p>
            <a:pPr algn="l">
              <a:lnSpc>
                <a:spcPct val="90000"/>
              </a:lnSpc>
            </a:pPr>
            <a:r>
              <a:rPr lang="en-US" sz="900" b="0">
                <a:solidFill>
                  <a:srgbClr val="00338D"/>
                </a:solidFill>
                <a:latin typeface="+mn-lt"/>
              </a:rPr>
              <a:t>Light Green</a:t>
            </a:r>
          </a:p>
        </p:txBody>
      </p:sp>
      <p:sp>
        <p:nvSpPr>
          <p:cNvPr id="134" name="Freeform: Shape 133">
            <a:extLst>
              <a:ext uri="{FF2B5EF4-FFF2-40B4-BE49-F238E27FC236}">
                <a16:creationId xmlns:a16="http://schemas.microsoft.com/office/drawing/2014/main" id="{3D32D6BE-5C79-0DBE-677E-502883EA3E14}"/>
              </a:ext>
            </a:extLst>
          </p:cNvPr>
          <p:cNvSpPr/>
          <p:nvPr userDrawn="1"/>
        </p:nvSpPr>
        <p:spPr>
          <a:xfrm>
            <a:off x="5859863" y="287557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098E7E"/>
          </a:solidFill>
          <a:ln w="6350" cap="flat">
            <a:noFill/>
            <a:prstDash val="dash"/>
            <a:miter/>
          </a:ln>
        </p:spPr>
        <p:txBody>
          <a:bodyPr rot="0" spcFirstLastPara="0" vertOverflow="overflow" horzOverflow="overflow" vert="horz" wrap="square" lIns="45720" tIns="24205" rIns="24205" bIns="24205" numCol="1" spcCol="0" rtlCol="0" fromWordArt="0" anchor="ctr" anchorCtr="0" forceAA="0" compatLnSpc="1">
            <a:prstTxWarp prst="textNoShape">
              <a:avLst/>
            </a:prstTxWarp>
            <a:noAutofit/>
          </a:bodyPr>
          <a:lstStyle/>
          <a:p>
            <a:pPr algn="l">
              <a:lnSpc>
                <a:spcPct val="90000"/>
              </a:lnSpc>
            </a:pPr>
            <a:r>
              <a:rPr lang="en-US" sz="900" b="0">
                <a:solidFill>
                  <a:schemeClr val="bg1"/>
                </a:solidFill>
                <a:latin typeface="+mn-lt"/>
              </a:rPr>
              <a:t>Dark Green</a:t>
            </a:r>
          </a:p>
        </p:txBody>
      </p:sp>
      <p:sp>
        <p:nvSpPr>
          <p:cNvPr id="135" name="Freeform: Shape 134">
            <a:extLst>
              <a:ext uri="{FF2B5EF4-FFF2-40B4-BE49-F238E27FC236}">
                <a16:creationId xmlns:a16="http://schemas.microsoft.com/office/drawing/2014/main" id="{126299FF-209B-330A-22E7-C1596C02BB2C}"/>
              </a:ext>
            </a:extLst>
          </p:cNvPr>
          <p:cNvSpPr/>
          <p:nvPr userDrawn="1"/>
        </p:nvSpPr>
        <p:spPr>
          <a:xfrm>
            <a:off x="4642394" y="3350160"/>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FD349C"/>
          </a:solidFill>
          <a:ln w="9525" cap="flat">
            <a:noFill/>
            <a:prstDash val="solid"/>
            <a:miter/>
          </a:ln>
        </p:spPr>
        <p:txBody>
          <a:bodyPr lIns="45720" tIns="24205" rIns="24205" bIns="24205" rtlCol="0" anchor="ctr"/>
          <a:lstStyle/>
          <a:p>
            <a:pPr algn="l">
              <a:lnSpc>
                <a:spcPct val="90000"/>
              </a:lnSpc>
            </a:pPr>
            <a:r>
              <a:rPr lang="en-US" sz="900" b="0">
                <a:solidFill>
                  <a:schemeClr val="bg1"/>
                </a:solidFill>
                <a:latin typeface="+mn-lt"/>
              </a:rPr>
              <a:t>Pink</a:t>
            </a:r>
          </a:p>
        </p:txBody>
      </p:sp>
      <p:sp>
        <p:nvSpPr>
          <p:cNvPr id="136" name="Freeform: Shape 135">
            <a:extLst>
              <a:ext uri="{FF2B5EF4-FFF2-40B4-BE49-F238E27FC236}">
                <a16:creationId xmlns:a16="http://schemas.microsoft.com/office/drawing/2014/main" id="{2153563C-B5F9-F814-3731-5958A1A62A3D}"/>
              </a:ext>
            </a:extLst>
          </p:cNvPr>
          <p:cNvSpPr/>
          <p:nvPr userDrawn="1"/>
        </p:nvSpPr>
        <p:spPr>
          <a:xfrm>
            <a:off x="4642394" y="383991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FFA3DA"/>
          </a:solidFill>
          <a:ln w="6350" cap="flat">
            <a:noFill/>
            <a:prstDash val="dash"/>
            <a:miter/>
          </a:ln>
        </p:spPr>
        <p:txBody>
          <a:bodyPr rot="0" spcFirstLastPara="0" vertOverflow="overflow" horzOverflow="overflow" vert="horz" wrap="square" lIns="45720" tIns="24205" rIns="24205" bIns="24205" numCol="1" spcCol="0" rtlCol="0" fromWordArt="0" anchor="ctr" anchorCtr="0" forceAA="0" compatLnSpc="1">
            <a:prstTxWarp prst="textNoShape">
              <a:avLst/>
            </a:prstTxWarp>
            <a:noAutofit/>
          </a:bodyPr>
          <a:lstStyle/>
          <a:p>
            <a:pPr algn="l">
              <a:lnSpc>
                <a:spcPct val="90000"/>
              </a:lnSpc>
            </a:pPr>
            <a:r>
              <a:rPr lang="en-US" sz="900" b="0">
                <a:solidFill>
                  <a:srgbClr val="00338D"/>
                </a:solidFill>
                <a:latin typeface="+mn-lt"/>
              </a:rPr>
              <a:t>Light Pink</a:t>
            </a:r>
          </a:p>
        </p:txBody>
      </p:sp>
      <p:sp>
        <p:nvSpPr>
          <p:cNvPr id="137" name="Freeform: Shape 136">
            <a:extLst>
              <a:ext uri="{FF2B5EF4-FFF2-40B4-BE49-F238E27FC236}">
                <a16:creationId xmlns:a16="http://schemas.microsoft.com/office/drawing/2014/main" id="{D8A362D7-B917-C4DE-441A-BE3767BC0AC0}"/>
              </a:ext>
            </a:extLst>
          </p:cNvPr>
          <p:cNvSpPr/>
          <p:nvPr userDrawn="1"/>
        </p:nvSpPr>
        <p:spPr>
          <a:xfrm>
            <a:off x="4642394" y="2875576"/>
            <a:ext cx="1123677" cy="200740"/>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AB0D82"/>
          </a:solidFill>
          <a:ln w="6350" cap="flat">
            <a:noFill/>
            <a:prstDash val="dash"/>
            <a:miter/>
          </a:ln>
        </p:spPr>
        <p:txBody>
          <a:bodyPr rot="0" spcFirstLastPara="0" vertOverflow="overflow" horzOverflow="overflow" vert="horz" wrap="square" lIns="45720" tIns="24205" rIns="24205" bIns="24205" numCol="1" spcCol="0" rtlCol="0" fromWordArt="0" anchor="ctr" anchorCtr="0" forceAA="0" compatLnSpc="1">
            <a:prstTxWarp prst="textNoShape">
              <a:avLst/>
            </a:prstTxWarp>
            <a:noAutofit/>
          </a:bodyPr>
          <a:lstStyle/>
          <a:p>
            <a:pPr algn="l">
              <a:lnSpc>
                <a:spcPct val="90000"/>
              </a:lnSpc>
            </a:pPr>
            <a:r>
              <a:rPr lang="en-US" sz="900" b="0">
                <a:solidFill>
                  <a:schemeClr val="bg1"/>
                </a:solidFill>
                <a:latin typeface="+mn-lt"/>
              </a:rPr>
              <a:t>Dark Pink</a:t>
            </a:r>
          </a:p>
        </p:txBody>
      </p:sp>
      <p:cxnSp>
        <p:nvCxnSpPr>
          <p:cNvPr id="138" name="Straight Connector 137">
            <a:extLst>
              <a:ext uri="{FF2B5EF4-FFF2-40B4-BE49-F238E27FC236}">
                <a16:creationId xmlns:a16="http://schemas.microsoft.com/office/drawing/2014/main" id="{91B4BC8B-5A7A-4D58-F3F5-D2AD430B1B85}"/>
              </a:ext>
            </a:extLst>
          </p:cNvPr>
          <p:cNvCxnSpPr>
            <a:cxnSpLocks/>
          </p:cNvCxnSpPr>
          <p:nvPr userDrawn="1"/>
        </p:nvCxnSpPr>
        <p:spPr>
          <a:xfrm>
            <a:off x="995364" y="2253032"/>
            <a:ext cx="10204450" cy="0"/>
          </a:xfrm>
          <a:prstGeom prst="line">
            <a:avLst/>
          </a:prstGeom>
          <a:ln w="12700" cap="rnd">
            <a:solidFill>
              <a:srgbClr val="B2B2B2"/>
            </a:solidFill>
            <a:prstDash val="solid"/>
            <a:round/>
          </a:ln>
        </p:spPr>
        <p:style>
          <a:lnRef idx="1">
            <a:schemeClr val="accent1"/>
          </a:lnRef>
          <a:fillRef idx="0">
            <a:schemeClr val="accent1"/>
          </a:fillRef>
          <a:effectRef idx="0">
            <a:schemeClr val="accent1"/>
          </a:effectRef>
          <a:fontRef idx="minor">
            <a:schemeClr val="tx1"/>
          </a:fontRef>
        </p:style>
      </p:cxnSp>
      <p:sp>
        <p:nvSpPr>
          <p:cNvPr id="139" name="Text Placeholder 2">
            <a:extLst>
              <a:ext uri="{FF2B5EF4-FFF2-40B4-BE49-F238E27FC236}">
                <a16:creationId xmlns:a16="http://schemas.microsoft.com/office/drawing/2014/main" id="{A33A2CB1-1077-670E-7EDB-59C1A01FE4A7}"/>
              </a:ext>
            </a:extLst>
          </p:cNvPr>
          <p:cNvSpPr txBox="1">
            <a:spLocks/>
          </p:cNvSpPr>
          <p:nvPr userDrawn="1"/>
        </p:nvSpPr>
        <p:spPr>
          <a:xfrm>
            <a:off x="1005193" y="311002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12, 35, 60 </a:t>
            </a:r>
          </a:p>
        </p:txBody>
      </p:sp>
      <p:sp>
        <p:nvSpPr>
          <p:cNvPr id="140" name="Text Placeholder 2">
            <a:extLst>
              <a:ext uri="{FF2B5EF4-FFF2-40B4-BE49-F238E27FC236}">
                <a16:creationId xmlns:a16="http://schemas.microsoft.com/office/drawing/2014/main" id="{2375D75F-2C16-A905-D108-B72F839CB3BB}"/>
              </a:ext>
            </a:extLst>
          </p:cNvPr>
          <p:cNvSpPr txBox="1">
            <a:spLocks/>
          </p:cNvSpPr>
          <p:nvPr userDrawn="1"/>
        </p:nvSpPr>
        <p:spPr>
          <a:xfrm>
            <a:off x="2216110" y="3110021"/>
            <a:ext cx="113386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0, 184, 245 </a:t>
            </a:r>
          </a:p>
        </p:txBody>
      </p:sp>
      <p:sp>
        <p:nvSpPr>
          <p:cNvPr id="141" name="Text Placeholder 2">
            <a:extLst>
              <a:ext uri="{FF2B5EF4-FFF2-40B4-BE49-F238E27FC236}">
                <a16:creationId xmlns:a16="http://schemas.microsoft.com/office/drawing/2014/main" id="{E3694BD2-623A-5629-91BE-8303F1C33CA2}"/>
              </a:ext>
            </a:extLst>
          </p:cNvPr>
          <p:cNvSpPr txBox="1">
            <a:spLocks/>
          </p:cNvSpPr>
          <p:nvPr userDrawn="1"/>
        </p:nvSpPr>
        <p:spPr>
          <a:xfrm>
            <a:off x="3437794" y="3110021"/>
            <a:ext cx="113386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81, 13, 188</a:t>
            </a:r>
          </a:p>
        </p:txBody>
      </p:sp>
      <p:sp>
        <p:nvSpPr>
          <p:cNvPr id="142" name="Text Placeholder 2">
            <a:extLst>
              <a:ext uri="{FF2B5EF4-FFF2-40B4-BE49-F238E27FC236}">
                <a16:creationId xmlns:a16="http://schemas.microsoft.com/office/drawing/2014/main" id="{ED9136D7-92AE-764A-AFCF-772E5FB977DE}"/>
              </a:ext>
            </a:extLst>
          </p:cNvPr>
          <p:cNvSpPr txBox="1">
            <a:spLocks/>
          </p:cNvSpPr>
          <p:nvPr userDrawn="1"/>
        </p:nvSpPr>
        <p:spPr>
          <a:xfrm>
            <a:off x="4642394" y="3110021"/>
            <a:ext cx="113386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171, 13, 130</a:t>
            </a:r>
          </a:p>
        </p:txBody>
      </p:sp>
      <p:sp>
        <p:nvSpPr>
          <p:cNvPr id="143" name="Text Placeholder 2">
            <a:extLst>
              <a:ext uri="{FF2B5EF4-FFF2-40B4-BE49-F238E27FC236}">
                <a16:creationId xmlns:a16="http://schemas.microsoft.com/office/drawing/2014/main" id="{EA6773B9-6C88-4852-3B15-6368789F55AE}"/>
              </a:ext>
            </a:extLst>
          </p:cNvPr>
          <p:cNvSpPr txBox="1">
            <a:spLocks/>
          </p:cNvSpPr>
          <p:nvPr userDrawn="1"/>
        </p:nvSpPr>
        <p:spPr>
          <a:xfrm>
            <a:off x="5859863" y="3110021"/>
            <a:ext cx="113386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9, 142, 126</a:t>
            </a:r>
          </a:p>
        </p:txBody>
      </p:sp>
      <p:sp>
        <p:nvSpPr>
          <p:cNvPr id="144" name="Text Placeholder 2">
            <a:extLst>
              <a:ext uri="{FF2B5EF4-FFF2-40B4-BE49-F238E27FC236}">
                <a16:creationId xmlns:a16="http://schemas.microsoft.com/office/drawing/2014/main" id="{87718DA2-0AAB-B688-8D03-D86ED71532E9}"/>
              </a:ext>
            </a:extLst>
          </p:cNvPr>
          <p:cNvSpPr txBox="1">
            <a:spLocks/>
          </p:cNvSpPr>
          <p:nvPr userDrawn="1"/>
        </p:nvSpPr>
        <p:spPr>
          <a:xfrm>
            <a:off x="1005193" y="357366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0, 51, 141</a:t>
            </a:r>
          </a:p>
        </p:txBody>
      </p:sp>
      <p:sp>
        <p:nvSpPr>
          <p:cNvPr id="145" name="Text Placeholder 2">
            <a:extLst>
              <a:ext uri="{FF2B5EF4-FFF2-40B4-BE49-F238E27FC236}">
                <a16:creationId xmlns:a16="http://schemas.microsoft.com/office/drawing/2014/main" id="{449705A6-A61C-3024-681D-6F8BE06E8A24}"/>
              </a:ext>
            </a:extLst>
          </p:cNvPr>
          <p:cNvSpPr txBox="1">
            <a:spLocks/>
          </p:cNvSpPr>
          <p:nvPr userDrawn="1"/>
        </p:nvSpPr>
        <p:spPr>
          <a:xfrm>
            <a:off x="2216110" y="357366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118, 210, 255</a:t>
            </a:r>
          </a:p>
        </p:txBody>
      </p:sp>
      <p:sp>
        <p:nvSpPr>
          <p:cNvPr id="146" name="Text Placeholder 2">
            <a:extLst>
              <a:ext uri="{FF2B5EF4-FFF2-40B4-BE49-F238E27FC236}">
                <a16:creationId xmlns:a16="http://schemas.microsoft.com/office/drawing/2014/main" id="{981A3DF3-2AB1-6363-83FE-0E8243A3265A}"/>
              </a:ext>
            </a:extLst>
          </p:cNvPr>
          <p:cNvSpPr txBox="1">
            <a:spLocks/>
          </p:cNvSpPr>
          <p:nvPr userDrawn="1"/>
        </p:nvSpPr>
        <p:spPr>
          <a:xfrm>
            <a:off x="3436437" y="357366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114, 19, 234</a:t>
            </a:r>
          </a:p>
        </p:txBody>
      </p:sp>
      <p:sp>
        <p:nvSpPr>
          <p:cNvPr id="147" name="Text Placeholder 2">
            <a:extLst>
              <a:ext uri="{FF2B5EF4-FFF2-40B4-BE49-F238E27FC236}">
                <a16:creationId xmlns:a16="http://schemas.microsoft.com/office/drawing/2014/main" id="{BBA76B92-2610-C1DA-74F4-0768C3E58A5A}"/>
              </a:ext>
            </a:extLst>
          </p:cNvPr>
          <p:cNvSpPr txBox="1">
            <a:spLocks/>
          </p:cNvSpPr>
          <p:nvPr userDrawn="1"/>
        </p:nvSpPr>
        <p:spPr>
          <a:xfrm>
            <a:off x="4632341" y="357366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253, 52, 156</a:t>
            </a:r>
          </a:p>
        </p:txBody>
      </p:sp>
      <p:sp>
        <p:nvSpPr>
          <p:cNvPr id="148" name="Text Placeholder 2">
            <a:extLst>
              <a:ext uri="{FF2B5EF4-FFF2-40B4-BE49-F238E27FC236}">
                <a16:creationId xmlns:a16="http://schemas.microsoft.com/office/drawing/2014/main" id="{389186F7-2AB8-CFC1-D9E1-76C115781E04}"/>
              </a:ext>
            </a:extLst>
          </p:cNvPr>
          <p:cNvSpPr txBox="1">
            <a:spLocks/>
          </p:cNvSpPr>
          <p:nvPr userDrawn="1"/>
        </p:nvSpPr>
        <p:spPr>
          <a:xfrm>
            <a:off x="5859863" y="357366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0, 192, 174</a:t>
            </a:r>
          </a:p>
        </p:txBody>
      </p:sp>
      <p:sp>
        <p:nvSpPr>
          <p:cNvPr id="149" name="Text Placeholder 2">
            <a:extLst>
              <a:ext uri="{FF2B5EF4-FFF2-40B4-BE49-F238E27FC236}">
                <a16:creationId xmlns:a16="http://schemas.microsoft.com/office/drawing/2014/main" id="{0C295AEC-EA9F-8D15-A42B-C255292518C2}"/>
              </a:ext>
            </a:extLst>
          </p:cNvPr>
          <p:cNvSpPr txBox="1">
            <a:spLocks/>
          </p:cNvSpPr>
          <p:nvPr userDrawn="1"/>
        </p:nvSpPr>
        <p:spPr>
          <a:xfrm>
            <a:off x="1005193" y="4081608"/>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30, 73, 226</a:t>
            </a:r>
          </a:p>
        </p:txBody>
      </p:sp>
      <p:sp>
        <p:nvSpPr>
          <p:cNvPr id="150" name="Text Placeholder 2">
            <a:extLst>
              <a:ext uri="{FF2B5EF4-FFF2-40B4-BE49-F238E27FC236}">
                <a16:creationId xmlns:a16="http://schemas.microsoft.com/office/drawing/2014/main" id="{D40CE28C-6E12-5982-8DCD-822E3ECD7665}"/>
              </a:ext>
            </a:extLst>
          </p:cNvPr>
          <p:cNvSpPr txBox="1">
            <a:spLocks/>
          </p:cNvSpPr>
          <p:nvPr userDrawn="1"/>
        </p:nvSpPr>
        <p:spPr>
          <a:xfrm>
            <a:off x="2208553" y="4081608"/>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172, 234, 255</a:t>
            </a:r>
          </a:p>
        </p:txBody>
      </p:sp>
      <p:sp>
        <p:nvSpPr>
          <p:cNvPr id="151" name="Text Placeholder 2">
            <a:extLst>
              <a:ext uri="{FF2B5EF4-FFF2-40B4-BE49-F238E27FC236}">
                <a16:creationId xmlns:a16="http://schemas.microsoft.com/office/drawing/2014/main" id="{B5E1C1CF-3725-ED03-962B-AEA4B5B5CCFB}"/>
              </a:ext>
            </a:extLst>
          </p:cNvPr>
          <p:cNvSpPr txBox="1">
            <a:spLocks/>
          </p:cNvSpPr>
          <p:nvPr userDrawn="1"/>
        </p:nvSpPr>
        <p:spPr>
          <a:xfrm>
            <a:off x="3436437" y="4081608"/>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180, 151, 255</a:t>
            </a:r>
          </a:p>
        </p:txBody>
      </p:sp>
      <p:sp>
        <p:nvSpPr>
          <p:cNvPr id="152" name="Text Placeholder 2">
            <a:extLst>
              <a:ext uri="{FF2B5EF4-FFF2-40B4-BE49-F238E27FC236}">
                <a16:creationId xmlns:a16="http://schemas.microsoft.com/office/drawing/2014/main" id="{06238B31-E2AA-7FB5-383D-97A7D4DFBF48}"/>
              </a:ext>
            </a:extLst>
          </p:cNvPr>
          <p:cNvSpPr txBox="1">
            <a:spLocks/>
          </p:cNvSpPr>
          <p:nvPr userDrawn="1"/>
        </p:nvSpPr>
        <p:spPr>
          <a:xfrm>
            <a:off x="4642394" y="4081608"/>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255, 163, 218</a:t>
            </a:r>
          </a:p>
        </p:txBody>
      </p:sp>
      <p:sp>
        <p:nvSpPr>
          <p:cNvPr id="153" name="Text Placeholder 2">
            <a:extLst>
              <a:ext uri="{FF2B5EF4-FFF2-40B4-BE49-F238E27FC236}">
                <a16:creationId xmlns:a16="http://schemas.microsoft.com/office/drawing/2014/main" id="{BC97DEA6-9D2E-0AE6-E644-4D0541015235}"/>
              </a:ext>
            </a:extLst>
          </p:cNvPr>
          <p:cNvSpPr txBox="1">
            <a:spLocks/>
          </p:cNvSpPr>
          <p:nvPr userDrawn="1"/>
        </p:nvSpPr>
        <p:spPr>
          <a:xfrm>
            <a:off x="5859863" y="4081608"/>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99, 235, 218</a:t>
            </a:r>
          </a:p>
        </p:txBody>
      </p:sp>
      <p:sp>
        <p:nvSpPr>
          <p:cNvPr id="154" name="Text Placeholder 2">
            <a:extLst>
              <a:ext uri="{FF2B5EF4-FFF2-40B4-BE49-F238E27FC236}">
                <a16:creationId xmlns:a16="http://schemas.microsoft.com/office/drawing/2014/main" id="{1F2130CC-FF03-3035-F93E-0CA9D092F990}"/>
              </a:ext>
            </a:extLst>
          </p:cNvPr>
          <p:cNvSpPr txBox="1">
            <a:spLocks/>
          </p:cNvSpPr>
          <p:nvPr userDrawn="1"/>
        </p:nvSpPr>
        <p:spPr>
          <a:xfrm>
            <a:off x="7291796" y="311002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51, 51, 51</a:t>
            </a:r>
          </a:p>
        </p:txBody>
      </p:sp>
      <p:sp>
        <p:nvSpPr>
          <p:cNvPr id="155" name="Text Placeholder 2">
            <a:extLst>
              <a:ext uri="{FF2B5EF4-FFF2-40B4-BE49-F238E27FC236}">
                <a16:creationId xmlns:a16="http://schemas.microsoft.com/office/drawing/2014/main" id="{1DD2581E-9031-8FC6-5B97-D746CB579065}"/>
              </a:ext>
            </a:extLst>
          </p:cNvPr>
          <p:cNvSpPr txBox="1">
            <a:spLocks/>
          </p:cNvSpPr>
          <p:nvPr userDrawn="1"/>
        </p:nvSpPr>
        <p:spPr>
          <a:xfrm>
            <a:off x="8489520" y="311002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178, 178, 178</a:t>
            </a:r>
          </a:p>
        </p:txBody>
      </p:sp>
      <p:sp>
        <p:nvSpPr>
          <p:cNvPr id="156" name="Text Placeholder 2">
            <a:extLst>
              <a:ext uri="{FF2B5EF4-FFF2-40B4-BE49-F238E27FC236}">
                <a16:creationId xmlns:a16="http://schemas.microsoft.com/office/drawing/2014/main" id="{4D9391C4-75C6-AFC9-2CA5-39BDF3BB5552}"/>
              </a:ext>
            </a:extLst>
          </p:cNvPr>
          <p:cNvSpPr txBox="1">
            <a:spLocks/>
          </p:cNvSpPr>
          <p:nvPr userDrawn="1"/>
        </p:nvSpPr>
        <p:spPr>
          <a:xfrm>
            <a:off x="7291796" y="357366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102, 102, 102</a:t>
            </a:r>
          </a:p>
        </p:txBody>
      </p:sp>
      <p:sp>
        <p:nvSpPr>
          <p:cNvPr id="157" name="Text Placeholder 2">
            <a:extLst>
              <a:ext uri="{FF2B5EF4-FFF2-40B4-BE49-F238E27FC236}">
                <a16:creationId xmlns:a16="http://schemas.microsoft.com/office/drawing/2014/main" id="{23CB832E-7156-5BFA-C5EC-3F3744AFD812}"/>
              </a:ext>
            </a:extLst>
          </p:cNvPr>
          <p:cNvSpPr txBox="1">
            <a:spLocks/>
          </p:cNvSpPr>
          <p:nvPr userDrawn="1"/>
        </p:nvSpPr>
        <p:spPr>
          <a:xfrm>
            <a:off x="8489520" y="357366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229, 229, 229</a:t>
            </a:r>
          </a:p>
        </p:txBody>
      </p:sp>
      <p:sp>
        <p:nvSpPr>
          <p:cNvPr id="158" name="Text Placeholder 2">
            <a:extLst>
              <a:ext uri="{FF2B5EF4-FFF2-40B4-BE49-F238E27FC236}">
                <a16:creationId xmlns:a16="http://schemas.microsoft.com/office/drawing/2014/main" id="{74C6B6B9-7367-C8D9-1B93-4BE3FDC23263}"/>
              </a:ext>
            </a:extLst>
          </p:cNvPr>
          <p:cNvSpPr txBox="1">
            <a:spLocks/>
          </p:cNvSpPr>
          <p:nvPr userDrawn="1"/>
        </p:nvSpPr>
        <p:spPr>
          <a:xfrm>
            <a:off x="7291796" y="4081608"/>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152, 152, 152</a:t>
            </a:r>
          </a:p>
        </p:txBody>
      </p:sp>
      <p:sp>
        <p:nvSpPr>
          <p:cNvPr id="159" name="Text Placeholder 2">
            <a:extLst>
              <a:ext uri="{FF2B5EF4-FFF2-40B4-BE49-F238E27FC236}">
                <a16:creationId xmlns:a16="http://schemas.microsoft.com/office/drawing/2014/main" id="{3F76D5C8-4D64-8BA2-019F-165F2E5C2385}"/>
              </a:ext>
            </a:extLst>
          </p:cNvPr>
          <p:cNvSpPr txBox="1">
            <a:spLocks/>
          </p:cNvSpPr>
          <p:nvPr userDrawn="1"/>
        </p:nvSpPr>
        <p:spPr>
          <a:xfrm>
            <a:off x="8489520" y="4081608"/>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255, 255, 255</a:t>
            </a:r>
          </a:p>
        </p:txBody>
      </p:sp>
      <p:sp>
        <p:nvSpPr>
          <p:cNvPr id="160" name="Freeform: Shape 159">
            <a:extLst>
              <a:ext uri="{FF2B5EF4-FFF2-40B4-BE49-F238E27FC236}">
                <a16:creationId xmlns:a16="http://schemas.microsoft.com/office/drawing/2014/main" id="{A9077A7F-FCED-DA02-261B-2629786BF84D}"/>
              </a:ext>
            </a:extLst>
          </p:cNvPr>
          <p:cNvSpPr/>
          <p:nvPr userDrawn="1"/>
        </p:nvSpPr>
        <p:spPr>
          <a:xfrm>
            <a:off x="9978526" y="2699133"/>
            <a:ext cx="1214647" cy="123859"/>
          </a:xfrm>
          <a:custGeom>
            <a:avLst/>
            <a:gdLst>
              <a:gd name="connsiteX0" fmla="*/ 840581 w 840581"/>
              <a:gd name="connsiteY0" fmla="*/ 83344 h 83343"/>
              <a:gd name="connsiteX1" fmla="*/ 840581 w 840581"/>
              <a:gd name="connsiteY1" fmla="*/ 0 h 83343"/>
              <a:gd name="connsiteX2" fmla="*/ 0 w 840581"/>
              <a:gd name="connsiteY2" fmla="*/ 0 h 83343"/>
              <a:gd name="connsiteX3" fmla="*/ 0 w 840581"/>
              <a:gd name="connsiteY3" fmla="*/ 83344 h 83343"/>
            </a:gdLst>
            <a:ahLst/>
            <a:cxnLst>
              <a:cxn ang="0">
                <a:pos x="connsiteX0" y="connsiteY0"/>
              </a:cxn>
              <a:cxn ang="0">
                <a:pos x="connsiteX1" y="connsiteY1"/>
              </a:cxn>
              <a:cxn ang="0">
                <a:pos x="connsiteX2" y="connsiteY2"/>
              </a:cxn>
              <a:cxn ang="0">
                <a:pos x="connsiteX3" y="connsiteY3"/>
              </a:cxn>
            </a:cxnLst>
            <a:rect l="l" t="t" r="r" b="b"/>
            <a:pathLst>
              <a:path w="840581" h="83343">
                <a:moveTo>
                  <a:pt x="840581" y="83344"/>
                </a:moveTo>
                <a:lnTo>
                  <a:pt x="840581" y="0"/>
                </a:lnTo>
                <a:lnTo>
                  <a:pt x="0" y="0"/>
                </a:lnTo>
                <a:lnTo>
                  <a:pt x="0" y="83344"/>
                </a:lnTo>
              </a:path>
            </a:pathLst>
          </a:custGeom>
          <a:noFill/>
          <a:ln w="4763" cap="flat">
            <a:solidFill>
              <a:srgbClr val="00338D"/>
            </a:solidFill>
            <a:prstDash val="solid"/>
            <a:miter/>
          </a:ln>
        </p:spPr>
        <p:txBody>
          <a:bodyPr rtlCol="0" anchor="ctr"/>
          <a:lstStyle/>
          <a:p>
            <a:endParaRPr lang="en-US" sz="1000">
              <a:latin typeface="+mn-lt"/>
            </a:endParaRPr>
          </a:p>
        </p:txBody>
      </p:sp>
      <p:sp>
        <p:nvSpPr>
          <p:cNvPr id="161" name="Text Placeholder 2">
            <a:extLst>
              <a:ext uri="{FF2B5EF4-FFF2-40B4-BE49-F238E27FC236}">
                <a16:creationId xmlns:a16="http://schemas.microsoft.com/office/drawing/2014/main" id="{51D7417C-8164-F1B5-735D-9DE61B8D5832}"/>
              </a:ext>
            </a:extLst>
          </p:cNvPr>
          <p:cNvSpPr txBox="1">
            <a:spLocks/>
          </p:cNvSpPr>
          <p:nvPr userDrawn="1"/>
        </p:nvSpPr>
        <p:spPr>
          <a:xfrm>
            <a:off x="9982693" y="311002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38, 153, 36</a:t>
            </a:r>
          </a:p>
        </p:txBody>
      </p:sp>
      <p:sp>
        <p:nvSpPr>
          <p:cNvPr id="162" name="Text Placeholder 2">
            <a:extLst>
              <a:ext uri="{FF2B5EF4-FFF2-40B4-BE49-F238E27FC236}">
                <a16:creationId xmlns:a16="http://schemas.microsoft.com/office/drawing/2014/main" id="{B7EFA799-D8BE-5345-3A9C-819F9344EB74}"/>
              </a:ext>
            </a:extLst>
          </p:cNvPr>
          <p:cNvSpPr txBox="1">
            <a:spLocks/>
          </p:cNvSpPr>
          <p:nvPr userDrawn="1"/>
        </p:nvSpPr>
        <p:spPr>
          <a:xfrm>
            <a:off x="9982693" y="3573661"/>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241, 196, 77</a:t>
            </a:r>
          </a:p>
        </p:txBody>
      </p:sp>
      <p:sp>
        <p:nvSpPr>
          <p:cNvPr id="163" name="Text Placeholder 2">
            <a:extLst>
              <a:ext uri="{FF2B5EF4-FFF2-40B4-BE49-F238E27FC236}">
                <a16:creationId xmlns:a16="http://schemas.microsoft.com/office/drawing/2014/main" id="{A1FAEA1F-0205-3A1B-3141-840E7DBD7DA6}"/>
              </a:ext>
            </a:extLst>
          </p:cNvPr>
          <p:cNvSpPr txBox="1">
            <a:spLocks/>
          </p:cNvSpPr>
          <p:nvPr userDrawn="1"/>
        </p:nvSpPr>
        <p:spPr>
          <a:xfrm>
            <a:off x="9982693" y="4081608"/>
            <a:ext cx="1180238" cy="193492"/>
          </a:xfrm>
          <a:prstGeom prst="rect">
            <a:avLst/>
          </a:prstGeom>
        </p:spPr>
        <p:txBody>
          <a:bodyPr vert="horz" wrap="square" lIns="4572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a:spcAft>
                <a:spcPts val="0"/>
              </a:spcAft>
            </a:pPr>
            <a:r>
              <a:rPr lang="en-US" sz="900" b="0">
                <a:solidFill>
                  <a:schemeClr val="tx1"/>
                </a:solidFill>
                <a:latin typeface="+mn-lt"/>
              </a:rPr>
              <a:t>RGB: 237, 33, 36</a:t>
            </a:r>
          </a:p>
        </p:txBody>
      </p:sp>
      <p:grpSp>
        <p:nvGrpSpPr>
          <p:cNvPr id="164" name="Group 163">
            <a:extLst>
              <a:ext uri="{FF2B5EF4-FFF2-40B4-BE49-F238E27FC236}">
                <a16:creationId xmlns:a16="http://schemas.microsoft.com/office/drawing/2014/main" id="{624B34E9-F912-7D69-AE3F-B64F7985C83A}"/>
              </a:ext>
            </a:extLst>
          </p:cNvPr>
          <p:cNvGrpSpPr/>
          <p:nvPr userDrawn="1"/>
        </p:nvGrpSpPr>
        <p:grpSpPr>
          <a:xfrm>
            <a:off x="4660174" y="4632918"/>
            <a:ext cx="6539640" cy="329629"/>
            <a:chOff x="4777202" y="4827768"/>
            <a:chExt cx="6504524" cy="329629"/>
          </a:xfrm>
        </p:grpSpPr>
        <p:sp>
          <p:nvSpPr>
            <p:cNvPr id="165" name="Freeform: Shape 164">
              <a:extLst>
                <a:ext uri="{FF2B5EF4-FFF2-40B4-BE49-F238E27FC236}">
                  <a16:creationId xmlns:a16="http://schemas.microsoft.com/office/drawing/2014/main" id="{24949B8D-F392-C921-DF28-64CB1BDACA66}"/>
                </a:ext>
              </a:extLst>
            </p:cNvPr>
            <p:cNvSpPr/>
            <p:nvPr userDrawn="1"/>
          </p:nvSpPr>
          <p:spPr>
            <a:xfrm>
              <a:off x="4777202"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00338D"/>
            </a:solidFill>
            <a:ln w="9525" cap="flat">
              <a:noFill/>
              <a:prstDash val="solid"/>
              <a:miter/>
            </a:ln>
          </p:spPr>
          <p:txBody>
            <a:bodyPr lIns="45720" tIns="24205" rIns="24205" bIns="24205" rtlCol="0" anchor="t"/>
            <a:lstStyle/>
            <a:p>
              <a:pPr algn="l">
                <a:lnSpc>
                  <a:spcPct val="90000"/>
                </a:lnSpc>
              </a:pPr>
              <a:r>
                <a:rPr lang="en-US" sz="900" b="0">
                  <a:solidFill>
                    <a:schemeClr val="bg1"/>
                  </a:solidFill>
                  <a:latin typeface="+mn-lt"/>
                </a:rPr>
                <a:t>KPMG Blue</a:t>
              </a:r>
            </a:p>
          </p:txBody>
        </p:sp>
        <p:sp>
          <p:nvSpPr>
            <p:cNvPr id="166" name="Freeform: Shape 165">
              <a:extLst>
                <a:ext uri="{FF2B5EF4-FFF2-40B4-BE49-F238E27FC236}">
                  <a16:creationId xmlns:a16="http://schemas.microsoft.com/office/drawing/2014/main" id="{857C9168-A958-0E87-6390-9101784258BB}"/>
                </a:ext>
              </a:extLst>
            </p:cNvPr>
            <p:cNvSpPr/>
            <p:nvPr userDrawn="1"/>
          </p:nvSpPr>
          <p:spPr>
            <a:xfrm>
              <a:off x="5244516"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00B8F5"/>
            </a:solidFill>
            <a:ln w="9525" cap="flat">
              <a:noFill/>
              <a:prstDash val="solid"/>
              <a:miter/>
            </a:ln>
          </p:spPr>
          <p:txBody>
            <a:bodyPr lIns="45720" tIns="24205" rIns="24205" bIns="24205" rtlCol="0" anchor="t"/>
            <a:lstStyle/>
            <a:p>
              <a:pPr algn="l">
                <a:lnSpc>
                  <a:spcPct val="90000"/>
                </a:lnSpc>
              </a:pPr>
              <a:r>
                <a:rPr lang="en-US" sz="900" b="0">
                  <a:solidFill>
                    <a:srgbClr val="00338D"/>
                  </a:solidFill>
                  <a:latin typeface="+mn-lt"/>
                </a:rPr>
                <a:t>Pacific Blue</a:t>
              </a:r>
            </a:p>
          </p:txBody>
        </p:sp>
        <p:sp>
          <p:nvSpPr>
            <p:cNvPr id="167" name="Freeform: Shape 166">
              <a:extLst>
                <a:ext uri="{FF2B5EF4-FFF2-40B4-BE49-F238E27FC236}">
                  <a16:creationId xmlns:a16="http://schemas.microsoft.com/office/drawing/2014/main" id="{4D6407AB-6A99-D82D-3816-3896D9418D47}"/>
                </a:ext>
              </a:extLst>
            </p:cNvPr>
            <p:cNvSpPr/>
            <p:nvPr userDrawn="1"/>
          </p:nvSpPr>
          <p:spPr>
            <a:xfrm>
              <a:off x="5711830"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1E49E2"/>
            </a:solidFill>
            <a:ln w="9525" cap="flat">
              <a:noFill/>
              <a:prstDash val="solid"/>
              <a:miter/>
            </a:ln>
          </p:spPr>
          <p:txBody>
            <a:bodyPr lIns="45720" tIns="24205" rIns="24205" bIns="24205" rtlCol="0" anchor="t"/>
            <a:lstStyle/>
            <a:p>
              <a:pPr algn="l">
                <a:lnSpc>
                  <a:spcPct val="90000"/>
                </a:lnSpc>
              </a:pPr>
              <a:r>
                <a:rPr lang="en-US" sz="900" b="0">
                  <a:solidFill>
                    <a:schemeClr val="bg1"/>
                  </a:solidFill>
                  <a:latin typeface="+mn-lt"/>
                </a:rPr>
                <a:t>Cobalt Blue</a:t>
              </a:r>
            </a:p>
          </p:txBody>
        </p:sp>
        <p:sp>
          <p:nvSpPr>
            <p:cNvPr id="168" name="Freeform: Shape 167">
              <a:extLst>
                <a:ext uri="{FF2B5EF4-FFF2-40B4-BE49-F238E27FC236}">
                  <a16:creationId xmlns:a16="http://schemas.microsoft.com/office/drawing/2014/main" id="{2FE0D331-B30D-8FC7-CAAD-D33C5F47E177}"/>
                </a:ext>
              </a:extLst>
            </p:cNvPr>
            <p:cNvSpPr/>
            <p:nvPr userDrawn="1"/>
          </p:nvSpPr>
          <p:spPr>
            <a:xfrm>
              <a:off x="6179144"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76D2FF"/>
            </a:solidFill>
            <a:ln w="6350" cap="flat">
              <a:noFill/>
              <a:prstDash val="dash"/>
              <a:miter/>
            </a:ln>
          </p:spPr>
          <p:txBody>
            <a:bodyPr lIns="45720" tIns="24205" rIns="24205" bIns="24205" rtlCol="0" anchor="t"/>
            <a:lstStyle/>
            <a:p>
              <a:pPr algn="l">
                <a:lnSpc>
                  <a:spcPct val="90000"/>
                </a:lnSpc>
              </a:pPr>
              <a:r>
                <a:rPr lang="en-US" sz="900" b="0">
                  <a:solidFill>
                    <a:srgbClr val="00338D"/>
                  </a:solidFill>
                  <a:latin typeface="+mn-lt"/>
                </a:rPr>
                <a:t>Blue</a:t>
              </a:r>
            </a:p>
          </p:txBody>
        </p:sp>
        <p:sp>
          <p:nvSpPr>
            <p:cNvPr id="169" name="Freeform: Shape 168">
              <a:extLst>
                <a:ext uri="{FF2B5EF4-FFF2-40B4-BE49-F238E27FC236}">
                  <a16:creationId xmlns:a16="http://schemas.microsoft.com/office/drawing/2014/main" id="{F4E057F1-8B0A-EEB9-654A-6987AC5C4139}"/>
                </a:ext>
              </a:extLst>
            </p:cNvPr>
            <p:cNvSpPr/>
            <p:nvPr userDrawn="1"/>
          </p:nvSpPr>
          <p:spPr>
            <a:xfrm>
              <a:off x="6646458"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7213EA"/>
            </a:solidFill>
            <a:ln w="9525" cap="flat">
              <a:noFill/>
              <a:prstDash val="solid"/>
              <a:miter/>
            </a:ln>
          </p:spPr>
          <p:txBody>
            <a:bodyPr lIns="45720" tIns="24205" rIns="24205" bIns="24205" rtlCol="0" anchor="t"/>
            <a:lstStyle/>
            <a:p>
              <a:pPr algn="l">
                <a:lnSpc>
                  <a:spcPct val="90000"/>
                </a:lnSpc>
              </a:pPr>
              <a:r>
                <a:rPr lang="en-US" sz="900" b="0">
                  <a:solidFill>
                    <a:schemeClr val="bg1"/>
                  </a:solidFill>
                  <a:latin typeface="+mn-lt"/>
                </a:rPr>
                <a:t>Purple</a:t>
              </a:r>
            </a:p>
          </p:txBody>
        </p:sp>
        <p:sp>
          <p:nvSpPr>
            <p:cNvPr id="170" name="Freeform: Shape 169">
              <a:extLst>
                <a:ext uri="{FF2B5EF4-FFF2-40B4-BE49-F238E27FC236}">
                  <a16:creationId xmlns:a16="http://schemas.microsoft.com/office/drawing/2014/main" id="{BE17DCB2-AE68-EA80-7876-8FD28F27D8B3}"/>
                </a:ext>
              </a:extLst>
            </p:cNvPr>
            <p:cNvSpPr/>
            <p:nvPr userDrawn="1"/>
          </p:nvSpPr>
          <p:spPr>
            <a:xfrm>
              <a:off x="7113772"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B497FF"/>
            </a:solidFill>
            <a:ln w="6350" cap="flat">
              <a:noFill/>
              <a:prstDash val="dash"/>
              <a:miter/>
            </a:ln>
          </p:spPr>
          <p:txBody>
            <a:bodyPr rot="0" spcFirstLastPara="0" vertOverflow="overflow" horzOverflow="overflow" vert="horz" wrap="square" lIns="45720" tIns="24205" rIns="24205" bIns="24205" numCol="1" spcCol="0" rtlCol="0" fromWordArt="0" anchor="t" anchorCtr="0" forceAA="0" compatLnSpc="1">
              <a:prstTxWarp prst="textNoShape">
                <a:avLst/>
              </a:prstTxWarp>
              <a:noAutofit/>
            </a:bodyPr>
            <a:lstStyle/>
            <a:p>
              <a:pPr algn="l">
                <a:lnSpc>
                  <a:spcPct val="90000"/>
                </a:lnSpc>
              </a:pPr>
              <a:r>
                <a:rPr lang="en-US" sz="900" b="0">
                  <a:solidFill>
                    <a:srgbClr val="00338D"/>
                  </a:solidFill>
                  <a:latin typeface="+mn-lt"/>
                </a:rPr>
                <a:t>Light Purple</a:t>
              </a:r>
            </a:p>
          </p:txBody>
        </p:sp>
        <p:sp>
          <p:nvSpPr>
            <p:cNvPr id="171" name="Freeform: Shape 170">
              <a:extLst>
                <a:ext uri="{FF2B5EF4-FFF2-40B4-BE49-F238E27FC236}">
                  <a16:creationId xmlns:a16="http://schemas.microsoft.com/office/drawing/2014/main" id="{00425EBB-0105-B626-EC70-E391E5E58FE9}"/>
                </a:ext>
              </a:extLst>
            </p:cNvPr>
            <p:cNvSpPr/>
            <p:nvPr userDrawn="1"/>
          </p:nvSpPr>
          <p:spPr>
            <a:xfrm>
              <a:off x="7581086"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098E7E"/>
            </a:solidFill>
            <a:ln w="6350" cap="flat">
              <a:noFill/>
              <a:prstDash val="dash"/>
              <a:miter/>
            </a:ln>
          </p:spPr>
          <p:txBody>
            <a:bodyPr rot="0" spcFirstLastPara="0" vertOverflow="overflow" horzOverflow="overflow" vert="horz" wrap="square" lIns="45720" tIns="24205" rIns="24205" bIns="24205" numCol="1" spcCol="0" rtlCol="0" fromWordArt="0" anchor="t" anchorCtr="0" forceAA="0" compatLnSpc="1">
              <a:prstTxWarp prst="textNoShape">
                <a:avLst/>
              </a:prstTxWarp>
              <a:noAutofit/>
            </a:bodyPr>
            <a:lstStyle/>
            <a:p>
              <a:pPr algn="l">
                <a:lnSpc>
                  <a:spcPct val="90000"/>
                </a:lnSpc>
              </a:pPr>
              <a:r>
                <a:rPr lang="en-US" sz="900" b="0">
                  <a:solidFill>
                    <a:schemeClr val="bg1"/>
                  </a:solidFill>
                  <a:latin typeface="+mn-lt"/>
                </a:rPr>
                <a:t>Dark Green</a:t>
              </a:r>
            </a:p>
          </p:txBody>
        </p:sp>
        <p:sp>
          <p:nvSpPr>
            <p:cNvPr id="172" name="Freeform: Shape 171">
              <a:extLst>
                <a:ext uri="{FF2B5EF4-FFF2-40B4-BE49-F238E27FC236}">
                  <a16:creationId xmlns:a16="http://schemas.microsoft.com/office/drawing/2014/main" id="{09609F94-C636-59D1-60F7-F805F89E32AF}"/>
                </a:ext>
              </a:extLst>
            </p:cNvPr>
            <p:cNvSpPr/>
            <p:nvPr userDrawn="1"/>
          </p:nvSpPr>
          <p:spPr>
            <a:xfrm>
              <a:off x="8048400"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00C0AE"/>
            </a:solidFill>
            <a:ln w="6350" cap="flat">
              <a:noFill/>
              <a:prstDash val="dash"/>
              <a:miter/>
            </a:ln>
          </p:spPr>
          <p:txBody>
            <a:bodyPr rot="0" spcFirstLastPara="0" vertOverflow="overflow" horzOverflow="overflow" vert="horz" wrap="square" lIns="45720" tIns="24205" rIns="24205" bIns="24205" numCol="1" spcCol="0" rtlCol="0" fromWordArt="0" anchor="t" anchorCtr="0" forceAA="0" compatLnSpc="1">
              <a:prstTxWarp prst="textNoShape">
                <a:avLst/>
              </a:prstTxWarp>
              <a:noAutofit/>
            </a:bodyPr>
            <a:lstStyle/>
            <a:p>
              <a:pPr algn="l">
                <a:lnSpc>
                  <a:spcPct val="90000"/>
                </a:lnSpc>
              </a:pPr>
              <a:r>
                <a:rPr lang="en-US" sz="900" b="0">
                  <a:solidFill>
                    <a:schemeClr val="bg1"/>
                  </a:solidFill>
                  <a:latin typeface="+mn-lt"/>
                </a:rPr>
                <a:t>Green</a:t>
              </a:r>
            </a:p>
          </p:txBody>
        </p:sp>
        <p:sp>
          <p:nvSpPr>
            <p:cNvPr id="173" name="Freeform: Shape 172">
              <a:extLst>
                <a:ext uri="{FF2B5EF4-FFF2-40B4-BE49-F238E27FC236}">
                  <a16:creationId xmlns:a16="http://schemas.microsoft.com/office/drawing/2014/main" id="{3CCC3DEF-4FCA-91FD-BF72-263C38C6AB3F}"/>
                </a:ext>
              </a:extLst>
            </p:cNvPr>
            <p:cNvSpPr/>
            <p:nvPr userDrawn="1"/>
          </p:nvSpPr>
          <p:spPr>
            <a:xfrm>
              <a:off x="8515714"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AB0D82"/>
            </a:solidFill>
            <a:ln w="6350" cap="flat">
              <a:noFill/>
              <a:prstDash val="dash"/>
              <a:miter/>
            </a:ln>
          </p:spPr>
          <p:txBody>
            <a:bodyPr rot="0" spcFirstLastPara="0" vertOverflow="overflow" horzOverflow="overflow" vert="horz" wrap="square" lIns="45720" tIns="24205" rIns="24205" bIns="24205" numCol="1" spcCol="0" rtlCol="0" fromWordArt="0" anchor="t" anchorCtr="0" forceAA="0" compatLnSpc="1">
              <a:prstTxWarp prst="textNoShape">
                <a:avLst/>
              </a:prstTxWarp>
              <a:noAutofit/>
            </a:bodyPr>
            <a:lstStyle/>
            <a:p>
              <a:pPr algn="l">
                <a:lnSpc>
                  <a:spcPct val="90000"/>
                </a:lnSpc>
              </a:pPr>
              <a:r>
                <a:rPr lang="en-US" sz="900" b="0">
                  <a:solidFill>
                    <a:schemeClr val="bg1"/>
                  </a:solidFill>
                  <a:latin typeface="+mn-lt"/>
                </a:rPr>
                <a:t>Dark Pink</a:t>
              </a:r>
            </a:p>
          </p:txBody>
        </p:sp>
        <p:sp>
          <p:nvSpPr>
            <p:cNvPr id="174" name="Freeform: Shape 173">
              <a:extLst>
                <a:ext uri="{FF2B5EF4-FFF2-40B4-BE49-F238E27FC236}">
                  <a16:creationId xmlns:a16="http://schemas.microsoft.com/office/drawing/2014/main" id="{2896718A-8988-82B1-5D5E-82F2C9D46AB4}"/>
                </a:ext>
              </a:extLst>
            </p:cNvPr>
            <p:cNvSpPr/>
            <p:nvPr userDrawn="1"/>
          </p:nvSpPr>
          <p:spPr>
            <a:xfrm>
              <a:off x="8983028"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FD349C"/>
            </a:solidFill>
            <a:ln w="9525" cap="flat">
              <a:noFill/>
              <a:prstDash val="solid"/>
              <a:miter/>
            </a:ln>
          </p:spPr>
          <p:txBody>
            <a:bodyPr lIns="45720" tIns="24205" rIns="24205" bIns="24205" rtlCol="0" anchor="t"/>
            <a:lstStyle/>
            <a:p>
              <a:pPr algn="l">
                <a:lnSpc>
                  <a:spcPct val="90000"/>
                </a:lnSpc>
              </a:pPr>
              <a:r>
                <a:rPr lang="en-US" sz="900" b="0">
                  <a:solidFill>
                    <a:schemeClr val="bg1"/>
                  </a:solidFill>
                  <a:latin typeface="+mn-lt"/>
                </a:rPr>
                <a:t>Pink</a:t>
              </a:r>
            </a:p>
          </p:txBody>
        </p:sp>
        <p:sp>
          <p:nvSpPr>
            <p:cNvPr id="175" name="Freeform: Shape 174">
              <a:extLst>
                <a:ext uri="{FF2B5EF4-FFF2-40B4-BE49-F238E27FC236}">
                  <a16:creationId xmlns:a16="http://schemas.microsoft.com/office/drawing/2014/main" id="{78370E26-0AE2-385B-5F4A-EB1322D3FF56}"/>
                </a:ext>
              </a:extLst>
            </p:cNvPr>
            <p:cNvSpPr/>
            <p:nvPr userDrawn="1"/>
          </p:nvSpPr>
          <p:spPr>
            <a:xfrm>
              <a:off x="9450342"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FFA3DA"/>
            </a:solidFill>
            <a:ln w="6350" cap="flat">
              <a:noFill/>
              <a:prstDash val="dash"/>
              <a:miter/>
            </a:ln>
          </p:spPr>
          <p:txBody>
            <a:bodyPr rot="0" spcFirstLastPara="0" vertOverflow="overflow" horzOverflow="overflow" vert="horz" wrap="square" lIns="45720" tIns="24205" rIns="24205" bIns="24205" numCol="1" spcCol="0" rtlCol="0" fromWordArt="0" anchor="t" anchorCtr="0" forceAA="0" compatLnSpc="1">
              <a:prstTxWarp prst="textNoShape">
                <a:avLst/>
              </a:prstTxWarp>
              <a:noAutofit/>
            </a:bodyPr>
            <a:lstStyle/>
            <a:p>
              <a:pPr algn="l">
                <a:lnSpc>
                  <a:spcPct val="90000"/>
                </a:lnSpc>
              </a:pPr>
              <a:r>
                <a:rPr lang="en-US" sz="900" b="0">
                  <a:solidFill>
                    <a:srgbClr val="00338D"/>
                  </a:solidFill>
                  <a:latin typeface="+mn-lt"/>
                </a:rPr>
                <a:t>Light Pink</a:t>
              </a:r>
            </a:p>
          </p:txBody>
        </p:sp>
        <p:sp>
          <p:nvSpPr>
            <p:cNvPr id="176" name="Freeform: Shape 175">
              <a:extLst>
                <a:ext uri="{FF2B5EF4-FFF2-40B4-BE49-F238E27FC236}">
                  <a16:creationId xmlns:a16="http://schemas.microsoft.com/office/drawing/2014/main" id="{E11DFC9F-9831-7EF6-7114-5DCEC0A8967A}"/>
                </a:ext>
              </a:extLst>
            </p:cNvPr>
            <p:cNvSpPr/>
            <p:nvPr userDrawn="1"/>
          </p:nvSpPr>
          <p:spPr>
            <a:xfrm>
              <a:off x="9917656"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666666"/>
            </a:solidFill>
            <a:ln w="9525" cap="flat">
              <a:noFill/>
              <a:prstDash val="solid"/>
              <a:miter/>
            </a:ln>
          </p:spPr>
          <p:txBody>
            <a:bodyPr lIns="45720" tIns="24205" rIns="24205" bIns="24205" rtlCol="0" anchor="t"/>
            <a:lstStyle/>
            <a:p>
              <a:pPr algn="l">
                <a:lnSpc>
                  <a:spcPct val="90000"/>
                </a:lnSpc>
              </a:pPr>
              <a:r>
                <a:rPr lang="en-US" sz="900" b="0">
                  <a:solidFill>
                    <a:schemeClr val="bg1"/>
                  </a:solidFill>
                  <a:latin typeface="+mn-lt"/>
                </a:rPr>
                <a:t>Gray 2</a:t>
              </a:r>
            </a:p>
          </p:txBody>
        </p:sp>
        <p:sp>
          <p:nvSpPr>
            <p:cNvPr id="177" name="Freeform: Shape 176">
              <a:extLst>
                <a:ext uri="{FF2B5EF4-FFF2-40B4-BE49-F238E27FC236}">
                  <a16:creationId xmlns:a16="http://schemas.microsoft.com/office/drawing/2014/main" id="{9FA05B83-C0CB-39BF-EA26-C013CAFA693E}"/>
                </a:ext>
              </a:extLst>
            </p:cNvPr>
            <p:cNvSpPr/>
            <p:nvPr userDrawn="1"/>
          </p:nvSpPr>
          <p:spPr>
            <a:xfrm>
              <a:off x="10384970"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510DBC"/>
            </a:solidFill>
            <a:ln w="6350" cap="flat">
              <a:noFill/>
              <a:prstDash val="dash"/>
              <a:miter/>
            </a:ln>
          </p:spPr>
          <p:txBody>
            <a:bodyPr rot="0" spcFirstLastPara="0" vertOverflow="overflow" horzOverflow="overflow" vert="horz" wrap="square" lIns="45720" tIns="24205" rIns="24205" bIns="24205" numCol="1" spcCol="0" rtlCol="0" fromWordArt="0" anchor="t" anchorCtr="0" forceAA="0" compatLnSpc="1">
              <a:prstTxWarp prst="textNoShape">
                <a:avLst/>
              </a:prstTxWarp>
              <a:noAutofit/>
            </a:bodyPr>
            <a:lstStyle/>
            <a:p>
              <a:pPr algn="l">
                <a:lnSpc>
                  <a:spcPct val="90000"/>
                </a:lnSpc>
              </a:pPr>
              <a:r>
                <a:rPr lang="en-US" sz="900" b="0">
                  <a:solidFill>
                    <a:schemeClr val="bg1"/>
                  </a:solidFill>
                  <a:latin typeface="+mn-lt"/>
                </a:rPr>
                <a:t>Dark Purple</a:t>
              </a:r>
            </a:p>
          </p:txBody>
        </p:sp>
        <p:sp>
          <p:nvSpPr>
            <p:cNvPr id="178" name="Freeform: Shape 177">
              <a:extLst>
                <a:ext uri="{FF2B5EF4-FFF2-40B4-BE49-F238E27FC236}">
                  <a16:creationId xmlns:a16="http://schemas.microsoft.com/office/drawing/2014/main" id="{0F832783-47F9-3610-371F-8FD69268AA8F}"/>
                </a:ext>
              </a:extLst>
            </p:cNvPr>
            <p:cNvSpPr/>
            <p:nvPr userDrawn="1"/>
          </p:nvSpPr>
          <p:spPr>
            <a:xfrm>
              <a:off x="10852288" y="4827768"/>
              <a:ext cx="429438" cy="329629"/>
            </a:xfrm>
            <a:custGeom>
              <a:avLst/>
              <a:gdLst>
                <a:gd name="connsiteX0" fmla="*/ 0 w 371475"/>
                <a:gd name="connsiteY0" fmla="*/ 0 h 371475"/>
                <a:gd name="connsiteX1" fmla="*/ 371475 w 371475"/>
                <a:gd name="connsiteY1" fmla="*/ 0 h 371475"/>
                <a:gd name="connsiteX2" fmla="*/ 371475 w 371475"/>
                <a:gd name="connsiteY2" fmla="*/ 371475 h 371475"/>
                <a:gd name="connsiteX3" fmla="*/ 0 w 37147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371475" h="371475">
                  <a:moveTo>
                    <a:pt x="0" y="0"/>
                  </a:moveTo>
                  <a:lnTo>
                    <a:pt x="371475" y="0"/>
                  </a:lnTo>
                  <a:lnTo>
                    <a:pt x="371475" y="371475"/>
                  </a:lnTo>
                  <a:lnTo>
                    <a:pt x="0" y="371475"/>
                  </a:lnTo>
                  <a:close/>
                </a:path>
              </a:pathLst>
            </a:custGeom>
            <a:solidFill>
              <a:srgbClr val="63EBDA"/>
            </a:solidFill>
            <a:ln w="6350" cap="flat">
              <a:noFill/>
              <a:prstDash val="dash"/>
              <a:miter/>
            </a:ln>
          </p:spPr>
          <p:txBody>
            <a:bodyPr rot="0" spcFirstLastPara="0" vertOverflow="overflow" horzOverflow="overflow" vert="horz" wrap="square" lIns="45720" tIns="24205" rIns="24205" bIns="24205" numCol="1" spcCol="0" rtlCol="0" fromWordArt="0" anchor="t" anchorCtr="0" forceAA="0" compatLnSpc="1">
              <a:prstTxWarp prst="textNoShape">
                <a:avLst/>
              </a:prstTxWarp>
              <a:noAutofit/>
            </a:bodyPr>
            <a:lstStyle/>
            <a:p>
              <a:pPr algn="l">
                <a:lnSpc>
                  <a:spcPct val="90000"/>
                </a:lnSpc>
              </a:pPr>
              <a:r>
                <a:rPr lang="en-US" sz="900" b="0">
                  <a:solidFill>
                    <a:srgbClr val="00338D"/>
                  </a:solidFill>
                  <a:latin typeface="+mn-lt"/>
                </a:rPr>
                <a:t>Light Green</a:t>
              </a:r>
            </a:p>
          </p:txBody>
        </p:sp>
      </p:grpSp>
      <p:cxnSp>
        <p:nvCxnSpPr>
          <p:cNvPr id="179" name="Straight Connector 178">
            <a:extLst>
              <a:ext uri="{FF2B5EF4-FFF2-40B4-BE49-F238E27FC236}">
                <a16:creationId xmlns:a16="http://schemas.microsoft.com/office/drawing/2014/main" id="{ABD8BFB1-46AF-C924-B9E9-3D09A2B5B8A4}"/>
              </a:ext>
            </a:extLst>
          </p:cNvPr>
          <p:cNvCxnSpPr>
            <a:cxnSpLocks/>
          </p:cNvCxnSpPr>
          <p:nvPr userDrawn="1"/>
        </p:nvCxnSpPr>
        <p:spPr>
          <a:xfrm>
            <a:off x="995364" y="5086718"/>
            <a:ext cx="10204450" cy="0"/>
          </a:xfrm>
          <a:prstGeom prst="line">
            <a:avLst/>
          </a:prstGeom>
          <a:ln w="12700" cap="rnd">
            <a:solidFill>
              <a:srgbClr val="B2B2B2"/>
            </a:solidFill>
            <a:prstDash val="solid"/>
            <a:round/>
          </a:ln>
        </p:spPr>
        <p:style>
          <a:lnRef idx="1">
            <a:schemeClr val="accent1"/>
          </a:lnRef>
          <a:fillRef idx="0">
            <a:schemeClr val="accent1"/>
          </a:fillRef>
          <a:effectRef idx="0">
            <a:schemeClr val="accent1"/>
          </a:effectRef>
          <a:fontRef idx="minor">
            <a:schemeClr val="tx1"/>
          </a:fontRef>
        </p:style>
      </p:cxnSp>
      <p:sp>
        <p:nvSpPr>
          <p:cNvPr id="180" name="TextBox 179">
            <a:extLst>
              <a:ext uri="{FF2B5EF4-FFF2-40B4-BE49-F238E27FC236}">
                <a16:creationId xmlns:a16="http://schemas.microsoft.com/office/drawing/2014/main" id="{84CB0A8E-0B73-A940-CF14-00D09B655089}"/>
              </a:ext>
            </a:extLst>
          </p:cNvPr>
          <p:cNvSpPr txBox="1"/>
          <p:nvPr userDrawn="1"/>
        </p:nvSpPr>
        <p:spPr>
          <a:xfrm>
            <a:off x="989530" y="5425403"/>
            <a:ext cx="4611169" cy="754659"/>
          </a:xfrm>
          <a:prstGeom prst="rect">
            <a:avLst/>
          </a:prstGeom>
          <a:noFill/>
        </p:spPr>
        <p:txBody>
          <a:bodyPr wrap="square" lIns="0" tIns="0" rIns="0" bIns="0" numCol="2" spcCol="182880" rtlCol="0">
            <a:noAutofit/>
          </a:bodyPr>
          <a:lstStyle/>
          <a:p>
            <a:pPr marL="114300" indent="-114300" algn="l">
              <a:spcAft>
                <a:spcPts val="300"/>
              </a:spcAft>
              <a:buFont typeface="Arial" panose="020B0604020202020204" pitchFamily="34" charset="0"/>
              <a:buChar char="•"/>
            </a:pPr>
            <a:r>
              <a:rPr lang="en-GB" sz="1000" b="0">
                <a:solidFill>
                  <a:sysClr val="windowText" lastClr="000000"/>
                </a:solidFill>
                <a:latin typeface="+mn-lt"/>
              </a:rPr>
              <a:t>The </a:t>
            </a:r>
            <a:r>
              <a:rPr lang="en-US" sz="1000" b="0" noProof="0">
                <a:solidFill>
                  <a:sysClr val="windowText" lastClr="000000"/>
                </a:solidFill>
                <a:latin typeface="+mn-lt"/>
              </a:rPr>
              <a:t>colors</a:t>
            </a:r>
            <a:r>
              <a:rPr lang="en-GB" sz="1000" b="0">
                <a:solidFill>
                  <a:sysClr val="windowText" lastClr="000000"/>
                </a:solidFill>
                <a:latin typeface="+mn-lt"/>
              </a:rPr>
              <a:t> are applied at both ends of the gradient, at 0% and 100% locations.</a:t>
            </a:r>
          </a:p>
          <a:p>
            <a:pPr marL="114300" indent="-114300" algn="l">
              <a:spcAft>
                <a:spcPts val="300"/>
              </a:spcAft>
              <a:buFont typeface="Arial" panose="020B0604020202020204" pitchFamily="34" charset="0"/>
              <a:buChar char="•"/>
            </a:pPr>
            <a:r>
              <a:rPr lang="en-GB" sz="1000" b="0">
                <a:solidFill>
                  <a:sysClr val="windowText" lastClr="000000"/>
                </a:solidFill>
                <a:latin typeface="+mn-lt"/>
              </a:rPr>
              <a:t>The midpoint is at 50%.</a:t>
            </a:r>
          </a:p>
          <a:p>
            <a:pPr marL="114300" indent="-114300" algn="l">
              <a:spcAft>
                <a:spcPts val="300"/>
              </a:spcAft>
              <a:buFont typeface="Arial" panose="020B0604020202020204" pitchFamily="34" charset="0"/>
              <a:buChar char="•"/>
            </a:pPr>
            <a:r>
              <a:rPr lang="en-GB" sz="1000" b="0">
                <a:solidFill>
                  <a:sysClr val="windowText" lastClr="000000"/>
                </a:solidFill>
                <a:latin typeface="+mn-lt"/>
              </a:rPr>
              <a:t>The gradients are used at a 0º angle.</a:t>
            </a:r>
          </a:p>
          <a:p>
            <a:pPr marL="114300" indent="-114300" algn="l">
              <a:spcAft>
                <a:spcPts val="300"/>
              </a:spcAft>
              <a:buFont typeface="Arial" panose="020B0604020202020204" pitchFamily="34" charset="0"/>
              <a:buChar char="•"/>
            </a:pPr>
            <a:r>
              <a:rPr lang="en-GB" sz="1000" b="0">
                <a:solidFill>
                  <a:sysClr val="windowText" lastClr="000000"/>
                </a:solidFill>
                <a:latin typeface="+mn-lt"/>
              </a:rPr>
              <a:t>Use the linear gradient, never radial.</a:t>
            </a:r>
          </a:p>
          <a:p>
            <a:pPr marL="114300" indent="-114300" algn="l">
              <a:spcAft>
                <a:spcPts val="300"/>
              </a:spcAft>
              <a:buFont typeface="Arial" panose="020B0604020202020204" pitchFamily="34" charset="0"/>
              <a:buChar char="•"/>
            </a:pPr>
            <a:r>
              <a:rPr lang="en-GB" sz="1000" b="0">
                <a:solidFill>
                  <a:sysClr val="windowText" lastClr="000000"/>
                </a:solidFill>
                <a:latin typeface="+mn-lt"/>
              </a:rPr>
              <a:t>Do not create new gradients; use only the gradients shown here.</a:t>
            </a:r>
            <a:endParaRPr lang="en-US" sz="1000" b="0">
              <a:solidFill>
                <a:sysClr val="windowText" lastClr="000000"/>
              </a:solidFill>
              <a:latin typeface="+mn-lt"/>
            </a:endParaRPr>
          </a:p>
        </p:txBody>
      </p:sp>
      <p:sp>
        <p:nvSpPr>
          <p:cNvPr id="181" name="Rectangle 180">
            <a:extLst>
              <a:ext uri="{FF2B5EF4-FFF2-40B4-BE49-F238E27FC236}">
                <a16:creationId xmlns:a16="http://schemas.microsoft.com/office/drawing/2014/main" id="{5700798C-D1B7-1B77-3E25-40125633A5E5}"/>
              </a:ext>
            </a:extLst>
          </p:cNvPr>
          <p:cNvSpPr/>
          <p:nvPr userDrawn="1"/>
        </p:nvSpPr>
        <p:spPr>
          <a:xfrm>
            <a:off x="5949286" y="5488740"/>
            <a:ext cx="865649" cy="644036"/>
          </a:xfrm>
          <a:prstGeom prst="rect">
            <a:avLst/>
          </a:prstGeom>
          <a:gradFill>
            <a:gsLst>
              <a:gs pos="0">
                <a:schemeClr val="tx2"/>
              </a:gs>
              <a:gs pos="100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139" tIns="36139" rIns="36139" bIns="36139" rtlCol="0" anchor="ctr" anchorCtr="0"/>
          <a:lstStyle/>
          <a:p>
            <a:pPr marL="0" marR="0" lvl="0" indent="0" algn="ctr" defTabSz="605150" rtl="0" eaLnBrk="1" fontAlgn="auto" latinLnBrk="0" hangingPunct="1">
              <a:lnSpc>
                <a:spcPct val="100000"/>
              </a:lnSpc>
              <a:spcBef>
                <a:spcPts val="0"/>
              </a:spcBef>
              <a:spcAft>
                <a:spcPts val="199"/>
              </a:spcAft>
              <a:buClrTx/>
              <a:buSzTx/>
              <a:buFontTx/>
              <a:buNone/>
              <a:tabLst/>
              <a:defRPr/>
            </a:pPr>
            <a:r>
              <a:rPr kumimoji="0" lang="en-US" sz="700" b="0" i="0" u="none" strike="noStrike" kern="1200" cap="none" spc="0" normalizeH="0" baseline="0" noProof="0">
                <a:ln>
                  <a:noFill/>
                </a:ln>
                <a:solidFill>
                  <a:prstClr val="white"/>
                </a:solidFill>
                <a:effectLst/>
                <a:uLnTx/>
                <a:uFillTx/>
                <a:latin typeface="+mn-lt"/>
                <a:ea typeface="+mn-ea"/>
                <a:cs typeface="Arial" panose="020B0604020202020204" pitchFamily="34" charset="0"/>
              </a:rPr>
              <a:t>KPMG Blue/Cobalt</a:t>
            </a:r>
            <a:br>
              <a:rPr kumimoji="0" lang="en-US" sz="700" b="0" i="0" u="none" strike="noStrike" kern="1200" cap="none" spc="0" normalizeH="0" baseline="0" noProof="0">
                <a:ln>
                  <a:noFill/>
                </a:ln>
                <a:solidFill>
                  <a:prstClr val="white"/>
                </a:solidFill>
                <a:effectLst/>
                <a:uLnTx/>
                <a:uFillTx/>
                <a:latin typeface="+mn-lt"/>
                <a:ea typeface="+mn-ea"/>
                <a:cs typeface="Arial" panose="020B0604020202020204" pitchFamily="34" charset="0"/>
              </a:rPr>
            </a:br>
            <a:r>
              <a:rPr kumimoji="0" lang="en-US" sz="700" b="0" i="0" u="none" strike="noStrike" kern="1200" cap="none" spc="0" normalizeH="0" baseline="0" noProof="0">
                <a:ln>
                  <a:noFill/>
                </a:ln>
                <a:solidFill>
                  <a:prstClr val="white"/>
                </a:solidFill>
                <a:effectLst/>
                <a:uLnTx/>
                <a:uFillTx/>
                <a:latin typeface="+mn-lt"/>
                <a:ea typeface="+mn-ea"/>
                <a:cs typeface="Arial" panose="020B0604020202020204" pitchFamily="34" charset="0"/>
              </a:rPr>
              <a:t>gradient</a:t>
            </a:r>
          </a:p>
        </p:txBody>
      </p:sp>
      <p:sp>
        <p:nvSpPr>
          <p:cNvPr id="182" name="Rectangle 181">
            <a:extLst>
              <a:ext uri="{FF2B5EF4-FFF2-40B4-BE49-F238E27FC236}">
                <a16:creationId xmlns:a16="http://schemas.microsoft.com/office/drawing/2014/main" id="{7B60D6F6-A601-3587-6FD7-2C3A69504736}"/>
              </a:ext>
            </a:extLst>
          </p:cNvPr>
          <p:cNvSpPr/>
          <p:nvPr userDrawn="1"/>
        </p:nvSpPr>
        <p:spPr>
          <a:xfrm>
            <a:off x="6920857" y="5488740"/>
            <a:ext cx="865649" cy="644036"/>
          </a:xfrm>
          <a:prstGeom prst="rect">
            <a:avLst/>
          </a:prstGeom>
          <a:gradFill>
            <a:gsLst>
              <a:gs pos="0">
                <a:srgbClr val="00B8F5"/>
              </a:gs>
              <a:gs pos="100000">
                <a:srgbClr val="ACEAFF"/>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139" tIns="36139" rIns="36139" bIns="36139" rtlCol="0" anchor="ctr" anchorCtr="0"/>
          <a:lstStyle/>
          <a:p>
            <a:pPr marL="0" marR="0" lvl="0" indent="0" algn="ctr" defTabSz="605150" rtl="0" eaLnBrk="1" fontAlgn="auto" latinLnBrk="0" hangingPunct="1">
              <a:lnSpc>
                <a:spcPct val="100000"/>
              </a:lnSpc>
              <a:spcBef>
                <a:spcPts val="0"/>
              </a:spcBef>
              <a:spcAft>
                <a:spcPts val="199"/>
              </a:spcAft>
              <a:buClrTx/>
              <a:buSzTx/>
              <a:buFontTx/>
              <a:buNone/>
              <a:tabLst/>
              <a:defRPr/>
            </a:pPr>
            <a:r>
              <a:rPr kumimoji="0" lang="en-US" sz="700" b="0" i="0" u="none" strike="noStrike" kern="1200" cap="none" spc="0" normalizeH="0" baseline="0" noProof="0">
                <a:ln>
                  <a:noFill/>
                </a:ln>
                <a:solidFill>
                  <a:srgbClr val="00338D"/>
                </a:solidFill>
                <a:effectLst/>
                <a:uLnTx/>
                <a:uFillTx/>
                <a:latin typeface="+mn-lt"/>
                <a:ea typeface="+mn-ea"/>
                <a:cs typeface="Arial" panose="020B0604020202020204" pitchFamily="34" charset="0"/>
              </a:rPr>
              <a:t>Pacific/Light Blue </a:t>
            </a:r>
            <a:br>
              <a:rPr kumimoji="0" lang="en-US" sz="700" b="0" i="0" u="none" strike="noStrike" kern="1200" cap="none" spc="0" normalizeH="0" baseline="0" noProof="0">
                <a:ln>
                  <a:noFill/>
                </a:ln>
                <a:solidFill>
                  <a:srgbClr val="00338D"/>
                </a:solidFill>
                <a:effectLst/>
                <a:uLnTx/>
                <a:uFillTx/>
                <a:latin typeface="+mn-lt"/>
                <a:ea typeface="+mn-ea"/>
                <a:cs typeface="Arial" panose="020B0604020202020204" pitchFamily="34" charset="0"/>
              </a:rPr>
            </a:br>
            <a:r>
              <a:rPr kumimoji="0" lang="en-US" sz="700" b="0" i="0" u="none" strike="noStrike" kern="1200" cap="none" spc="0" normalizeH="0" baseline="0" noProof="0">
                <a:ln>
                  <a:noFill/>
                </a:ln>
                <a:solidFill>
                  <a:srgbClr val="00338D"/>
                </a:solidFill>
                <a:effectLst/>
                <a:uLnTx/>
                <a:uFillTx/>
                <a:latin typeface="+mn-lt"/>
                <a:ea typeface="+mn-ea"/>
                <a:cs typeface="Arial" panose="020B0604020202020204" pitchFamily="34" charset="0"/>
              </a:rPr>
              <a:t>gradient</a:t>
            </a:r>
          </a:p>
        </p:txBody>
      </p:sp>
      <p:sp>
        <p:nvSpPr>
          <p:cNvPr id="183" name="Text Placeholder 2">
            <a:extLst>
              <a:ext uri="{FF2B5EF4-FFF2-40B4-BE49-F238E27FC236}">
                <a16:creationId xmlns:a16="http://schemas.microsoft.com/office/drawing/2014/main" id="{756836FA-C8E2-853A-2115-07FF72B1C048}"/>
              </a:ext>
            </a:extLst>
          </p:cNvPr>
          <p:cNvSpPr txBox="1">
            <a:spLocks/>
          </p:cNvSpPr>
          <p:nvPr userDrawn="1"/>
        </p:nvSpPr>
        <p:spPr>
          <a:xfrm>
            <a:off x="5954167" y="5297960"/>
            <a:ext cx="1274271" cy="193492"/>
          </a:xfrm>
          <a:prstGeom prst="rect">
            <a:avLst/>
          </a:prstGeom>
        </p:spPr>
        <p:txBody>
          <a:bodyPr vert="horz" wrap="square" lIns="0" tIns="18154" rIns="0" bIns="36307" rtlCol="0" anchor="t" anchorCtr="0">
            <a:spAutoFit/>
          </a:bodyPr>
          <a:lstStyle>
            <a:lvl1pPr marL="0" indent="0" algn="l" defTabSz="754398" rtl="0" eaLnBrk="1" latinLnBrk="0" hangingPunct="1">
              <a:lnSpc>
                <a:spcPct val="100000"/>
              </a:lnSpc>
              <a:spcBef>
                <a:spcPts val="0"/>
              </a:spcBef>
              <a:spcAft>
                <a:spcPts val="495"/>
              </a:spcAft>
              <a:buFontTx/>
              <a:buNone/>
              <a:defRPr sz="1320" b="1" kern="1200">
                <a:solidFill>
                  <a:schemeClr val="accent2"/>
                </a:solidFill>
                <a:latin typeface="+mn-lt"/>
                <a:ea typeface="+mn-ea"/>
                <a:cs typeface="+mn-cs"/>
              </a:defRPr>
            </a:lvl1pPr>
            <a:lvl2pPr marL="0" indent="0" algn="l" defTabSz="754398" rtl="0" eaLnBrk="1" latinLnBrk="0" hangingPunct="1">
              <a:lnSpc>
                <a:spcPct val="100000"/>
              </a:lnSpc>
              <a:spcBef>
                <a:spcPts val="0"/>
              </a:spcBef>
              <a:spcAft>
                <a:spcPts val="495"/>
              </a:spcAft>
              <a:buFontTx/>
              <a:buNone/>
              <a:defRPr sz="1320" kern="1200">
                <a:solidFill>
                  <a:schemeClr val="accent2"/>
                </a:solidFill>
                <a:latin typeface="+mn-lt"/>
                <a:ea typeface="+mn-ea"/>
                <a:cs typeface="+mn-cs"/>
              </a:defRPr>
            </a:lvl2pPr>
            <a:lvl3pPr marL="149308"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3pPr>
            <a:lvl4pPr marL="298616"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a:solidFill>
                  <a:schemeClr val="accent2"/>
                </a:solidFill>
                <a:latin typeface="+mn-lt"/>
                <a:ea typeface="+mn-ea"/>
                <a:cs typeface="+mn-cs"/>
              </a:defRPr>
            </a:lvl4pPr>
            <a:lvl5pPr marL="447924" indent="-149308" algn="l" defTabSz="754398" rtl="0" eaLnBrk="1" latinLnBrk="0" hangingPunct="1">
              <a:lnSpc>
                <a:spcPct val="100000"/>
              </a:lnSpc>
              <a:spcBef>
                <a:spcPts val="0"/>
              </a:spcBef>
              <a:spcAft>
                <a:spcPts val="495"/>
              </a:spcAft>
              <a:buClrTx/>
              <a:buFont typeface="Arial" panose="020B0604020202020204" pitchFamily="34" charset="0"/>
              <a:buChar char="•"/>
              <a:defRPr sz="1320" kern="1200" baseline="0">
                <a:solidFill>
                  <a:schemeClr val="accent2"/>
                </a:solidFill>
                <a:latin typeface="+mn-lt"/>
                <a:ea typeface="+mn-ea"/>
                <a:cs typeface="+mn-cs"/>
              </a:defRPr>
            </a:lvl5pPr>
            <a:lvl6pPr marL="593303" indent="-14930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6pPr>
            <a:lvl7pPr marL="739992"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7pPr>
            <a:lvl8pPr marL="886680" indent="-146688" algn="l" defTabSz="754398" rtl="0" eaLnBrk="1" latinLnBrk="0" hangingPunct="1">
              <a:lnSpc>
                <a:spcPct val="100000"/>
              </a:lnSpc>
              <a:spcBef>
                <a:spcPts val="0"/>
              </a:spcBef>
              <a:spcAft>
                <a:spcPts val="495"/>
              </a:spcAft>
              <a:buClr>
                <a:schemeClr val="tx2"/>
              </a:buClr>
              <a:buFont typeface="Arial" panose="020B0604020202020204" pitchFamily="34" charset="0"/>
              <a:buChar char="-"/>
              <a:defRPr sz="1238" kern="1200">
                <a:solidFill>
                  <a:schemeClr val="tx2"/>
                </a:solidFill>
                <a:latin typeface="+mn-lt"/>
                <a:ea typeface="+mn-ea"/>
                <a:cs typeface="+mn-cs"/>
              </a:defRPr>
            </a:lvl8pPr>
            <a:lvl9pPr marL="1037297" indent="-150619" algn="l" defTabSz="754398" rtl="0" eaLnBrk="1" latinLnBrk="0" hangingPunct="1">
              <a:lnSpc>
                <a:spcPct val="90000"/>
              </a:lnSpc>
              <a:spcBef>
                <a:spcPts val="413"/>
              </a:spcBef>
              <a:buFont typeface="Arial" panose="020B0604020202020204" pitchFamily="34" charset="0"/>
              <a:buChar char="•"/>
              <a:defRPr sz="1238" kern="1200">
                <a:solidFill>
                  <a:schemeClr val="tx2"/>
                </a:solidFill>
                <a:latin typeface="+mn-lt"/>
                <a:ea typeface="+mn-ea"/>
                <a:cs typeface="+mn-cs"/>
              </a:defRPr>
            </a:lvl9pPr>
          </a:lstStyle>
          <a:p>
            <a:pPr marL="0" marR="0" lvl="0" indent="0" algn="l" defTabSz="754398" rtl="0" eaLnBrk="1" fontAlgn="auto" latinLnBrk="0" hangingPunct="1">
              <a:lnSpc>
                <a:spcPct val="100000"/>
              </a:lnSpc>
              <a:spcBef>
                <a:spcPts val="0"/>
              </a:spcBef>
              <a:spcAft>
                <a:spcPts val="495"/>
              </a:spcAft>
              <a:buClrTx/>
              <a:buSzTx/>
              <a:buFontTx/>
              <a:buNone/>
              <a:tabLst/>
              <a:defRPr/>
            </a:pPr>
            <a:r>
              <a:rPr kumimoji="0" lang="en-US" sz="900" b="0" i="0" u="none" strike="noStrike" kern="1200" cap="none" spc="0" normalizeH="0" baseline="0" noProof="0">
                <a:ln>
                  <a:noFill/>
                </a:ln>
                <a:solidFill>
                  <a:srgbClr val="00338D"/>
                </a:solidFill>
                <a:effectLst/>
                <a:uLnTx/>
                <a:uFillTx/>
                <a:latin typeface="+mn-lt"/>
                <a:ea typeface="+mn-ea"/>
                <a:cs typeface="+mn-cs"/>
              </a:rPr>
              <a:t>Primary gradients</a:t>
            </a:r>
          </a:p>
        </p:txBody>
      </p:sp>
      <p:sp>
        <p:nvSpPr>
          <p:cNvPr id="184" name="Rectangle 183">
            <a:extLst>
              <a:ext uri="{FF2B5EF4-FFF2-40B4-BE49-F238E27FC236}">
                <a16:creationId xmlns:a16="http://schemas.microsoft.com/office/drawing/2014/main" id="{8BC0F4C7-5AAB-1AF9-F4C8-82313CC63703}"/>
              </a:ext>
            </a:extLst>
          </p:cNvPr>
          <p:cNvSpPr/>
          <p:nvPr userDrawn="1"/>
        </p:nvSpPr>
        <p:spPr>
          <a:xfrm>
            <a:off x="8072794" y="5273236"/>
            <a:ext cx="3120379" cy="90682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mn-lt"/>
              <a:ea typeface="+mn-ea"/>
              <a:cs typeface="+mn-cs"/>
            </a:endParaRPr>
          </a:p>
        </p:txBody>
      </p:sp>
      <p:sp>
        <p:nvSpPr>
          <p:cNvPr id="185" name="TextBox 184">
            <a:extLst>
              <a:ext uri="{FF2B5EF4-FFF2-40B4-BE49-F238E27FC236}">
                <a16:creationId xmlns:a16="http://schemas.microsoft.com/office/drawing/2014/main" id="{5DA61351-50A5-0260-8A41-ED1A7B613285}"/>
              </a:ext>
            </a:extLst>
          </p:cNvPr>
          <p:cNvSpPr txBox="1"/>
          <p:nvPr userDrawn="1"/>
        </p:nvSpPr>
        <p:spPr>
          <a:xfrm>
            <a:off x="8162075" y="5297960"/>
            <a:ext cx="2574485" cy="193899"/>
          </a:xfrm>
          <a:prstGeom prst="rect">
            <a:avLst/>
          </a:prstGeom>
          <a:noFill/>
        </p:spPr>
        <p:txBody>
          <a:bodyPr vert="horz" wrap="square" lIns="0" tIns="18288" rIns="0" bIns="36576" rtlCol="0" anchor="t"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D349C">
                    <a:lumMod val="50000"/>
                  </a:srgbClr>
                </a:solidFill>
                <a:effectLst/>
                <a:uLnTx/>
                <a:uFillTx/>
                <a:latin typeface="+mn-lt"/>
                <a:ea typeface="+mn-ea"/>
                <a:cs typeface="+mn-cs"/>
                <a:sym typeface="Arial"/>
              </a:rPr>
              <a:t>Limited use gradient: </a:t>
            </a:r>
            <a:r>
              <a:rPr kumimoji="0" lang="en-US" sz="900" b="0" i="0" u="none" strike="noStrike" kern="1200" cap="none" spc="0" normalizeH="0" baseline="0" noProof="0">
                <a:ln>
                  <a:noFill/>
                </a:ln>
                <a:solidFill>
                  <a:srgbClr val="00338D"/>
                </a:solidFill>
                <a:effectLst/>
                <a:uLnTx/>
                <a:uFillTx/>
                <a:latin typeface="+mn-lt"/>
                <a:ea typeface="+mn-ea"/>
                <a:cs typeface="+mn-cs"/>
                <a:sym typeface="Arial"/>
              </a:rPr>
              <a:t>Cobalt/Pacific Blue gradient</a:t>
            </a:r>
          </a:p>
        </p:txBody>
      </p:sp>
      <p:sp>
        <p:nvSpPr>
          <p:cNvPr id="186" name="Rectangle 185">
            <a:extLst>
              <a:ext uri="{FF2B5EF4-FFF2-40B4-BE49-F238E27FC236}">
                <a16:creationId xmlns:a16="http://schemas.microsoft.com/office/drawing/2014/main" id="{016AB817-F712-583D-1ED6-31B18998EF88}"/>
              </a:ext>
            </a:extLst>
          </p:cNvPr>
          <p:cNvSpPr/>
          <p:nvPr userDrawn="1"/>
        </p:nvSpPr>
        <p:spPr>
          <a:xfrm>
            <a:off x="8162077" y="5488740"/>
            <a:ext cx="592697" cy="644036"/>
          </a:xfrm>
          <a:prstGeom prst="rect">
            <a:avLst/>
          </a:prstGeom>
          <a:gradFill>
            <a:gsLst>
              <a:gs pos="0">
                <a:schemeClr val="accent1"/>
              </a:gs>
              <a:gs pos="100000">
                <a:schemeClr val="accent4"/>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36139" tIns="36139" rIns="36139" bIns="36139" rtlCol="0" anchor="ctr" anchorCtr="0"/>
          <a:lstStyle/>
          <a:p>
            <a:pPr marL="0" marR="0" lvl="0" indent="0" algn="ctr" defTabSz="605150" rtl="0" eaLnBrk="1" fontAlgn="auto" latinLnBrk="0" hangingPunct="1">
              <a:lnSpc>
                <a:spcPct val="100000"/>
              </a:lnSpc>
              <a:spcBef>
                <a:spcPts val="0"/>
              </a:spcBef>
              <a:spcAft>
                <a:spcPts val="199"/>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mn-lt"/>
              <a:ea typeface="+mn-ea"/>
              <a:cs typeface="Arial" panose="020B0604020202020204" pitchFamily="34" charset="0"/>
            </a:endParaRPr>
          </a:p>
        </p:txBody>
      </p:sp>
      <p:sp>
        <p:nvSpPr>
          <p:cNvPr id="187" name="TextBox 186">
            <a:extLst>
              <a:ext uri="{FF2B5EF4-FFF2-40B4-BE49-F238E27FC236}">
                <a16:creationId xmlns:a16="http://schemas.microsoft.com/office/drawing/2014/main" id="{831A2ABD-6382-B250-FB5E-0C21D5696BFF}"/>
              </a:ext>
            </a:extLst>
          </p:cNvPr>
          <p:cNvSpPr txBox="1"/>
          <p:nvPr userDrawn="1"/>
        </p:nvSpPr>
        <p:spPr>
          <a:xfrm>
            <a:off x="8805037" y="5510881"/>
            <a:ext cx="2139188" cy="553998"/>
          </a:xfrm>
          <a:prstGeom prst="rect">
            <a:avLst/>
          </a:prstGeom>
          <a:noFill/>
        </p:spPr>
        <p:txBody>
          <a:bodyPr vert="horz" wrap="square" lIns="0" tIns="0" rIns="0" bIns="0" rtlCol="0" anchor="t"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000000"/>
                </a:solidFill>
                <a:effectLst/>
                <a:uLnTx/>
                <a:uFillTx/>
                <a:latin typeface="+mn-lt"/>
                <a:ea typeface="+mn-ea"/>
                <a:cs typeface="+mn-cs"/>
                <a:sym typeface="Arial"/>
              </a:rPr>
              <a:t>The Cobalt/Pacific Blue gradient is available for limited use graphics. It should not be used behind text due to accessibility concerns.</a:t>
            </a:r>
          </a:p>
        </p:txBody>
      </p:sp>
    </p:spTree>
    <p:extLst>
      <p:ext uri="{BB962C8B-B14F-4D97-AF65-F5344CB8AC3E}">
        <p14:creationId xmlns:p14="http://schemas.microsoft.com/office/powerpoint/2010/main" val="1656941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741301" y="1470479"/>
            <a:ext cx="6350010" cy="4445007"/>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017666"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017666"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AE81D1E-EC03-4E35-9F55-9751C67CE0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702145304"/>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4" y="1330126"/>
            <a:ext cx="8777286"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0356646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Content slide 4">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85602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_Content slide 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0DAD09-5887-4CAF-B78C-E2D6319730E4}"/>
              </a:ext>
            </a:extLst>
          </p:cNvPr>
          <p:cNvSpPr/>
          <p:nvPr userDrawn="1"/>
        </p:nvSpPr>
        <p:spPr>
          <a:xfrm>
            <a:off x="1246909" y="6234545"/>
            <a:ext cx="6334298" cy="432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b="0" i="0">
              <a:solidFill>
                <a:schemeClr val="bg1"/>
              </a:solidFill>
              <a:latin typeface="Arial" panose="020B0604020202020204" pitchFamily="34" charset="0"/>
            </a:endParaRPr>
          </a:p>
        </p:txBody>
      </p:sp>
      <p:sp>
        <p:nvSpPr>
          <p:cNvPr id="9" name="Rectangle 8">
            <a:extLst>
              <a:ext uri="{FF2B5EF4-FFF2-40B4-BE49-F238E27FC236}">
                <a16:creationId xmlns:a16="http://schemas.microsoft.com/office/drawing/2014/main" id="{2C4A1B79-C93D-41D2-AF3B-00875E92864D}"/>
              </a:ext>
            </a:extLst>
          </p:cNvPr>
          <p:cNvSpPr>
            <a:spLocks noChangeAspect="1"/>
          </p:cNvSpPr>
          <p:nvPr userDrawn="1"/>
        </p:nvSpPr>
        <p:spPr>
          <a:xfrm>
            <a:off x="0" y="0"/>
            <a:ext cx="3972762" cy="6858000"/>
          </a:xfrm>
          <a:prstGeom prst="rect">
            <a:avLst/>
          </a:prstGeom>
          <a:gradFill>
            <a:gsLst>
              <a:gs pos="100000">
                <a:srgbClr val="00338D"/>
              </a:gs>
              <a:gs pos="0">
                <a:srgbClr val="510DBC"/>
              </a:gs>
            </a:gsLst>
            <a:lin ang="0" scaled="0"/>
          </a:gradFill>
        </p:spPr>
        <p:txBody>
          <a:bodyPr vert="horz" lIns="180000" tIns="180000" rIns="180000" bIns="180000" rtlCol="0" anchor="t" anchorCtr="0">
            <a:noAutofit/>
          </a:bodyPr>
          <a:lstStyle/>
          <a:p>
            <a:pPr marL="0" marR="0" lvl="0" indent="0" defTabSz="914400" eaLnBrk="1" fontAlgn="auto" latinLnBrk="0" hangingPunct="1">
              <a:lnSpc>
                <a:spcPct val="70000"/>
              </a:lnSpc>
              <a:spcBef>
                <a:spcPct val="0"/>
              </a:spcBef>
              <a:spcAft>
                <a:spcPts val="0"/>
              </a:spcAft>
              <a:buClrTx/>
              <a:buSzTx/>
              <a:buFontTx/>
              <a:buNone/>
              <a:tabLst/>
              <a:defRPr/>
            </a:pPr>
            <a:endParaRPr kumimoji="0" lang="en-US" sz="8800" b="1" i="0" u="none" strike="noStrike" kern="0" cap="none" spc="0" normalizeH="0" baseline="0" noProof="0">
              <a:ln>
                <a:noFill/>
              </a:ln>
              <a:solidFill>
                <a:prstClr val="white"/>
              </a:solidFill>
              <a:effectLst/>
              <a:uLnTx/>
              <a:uFillTx/>
              <a:latin typeface="KPMG Bold" panose="020B0403030202040204" pitchFamily="34" charset="0"/>
            </a:endParaRPr>
          </a:p>
        </p:txBody>
      </p:sp>
      <p:sp>
        <p:nvSpPr>
          <p:cNvPr id="6" name="Text Placeholder 5">
            <a:extLst>
              <a:ext uri="{FF2B5EF4-FFF2-40B4-BE49-F238E27FC236}">
                <a16:creationId xmlns:a16="http://schemas.microsoft.com/office/drawing/2014/main" id="{CF7F2766-B576-41DE-B6A4-DAFFFA3133B0}"/>
              </a:ext>
            </a:extLst>
          </p:cNvPr>
          <p:cNvSpPr>
            <a:spLocks noGrp="1"/>
          </p:cNvSpPr>
          <p:nvPr>
            <p:ph type="body" sz="quarter" idx="13" hasCustomPrompt="1"/>
          </p:nvPr>
        </p:nvSpPr>
        <p:spPr>
          <a:xfrm>
            <a:off x="441202" y="711791"/>
            <a:ext cx="3291890" cy="1216161"/>
          </a:xfrm>
          <a:prstGeom prst="rect">
            <a:avLst/>
          </a:prstGeom>
        </p:spPr>
        <p:txBody>
          <a:bodyPr/>
          <a:lstStyle>
            <a:lvl1pPr>
              <a:lnSpc>
                <a:spcPts val="4300"/>
              </a:lnSpc>
              <a:defRPr sz="4400" b="1" i="0">
                <a:solidFill>
                  <a:schemeClr val="bg1"/>
                </a:solidFill>
                <a:latin typeface="KPMG Bold" panose="020B0403030202040204" pitchFamily="34" charset="0"/>
              </a:defRPr>
            </a:lvl1pPr>
          </a:lstStyle>
          <a:p>
            <a:pPr lvl="0"/>
            <a:r>
              <a:rPr lang="en-US"/>
              <a:t>Page title or headline to go here</a:t>
            </a:r>
          </a:p>
        </p:txBody>
      </p:sp>
      <p:sp>
        <p:nvSpPr>
          <p:cNvPr id="5" name="Text Placeholder 4">
            <a:extLst>
              <a:ext uri="{FF2B5EF4-FFF2-40B4-BE49-F238E27FC236}">
                <a16:creationId xmlns:a16="http://schemas.microsoft.com/office/drawing/2014/main" id="{3D7E8F60-2C18-47CA-84F7-FB57F29544B7}"/>
              </a:ext>
            </a:extLst>
          </p:cNvPr>
          <p:cNvSpPr>
            <a:spLocks noGrp="1"/>
          </p:cNvSpPr>
          <p:nvPr>
            <p:ph type="body" sz="quarter" idx="14" hasCustomPrompt="1"/>
          </p:nvPr>
        </p:nvSpPr>
        <p:spPr>
          <a:xfrm>
            <a:off x="441325" y="2388196"/>
            <a:ext cx="3292475" cy="1165777"/>
          </a:xfrm>
          <a:prstGeom prst="rect">
            <a:avLst/>
          </a:prstGeom>
        </p:spPr>
        <p:txBody>
          <a:bodyPr/>
          <a:lstStyle>
            <a:lvl1pPr>
              <a:defRPr sz="1600" b="0" i="0">
                <a:solidFill>
                  <a:srgbClr val="ACEAFA"/>
                </a:solidFill>
                <a:latin typeface="Arial" panose="020B0604020202020204" pitchFamily="34" charset="0"/>
              </a:defRPr>
            </a:lvl1pPr>
          </a:lstStyle>
          <a:p>
            <a:pPr lvl="0"/>
            <a:r>
              <a:rPr lang="en-US"/>
              <a:t>Subtitle goes here</a:t>
            </a:r>
          </a:p>
        </p:txBody>
      </p:sp>
      <p:sp>
        <p:nvSpPr>
          <p:cNvPr id="4" name="Freeform 19">
            <a:extLst>
              <a:ext uri="{FF2B5EF4-FFF2-40B4-BE49-F238E27FC236}">
                <a16:creationId xmlns:a16="http://schemas.microsoft.com/office/drawing/2014/main" id="{B4B6F630-A388-27AF-6598-4085D736ECA2}"/>
              </a:ext>
            </a:extLst>
          </p:cNvPr>
          <p:cNvSpPr>
            <a:spLocks noEditPoints="1"/>
          </p:cNvSpPr>
          <p:nvPr userDrawn="1"/>
        </p:nvSpPr>
        <p:spPr bwMode="auto">
          <a:xfrm>
            <a:off x="514462" y="647179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b="0" i="0" noProof="0">
              <a:latin typeface="Arial" panose="020B0604020202020204" pitchFamily="34" charset="0"/>
            </a:endParaRPr>
          </a:p>
        </p:txBody>
      </p:sp>
      <p:sp>
        <p:nvSpPr>
          <p:cNvPr id="7" name="TextBox 6">
            <a:extLst>
              <a:ext uri="{FF2B5EF4-FFF2-40B4-BE49-F238E27FC236}">
                <a16:creationId xmlns:a16="http://schemas.microsoft.com/office/drawing/2014/main" id="{018E07F0-846D-F29B-DED0-DD6680902D97}"/>
              </a:ext>
              <a:ext uri="{C183D7F6-B498-43B3-948B-1728B52AA6E4}">
                <adec:decorative xmlns:adec="http://schemas.microsoft.com/office/drawing/2017/decorative" val="1"/>
              </a:ext>
            </a:extLst>
          </p:cNvPr>
          <p:cNvSpPr txBox="1"/>
          <p:nvPr userDrawn="1"/>
        </p:nvSpPr>
        <p:spPr>
          <a:xfrm>
            <a:off x="4235221" y="6477908"/>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i="0" kern="1200" noProof="0">
                <a:solidFill>
                  <a:schemeClr val="bg1">
                    <a:lumMod val="65000"/>
                  </a:schemeClr>
                </a:solidFill>
                <a:latin typeface="Arial" panose="020B0604020202020204" pitchFamily="34" charset="0"/>
                <a:ea typeface="+mn-ea"/>
                <a:cs typeface="+mn-cs"/>
              </a:rPr>
              <a:t>© 2025 KPMG LLP, a Delaware limited liability partnership and a member firm of the KPMG global organization of independent member firms affiliated with KPMG International Limited, a private English company limited by guarantee. All rights reserved. NDP000000</a:t>
            </a:r>
          </a:p>
        </p:txBody>
      </p:sp>
    </p:spTree>
    <p:extLst>
      <p:ext uri="{BB962C8B-B14F-4D97-AF65-F5344CB8AC3E}">
        <p14:creationId xmlns:p14="http://schemas.microsoft.com/office/powerpoint/2010/main" val="197329549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4" y="1330126"/>
            <a:ext cx="8777286"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2643694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5.xml"/><Relationship Id="rId2" Type="http://schemas.openxmlformats.org/officeDocument/2006/relationships/slideLayout" Target="../slideLayouts/slideLayout54.xml"/><Relationship Id="rId1" Type="http://schemas.openxmlformats.org/officeDocument/2006/relationships/slideLayout" Target="../slideLayouts/slideLayout5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accent2"/>
                </a:solidFill>
                <a:latin typeface="+mn-lt"/>
                <a:ea typeface="Arial"/>
                <a:cs typeface="Arial" panose="020B0604020202020204" pitchFamily="34" charset="0"/>
              </a:rPr>
              <a:pPr algn="r"/>
              <a:t>‹#›</a:t>
            </a:fld>
            <a:endParaRPr lang="en-GB" sz="900">
              <a:solidFill>
                <a:schemeClr val="accent2"/>
              </a:solidFill>
              <a:latin typeface="+mn-lt"/>
              <a:ea typeface="Arial"/>
              <a:cs typeface="Arial" panose="020B0604020202020204" pitchFamily="34" charset="0"/>
            </a:endParaRPr>
          </a:p>
        </p:txBody>
      </p:sp>
      <p:sp>
        <p:nvSpPr>
          <p:cNvPr id="8" name="TextBox 7">
            <a:extLst>
              <a:ext uri="{C183D7F6-B498-43B3-948B-1728B52AA6E4}">
                <adec:decorative xmlns:adec="http://schemas.microsoft.com/office/drawing/2017/decorative" val="1"/>
              </a:ext>
            </a:extLst>
          </p:cNvPr>
          <p:cNvSpPr txBox="1"/>
          <p:nvPr userDrawn="1"/>
        </p:nvSpPr>
        <p:spPr>
          <a:xfrm>
            <a:off x="1885684" y="6266997"/>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4" name="Graphic 8">
            <a:extLst>
              <a:ext uri="{FF2B5EF4-FFF2-40B4-BE49-F238E27FC236}">
                <a16:creationId xmlns:a16="http://schemas.microsoft.com/office/drawing/2014/main" id="{9AC77B96-D96C-4FA2-858B-DEE0A3A7B7B6}"/>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831" r:id="rId1"/>
    <p:sldLayoutId id="2147483833" r:id="rId2"/>
    <p:sldLayoutId id="2147483811" r:id="rId3"/>
    <p:sldLayoutId id="2147483810" r:id="rId4"/>
    <p:sldLayoutId id="2147483832" r:id="rId5"/>
    <p:sldLayoutId id="2147483703" r:id="rId6"/>
    <p:sldLayoutId id="2147483783" r:id="rId7"/>
    <p:sldLayoutId id="2147483814" r:id="rId8"/>
    <p:sldLayoutId id="2147483815" r:id="rId9"/>
    <p:sldLayoutId id="2147483765" r:id="rId10"/>
    <p:sldLayoutId id="2147483766" r:id="rId11"/>
    <p:sldLayoutId id="2147483796" r:id="rId12"/>
    <p:sldLayoutId id="2147483802" r:id="rId13"/>
    <p:sldLayoutId id="2147483666" r:id="rId14"/>
    <p:sldLayoutId id="2147483803" r:id="rId15"/>
    <p:sldLayoutId id="2147483805" r:id="rId16"/>
    <p:sldLayoutId id="2147483795" r:id="rId17"/>
    <p:sldLayoutId id="2147483804" r:id="rId18"/>
    <p:sldLayoutId id="2147483712" r:id="rId19"/>
    <p:sldLayoutId id="2147483664" r:id="rId20"/>
    <p:sldLayoutId id="2147483806" r:id="rId21"/>
    <p:sldLayoutId id="2147483798" r:id="rId22"/>
    <p:sldLayoutId id="2147483807" r:id="rId23"/>
    <p:sldLayoutId id="2147483769" r:id="rId24"/>
    <p:sldLayoutId id="2147483714" r:id="rId25"/>
    <p:sldLayoutId id="2147483808" r:id="rId26"/>
    <p:sldLayoutId id="2147483770" r:id="rId27"/>
    <p:sldLayoutId id="2147483689" r:id="rId28"/>
    <p:sldLayoutId id="2147483716" r:id="rId29"/>
    <p:sldLayoutId id="2147483692" r:id="rId30"/>
    <p:sldLayoutId id="2147483809" r:id="rId31"/>
    <p:sldLayoutId id="2147483788" r:id="rId32"/>
    <p:sldLayoutId id="2147483797" r:id="rId33"/>
    <p:sldLayoutId id="2147483800" r:id="rId34"/>
    <p:sldLayoutId id="2147483819" r:id="rId35"/>
    <p:sldLayoutId id="2147483820" r:id="rId36"/>
    <p:sldLayoutId id="2147483821" r:id="rId37"/>
    <p:sldLayoutId id="2147483823" r:id="rId38"/>
    <p:sldLayoutId id="2147483824" r:id="rId39"/>
    <p:sldLayoutId id="2147483826" r:id="rId40"/>
    <p:sldLayoutId id="2147483827" r:id="rId41"/>
    <p:sldLayoutId id="2147483828" r:id="rId42"/>
    <p:sldLayoutId id="2147483829" r:id="rId43"/>
    <p:sldLayoutId id="2147483682" r:id="rId44"/>
    <p:sldLayoutId id="2147483745" r:id="rId45"/>
    <p:sldLayoutId id="2147483812" r:id="rId46"/>
    <p:sldLayoutId id="2147483813" r:id="rId47"/>
    <p:sldLayoutId id="2147483830" r:id="rId48"/>
    <p:sldLayoutId id="2147483784" r:id="rId49"/>
    <p:sldLayoutId id="2147483773" r:id="rId50"/>
    <p:sldLayoutId id="2147483834" r:id="rId51"/>
    <p:sldLayoutId id="2147483835" r:id="rId52"/>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0" kern="1200">
          <a:solidFill>
            <a:schemeClr val="tx1"/>
          </a:solidFill>
          <a:latin typeface="+mn-lt"/>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2pPr>
      <a:lvl3pPr marL="341313" indent="-1651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3pPr>
      <a:lvl4pPr marL="573088" indent="-2317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4pPr>
      <a:lvl5pPr marL="8032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EAE79-CC96-4DB9-9E12-8579D12C0EDE}"/>
              </a:ext>
            </a:extLst>
          </p:cNvPr>
          <p:cNvSpPr/>
          <p:nvPr userDrawn="1"/>
        </p:nvSpPr>
        <p:spPr>
          <a:xfrm>
            <a:off x="1485901" y="6486705"/>
            <a:ext cx="4610100" cy="184666"/>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16" name="Shape 8">
            <a:extLst>
              <a:ext uri="{FF2B5EF4-FFF2-40B4-BE49-F238E27FC236}">
                <a16:creationId xmlns:a16="http://schemas.microsoft.com/office/drawing/2014/main" id="{CD41D2DB-726B-49DC-A37E-4B352303772F}"/>
              </a:ext>
            </a:extLst>
          </p:cNvPr>
          <p:cNvSpPr txBox="1">
            <a:spLocks/>
          </p:cNvSpPr>
          <p:nvPr userDrawn="1"/>
        </p:nvSpPr>
        <p:spPr>
          <a:xfrm>
            <a:off x="11696700" y="6300077"/>
            <a:ext cx="495300" cy="557923"/>
          </a:xfrm>
          <a:prstGeom prst="rect">
            <a:avLst/>
          </a:prstGeom>
        </p:spPr>
        <p:txBody>
          <a:bodyPr wrap="none" lIns="0" tIns="0" rIns="0" bIns="0" anchor="ctr" anchorCtr="0">
            <a:noAutofit/>
          </a:bodyPr>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86CB4B4D-7CA3-9044-876B-883B54F8677D}" type="slidenum">
              <a:rPr lang="en-US" sz="800" b="0" i="0" noProof="0" smtClean="0">
                <a:solidFill>
                  <a:schemeClr val="accent1"/>
                </a:solidFill>
                <a:latin typeface="Arial" panose="020B0604020202020204" pitchFamily="34" charset="0"/>
                <a:ea typeface="Arial"/>
                <a:cs typeface="Arial" panose="020B0604020202020204" pitchFamily="34" charset="0"/>
              </a:rPr>
              <a:pPr algn="ctr"/>
              <a:t>‹#›</a:t>
            </a:fld>
            <a:endParaRPr lang="en-US" sz="800" b="0" i="0" noProof="0">
              <a:solidFill>
                <a:schemeClr val="accent1"/>
              </a:solidFill>
              <a:latin typeface="Arial" panose="020B0604020202020204" pitchFamily="34" charset="0"/>
              <a:ea typeface="Arial"/>
              <a:cs typeface="Arial" panose="020B0604020202020204" pitchFamily="34" charset="0"/>
            </a:endParaRPr>
          </a:p>
        </p:txBody>
      </p:sp>
      <p:sp>
        <p:nvSpPr>
          <p:cNvPr id="21" name="Graphic 8">
            <a:extLst>
              <a:ext uri="{FF2B5EF4-FFF2-40B4-BE49-F238E27FC236}">
                <a16:creationId xmlns:a16="http://schemas.microsoft.com/office/drawing/2014/main" id="{EAC113BF-EF0F-4B30-AC26-E7DDBBC662CE}"/>
              </a:ext>
            </a:extLst>
          </p:cNvPr>
          <p:cNvSpPr/>
          <p:nvPr userDrawn="1"/>
        </p:nvSpPr>
        <p:spPr>
          <a:xfrm>
            <a:off x="510099" y="6481685"/>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4136901301"/>
      </p:ext>
    </p:extLst>
  </p:cSld>
  <p:clrMap bg1="lt1" tx1="dk1" bg2="lt2" tx2="dk2" accent1="accent1" accent2="accent2" accent3="accent3" accent4="accent4" accent5="accent5" accent6="accent6" hlink="hlink" folHlink="folHlink"/>
  <p:sldLayoutIdLst>
    <p:sldLayoutId id="2147483849" r:id="rId1"/>
    <p:sldLayoutId id="2147483853" r:id="rId2"/>
    <p:sldLayoutId id="2147483870" r:id="rId3"/>
  </p:sldLayoutIdLst>
  <p:txStyles>
    <p:titleStyle>
      <a:lvl1pPr algn="l" defTabSz="914400" rtl="0" eaLnBrk="1" latinLnBrk="0" hangingPunct="1">
        <a:lnSpc>
          <a:spcPct val="70000"/>
        </a:lnSpc>
        <a:spcBef>
          <a:spcPct val="0"/>
        </a:spcBef>
        <a:buNone/>
        <a:defRPr sz="5400" kern="1200">
          <a:solidFill>
            <a:srgbClr val="470A68"/>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1"/>
          </a:solidFill>
          <a:latin typeface="+mn-lt"/>
          <a:ea typeface="+mn-ea"/>
          <a:cs typeface="+mn-cs"/>
        </a:defRPr>
      </a:lvl2pPr>
      <a:lvl3pPr marL="2844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1"/>
          </a:solidFill>
          <a:latin typeface="+mn-lt"/>
          <a:ea typeface="+mn-ea"/>
          <a:cs typeface="+mn-cs"/>
        </a:defRPr>
      </a:lvl3pPr>
      <a:lvl4pPr marL="576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1"/>
          </a:solidFill>
          <a:latin typeface="+mn-lt"/>
          <a:ea typeface="+mn-ea"/>
          <a:cs typeface="+mn-cs"/>
        </a:defRPr>
      </a:lvl4pPr>
      <a:lvl5pPr marL="8244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baseline="0">
          <a:solidFill>
            <a:schemeClr val="tx1"/>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12">
          <p15:clr>
            <a:srgbClr val="F26B43"/>
          </p15:clr>
        </p15:guide>
        <p15:guide id="3" pos="7368">
          <p15:clr>
            <a:srgbClr val="F26B43"/>
          </p15:clr>
        </p15:guide>
        <p15:guide id="4" orient="horz" pos="432">
          <p15:clr>
            <a:srgbClr val="F26B43"/>
          </p15:clr>
        </p15:guide>
        <p15:guide id="5" orient="horz" pos="288">
          <p15:clr>
            <a:srgbClr val="F26B43"/>
          </p15:clr>
        </p15:guide>
        <p15:guide id="6" orient="horz" pos="168">
          <p15:clr>
            <a:srgbClr val="F26B43"/>
          </p15:clr>
        </p15:guide>
        <p15:guide id="7" orient="horz" pos="3960">
          <p15:clr>
            <a:srgbClr val="F26B43"/>
          </p15:clr>
        </p15:guide>
        <p15:guide id="8" pos="696">
          <p15:clr>
            <a:srgbClr val="F26B43"/>
          </p15:clr>
        </p15:guide>
        <p15:guide id="9" pos="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1.xml"/><Relationship Id="rId1" Type="http://schemas.openxmlformats.org/officeDocument/2006/relationships/tags" Target="../tags/tag2.xml"/><Relationship Id="rId4" Type="http://schemas.openxmlformats.org/officeDocument/2006/relationships/image" Target="../media/image1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5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26B16-8F61-5DA2-BB3C-8DF7D13D72AF}"/>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A526523-A7D3-CE38-97C8-A713673A55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 name="think-cell data - do not delete" hidden="1">
                        <a:extLst>
                          <a:ext uri="{FF2B5EF4-FFF2-40B4-BE49-F238E27FC236}">
                            <a16:creationId xmlns:a16="http://schemas.microsoft.com/office/drawing/2014/main" id="{FA526523-A7D3-CE38-97C8-A713673A55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B0501E8-F81F-79D8-4C0F-505B020BFF2E}"/>
              </a:ext>
            </a:extLst>
          </p:cNvPr>
          <p:cNvSpPr>
            <a:spLocks noGrp="1"/>
          </p:cNvSpPr>
          <p:nvPr>
            <p:ph type="ctrTitle"/>
          </p:nvPr>
        </p:nvSpPr>
        <p:spPr/>
        <p:txBody>
          <a:bodyPr vert="horz"/>
          <a:lstStyle/>
          <a:p>
            <a:r>
              <a:rPr lang="en-GB" noProof="0"/>
              <a:t>Bob’s Discount Furniture IT Maturity Assessment Report</a:t>
            </a:r>
            <a:endParaRPr lang="en-GB"/>
          </a:p>
        </p:txBody>
      </p:sp>
      <p:sp>
        <p:nvSpPr>
          <p:cNvPr id="5" name="Subtitle 4">
            <a:extLst>
              <a:ext uri="{FF2B5EF4-FFF2-40B4-BE49-F238E27FC236}">
                <a16:creationId xmlns:a16="http://schemas.microsoft.com/office/drawing/2014/main" id="{963E5874-0922-9E4D-365F-B91C8E2D94E8}"/>
              </a:ext>
            </a:extLst>
          </p:cNvPr>
          <p:cNvSpPr>
            <a:spLocks noGrp="1"/>
          </p:cNvSpPr>
          <p:nvPr>
            <p:ph type="body" sz="quarter" idx="11"/>
          </p:nvPr>
        </p:nvSpPr>
        <p:spPr/>
        <p:txBody>
          <a:bodyPr/>
          <a:lstStyle/>
          <a:p>
            <a:r>
              <a:rPr lang="en-GB" noProof="0"/>
              <a:t>—</a:t>
            </a:r>
          </a:p>
          <a:p>
            <a:r>
              <a:rPr lang="en-GB"/>
              <a:t>December 16, 2025</a:t>
            </a:r>
            <a:endParaRPr lang="en-GB" noProof="0"/>
          </a:p>
        </p:txBody>
      </p:sp>
    </p:spTree>
    <p:extLst>
      <p:ext uri="{BB962C8B-B14F-4D97-AF65-F5344CB8AC3E}">
        <p14:creationId xmlns:p14="http://schemas.microsoft.com/office/powerpoint/2010/main" val="3962951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1B872-CE1C-6E80-C240-23B1728EF84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82666E3-2A12-C2F7-FB24-54112EE36560}"/>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Bob’s Discount Furniture – IT Maturity Assessment Report</a:t>
            </a:r>
          </a:p>
        </p:txBody>
      </p:sp>
      <p:graphicFrame>
        <p:nvGraphicFramePr>
          <p:cNvPr id="2" name="Table 1">
            <a:extLst>
              <a:ext uri="{FF2B5EF4-FFF2-40B4-BE49-F238E27FC236}">
                <a16:creationId xmlns:a16="http://schemas.microsoft.com/office/drawing/2014/main" id="{2524A89D-DDD6-3BCF-7934-8B08F05D848D}"/>
              </a:ext>
            </a:extLst>
          </p:cNvPr>
          <p:cNvGraphicFramePr>
            <a:graphicFrameLocks noGrp="1"/>
          </p:cNvGraphicFramePr>
          <p:nvPr>
            <p:extLst>
              <p:ext uri="{D42A27DB-BD31-4B8C-83A1-F6EECF244321}">
                <p14:modId xmlns:p14="http://schemas.microsoft.com/office/powerpoint/2010/main" val="808818991"/>
              </p:ext>
            </p:extLst>
          </p:nvPr>
        </p:nvGraphicFramePr>
        <p:xfrm>
          <a:off x="495300" y="989705"/>
          <a:ext cx="8778240" cy="3339976"/>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3287460894"/>
                    </a:ext>
                  </a:extLst>
                </a:gridCol>
                <a:gridCol w="5486400">
                  <a:extLst>
                    <a:ext uri="{9D8B030D-6E8A-4147-A177-3AD203B41FA5}">
                      <a16:colId xmlns:a16="http://schemas.microsoft.com/office/drawing/2014/main" val="1569104252"/>
                    </a:ext>
                  </a:extLst>
                </a:gridCol>
              </a:tblGrid>
              <a:tr h="275963">
                <a:tc>
                  <a:txBody>
                    <a:bodyPr/>
                    <a:lstStyle/>
                    <a:p>
                      <a:pPr algn="l"/>
                      <a:r>
                        <a:rPr lang="en-US" sz="1400"/>
                        <a:t>Topic</a:t>
                      </a:r>
                    </a:p>
                  </a:txBody>
                  <a:tcPr marL="109096" marR="109096" marT="54548" marB="54548">
                    <a:lnR w="12700" cap="flat" cmpd="sng" algn="ctr">
                      <a:solidFill>
                        <a:schemeClr val="accent2"/>
                      </a:solidFill>
                      <a:prstDash val="solid"/>
                      <a:round/>
                      <a:headEnd type="none" w="med" len="med"/>
                      <a:tailEnd type="none" w="med" len="med"/>
                    </a:lnR>
                    <a:solidFill>
                      <a:schemeClr val="accent2"/>
                    </a:solidFill>
                  </a:tcPr>
                </a:tc>
                <a:tc>
                  <a:txBody>
                    <a:bodyPr/>
                    <a:lstStyle/>
                    <a:p>
                      <a:pPr algn="l"/>
                      <a:r>
                        <a:rPr lang="en-US" sz="1400"/>
                        <a:t>Description</a:t>
                      </a:r>
                    </a:p>
                  </a:txBody>
                  <a:tcPr marL="109096" marR="109096" marT="54548" marB="54548">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chemeClr val="accent2"/>
                    </a:solidFill>
                  </a:tcPr>
                </a:tc>
                <a:extLst>
                  <a:ext uri="{0D108BD9-81ED-4DB2-BD59-A6C34878D82A}">
                    <a16:rowId xmlns:a16="http://schemas.microsoft.com/office/drawing/2014/main" val="1634473951"/>
                  </a:ext>
                </a:extLst>
              </a:tr>
              <a:tr h="1005840">
                <a:tc>
                  <a:txBody>
                    <a:bodyPr/>
                    <a:lstStyle/>
                    <a:p>
                      <a:r>
                        <a:rPr lang="en-US" sz="1400" b="1"/>
                        <a:t>IT Maturity Assessment Results</a:t>
                      </a:r>
                    </a:p>
                  </a:txBody>
                  <a:tcPr marL="109096" marR="109096" marT="54548" marB="54548" anchor="ctr">
                    <a:lnB w="12700" cap="flat" cmpd="sng" algn="ctr">
                      <a:solidFill>
                        <a:srgbClr val="C9DEF5"/>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100"/>
                        <a:t>Results from the IT Maturity Assessment that was conducted, highlighting key areas of strength and where challenges exist today</a:t>
                      </a:r>
                    </a:p>
                  </a:txBody>
                  <a:tcPr marL="109096" marR="109096" marT="54548" marB="54548" anchor="ctr">
                    <a:lnB w="12700" cap="flat" cmpd="sng" algn="ctr">
                      <a:solidFill>
                        <a:srgbClr val="C9DEF5"/>
                      </a:solidFill>
                      <a:prstDash val="solid"/>
                      <a:round/>
                      <a:headEnd type="none" w="med" len="med"/>
                      <a:tailEnd type="none" w="med" len="med"/>
                    </a:lnB>
                    <a:solidFill>
                      <a:schemeClr val="bg1"/>
                    </a:solidFill>
                  </a:tcPr>
                </a:tc>
                <a:extLst>
                  <a:ext uri="{0D108BD9-81ED-4DB2-BD59-A6C34878D82A}">
                    <a16:rowId xmlns:a16="http://schemas.microsoft.com/office/drawing/2014/main" val="2032058667"/>
                  </a:ext>
                </a:extLst>
              </a:tr>
              <a:tr h="1005840">
                <a:tc>
                  <a:txBody>
                    <a:bodyPr/>
                    <a:lstStyle/>
                    <a:p>
                      <a:r>
                        <a:rPr lang="en-US" sz="1400" b="1"/>
                        <a:t>Prioritized and Sequenced Initiatives for Action</a:t>
                      </a:r>
                    </a:p>
                  </a:txBody>
                  <a:tcPr marL="109096" marR="109096" marT="54548" marB="54548" anchor="ctr">
                    <a:lnT w="12700" cap="flat" cmpd="sng" algn="ctr">
                      <a:solidFill>
                        <a:srgbClr val="C9DEF5"/>
                      </a:solidFill>
                      <a:prstDash val="solid"/>
                      <a:round/>
                      <a:headEnd type="none" w="med" len="med"/>
                      <a:tailEnd type="none" w="med" len="med"/>
                    </a:lnT>
                    <a:lnB w="12700" cap="flat" cmpd="sng" algn="ctr">
                      <a:solidFill>
                        <a:srgbClr val="C9DEF5"/>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100"/>
                        <a:t>Key strategy and ambitions that impact IT</a:t>
                      </a:r>
                    </a:p>
                    <a:p>
                      <a:pPr marL="171450" indent="-171450">
                        <a:buFont typeface="Arial" panose="020B0604020202020204" pitchFamily="34" charset="0"/>
                        <a:buChar char="•"/>
                      </a:pPr>
                      <a:r>
                        <a:rPr lang="en-US" sz="1100"/>
                        <a:t>Challenges &amp; opportunities for IT</a:t>
                      </a:r>
                    </a:p>
                    <a:p>
                      <a:pPr marL="171450" indent="-171450">
                        <a:buFont typeface="Arial" panose="020B0604020202020204" pitchFamily="34" charset="0"/>
                        <a:buChar char="•"/>
                      </a:pPr>
                      <a:r>
                        <a:rPr lang="en-US" sz="1100"/>
                        <a:t>Prioritized capabilities that need to be </a:t>
                      </a:r>
                      <a:r>
                        <a:rPr lang="en-US" sz="1100">
                          <a:ln>
                            <a:noFill/>
                          </a:ln>
                        </a:rPr>
                        <a:t>developed or improved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t>A sequenced roadmap with timelines to implement the prioritized capabilities</a:t>
                      </a:r>
                    </a:p>
                  </a:txBody>
                  <a:tcPr marL="109096" marR="109096" marT="54548" marB="54548" anchor="ctr">
                    <a:lnT w="12700" cap="flat" cmpd="sng" algn="ctr">
                      <a:solidFill>
                        <a:srgbClr val="C9DEF5"/>
                      </a:solidFill>
                      <a:prstDash val="solid"/>
                      <a:round/>
                      <a:headEnd type="none" w="med" len="med"/>
                      <a:tailEnd type="none" w="med" len="med"/>
                    </a:lnT>
                    <a:lnB w="12700" cap="flat" cmpd="sng" algn="ctr">
                      <a:solidFill>
                        <a:srgbClr val="C9DEF5"/>
                      </a:solidFill>
                      <a:prstDash val="solid"/>
                      <a:round/>
                      <a:headEnd type="none" w="med" len="med"/>
                      <a:tailEnd type="none" w="med" len="med"/>
                    </a:lnB>
                    <a:solidFill>
                      <a:schemeClr val="bg1"/>
                    </a:solidFill>
                  </a:tcPr>
                </a:tc>
                <a:extLst>
                  <a:ext uri="{0D108BD9-81ED-4DB2-BD59-A6C34878D82A}">
                    <a16:rowId xmlns:a16="http://schemas.microsoft.com/office/drawing/2014/main" val="122498342"/>
                  </a:ext>
                </a:extLst>
              </a:tr>
              <a:tr h="1005840">
                <a:tc>
                  <a:txBody>
                    <a:bodyPr/>
                    <a:lstStyle/>
                    <a:p>
                      <a:r>
                        <a:rPr lang="en-US" sz="1400" b="1"/>
                        <a:t>The Path Forward</a:t>
                      </a:r>
                    </a:p>
                  </a:txBody>
                  <a:tcPr marL="109096" marR="109096" marT="54548" marB="54548" anchor="ctr">
                    <a:lnT w="12700" cap="flat" cmpd="sng" algn="ctr">
                      <a:solidFill>
                        <a:srgbClr val="C9DEF5"/>
                      </a:solidFill>
                      <a:prstDash val="solid"/>
                      <a:round/>
                      <a:headEnd type="none" w="med" len="med"/>
                      <a:tailEnd type="none" w="med" len="med"/>
                    </a:lnT>
                    <a:lnB w="12700" cap="flat" cmpd="sng" algn="ctr">
                      <a:solidFill>
                        <a:srgbClr val="C9DEF5"/>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100"/>
                        <a:t>Potential areas of collaboration and future engagement models 	</a:t>
                      </a:r>
                    </a:p>
                  </a:txBody>
                  <a:tcPr marL="109096" marR="109096" marT="54548" marB="54548" anchor="ctr">
                    <a:lnT w="12700" cap="flat" cmpd="sng" algn="ctr">
                      <a:solidFill>
                        <a:srgbClr val="C9DEF5"/>
                      </a:solidFill>
                      <a:prstDash val="solid"/>
                      <a:round/>
                      <a:headEnd type="none" w="med" len="med"/>
                      <a:tailEnd type="none" w="med" len="med"/>
                    </a:lnT>
                    <a:lnB w="12700" cap="flat" cmpd="sng" algn="ctr">
                      <a:solidFill>
                        <a:srgbClr val="C9DEF5"/>
                      </a:solidFill>
                      <a:prstDash val="solid"/>
                      <a:round/>
                      <a:headEnd type="none" w="med" len="med"/>
                      <a:tailEnd type="none" w="med" len="med"/>
                    </a:lnB>
                    <a:solidFill>
                      <a:schemeClr val="bg1"/>
                    </a:solidFill>
                  </a:tcPr>
                </a:tc>
                <a:extLst>
                  <a:ext uri="{0D108BD9-81ED-4DB2-BD59-A6C34878D82A}">
                    <a16:rowId xmlns:a16="http://schemas.microsoft.com/office/drawing/2014/main" val="2399917165"/>
                  </a:ext>
                </a:extLst>
              </a:tr>
            </a:tbl>
          </a:graphicData>
        </a:graphic>
      </p:graphicFrame>
    </p:spTree>
    <p:extLst>
      <p:ext uri="{BB962C8B-B14F-4D97-AF65-F5344CB8AC3E}">
        <p14:creationId xmlns:p14="http://schemas.microsoft.com/office/powerpoint/2010/main" val="92334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5E023-D4F8-100A-B11F-D2DCA8CD56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5C43DA-BAAC-598B-54B1-6C6786D9BA2C}"/>
              </a:ext>
            </a:extLst>
          </p:cNvPr>
          <p:cNvSpPr>
            <a:spLocks noGrp="1"/>
          </p:cNvSpPr>
          <p:nvPr>
            <p:ph type="ctrTitle"/>
          </p:nvPr>
        </p:nvSpPr>
        <p:spPr/>
        <p:txBody>
          <a:bodyPr/>
          <a:lstStyle/>
          <a:p>
            <a:r>
              <a:rPr lang="en-US" b="1"/>
              <a:t>IT Maturity Assessment Results</a:t>
            </a:r>
          </a:p>
        </p:txBody>
      </p:sp>
      <p:sp>
        <p:nvSpPr>
          <p:cNvPr id="5" name="Text Placeholder 4">
            <a:extLst>
              <a:ext uri="{FF2B5EF4-FFF2-40B4-BE49-F238E27FC236}">
                <a16:creationId xmlns:a16="http://schemas.microsoft.com/office/drawing/2014/main" id="{6B0ED95F-5D40-CF22-C6E7-75ACDA6B562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646136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57CEE-D247-9825-4B3C-3A1BB24B04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DC08B7-9C45-347D-D4F7-93B5FF126421}"/>
              </a:ext>
            </a:extLst>
          </p:cNvPr>
          <p:cNvSpPr txBox="1"/>
          <p:nvPr/>
        </p:nvSpPr>
        <p:spPr>
          <a:xfrm>
            <a:off x="886246" y="1081872"/>
            <a:ext cx="338487" cy="268890"/>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Arial"/>
                <a:ea typeface="+mn-ea"/>
                <a:cs typeface="+mn-cs"/>
              </a:rPr>
              <a:t>L1</a:t>
            </a:r>
          </a:p>
        </p:txBody>
      </p:sp>
      <p:sp>
        <p:nvSpPr>
          <p:cNvPr id="4" name="TextBox 3">
            <a:extLst>
              <a:ext uri="{FF2B5EF4-FFF2-40B4-BE49-F238E27FC236}">
                <a16:creationId xmlns:a16="http://schemas.microsoft.com/office/drawing/2014/main" id="{0E0758B7-442D-2727-F68E-D854BA4F0376}"/>
              </a:ext>
            </a:extLst>
          </p:cNvPr>
          <p:cNvSpPr txBox="1"/>
          <p:nvPr/>
        </p:nvSpPr>
        <p:spPr>
          <a:xfrm>
            <a:off x="886245" y="1506032"/>
            <a:ext cx="338487" cy="268890"/>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Arial"/>
                <a:ea typeface="+mn-ea"/>
                <a:cs typeface="+mn-cs"/>
              </a:rPr>
              <a:t>L2</a:t>
            </a:r>
          </a:p>
        </p:txBody>
      </p:sp>
      <p:graphicFrame>
        <p:nvGraphicFramePr>
          <p:cNvPr id="5" name="Table 10">
            <a:extLst>
              <a:ext uri="{FF2B5EF4-FFF2-40B4-BE49-F238E27FC236}">
                <a16:creationId xmlns:a16="http://schemas.microsoft.com/office/drawing/2014/main" id="{BCBD3B57-F215-DB7F-6D3F-9B50B9C3FB7C}"/>
              </a:ext>
            </a:extLst>
          </p:cNvPr>
          <p:cNvGraphicFramePr>
            <a:graphicFrameLocks noGrp="1"/>
          </p:cNvGraphicFramePr>
          <p:nvPr>
            <p:extLst>
              <p:ext uri="{D42A27DB-BD31-4B8C-83A1-F6EECF244321}">
                <p14:modId xmlns:p14="http://schemas.microsoft.com/office/powerpoint/2010/main" val="212812622"/>
              </p:ext>
            </p:extLst>
          </p:nvPr>
        </p:nvGraphicFramePr>
        <p:xfrm>
          <a:off x="1101300" y="1158433"/>
          <a:ext cx="9989400" cy="5022359"/>
        </p:xfrm>
        <a:graphic>
          <a:graphicData uri="http://schemas.openxmlformats.org/drawingml/2006/table">
            <a:tbl>
              <a:tblPr firstRow="1">
                <a:tableStyleId>{5C22544A-7EE6-4342-B048-85BDC9FD1C3A}</a:tableStyleId>
              </a:tblPr>
              <a:tblGrid>
                <a:gridCol w="1664900">
                  <a:extLst>
                    <a:ext uri="{9D8B030D-6E8A-4147-A177-3AD203B41FA5}">
                      <a16:colId xmlns:a16="http://schemas.microsoft.com/office/drawing/2014/main" val="277245230"/>
                    </a:ext>
                  </a:extLst>
                </a:gridCol>
                <a:gridCol w="1664900">
                  <a:extLst>
                    <a:ext uri="{9D8B030D-6E8A-4147-A177-3AD203B41FA5}">
                      <a16:colId xmlns:a16="http://schemas.microsoft.com/office/drawing/2014/main" val="4283704778"/>
                    </a:ext>
                  </a:extLst>
                </a:gridCol>
                <a:gridCol w="1664900">
                  <a:extLst>
                    <a:ext uri="{9D8B030D-6E8A-4147-A177-3AD203B41FA5}">
                      <a16:colId xmlns:a16="http://schemas.microsoft.com/office/drawing/2014/main" val="4265218346"/>
                    </a:ext>
                  </a:extLst>
                </a:gridCol>
                <a:gridCol w="1664900">
                  <a:extLst>
                    <a:ext uri="{9D8B030D-6E8A-4147-A177-3AD203B41FA5}">
                      <a16:colId xmlns:a16="http://schemas.microsoft.com/office/drawing/2014/main" val="3130244523"/>
                    </a:ext>
                  </a:extLst>
                </a:gridCol>
                <a:gridCol w="1664900">
                  <a:extLst>
                    <a:ext uri="{9D8B030D-6E8A-4147-A177-3AD203B41FA5}">
                      <a16:colId xmlns:a16="http://schemas.microsoft.com/office/drawing/2014/main" val="2816264323"/>
                    </a:ext>
                  </a:extLst>
                </a:gridCol>
                <a:gridCol w="1664900">
                  <a:extLst>
                    <a:ext uri="{9D8B030D-6E8A-4147-A177-3AD203B41FA5}">
                      <a16:colId xmlns:a16="http://schemas.microsoft.com/office/drawing/2014/main" val="1637176114"/>
                    </a:ext>
                  </a:extLst>
                </a:gridCol>
              </a:tblGrid>
              <a:tr h="293118">
                <a:tc>
                  <a:txBody>
                    <a:bodyPr/>
                    <a:lstStyle/>
                    <a:p>
                      <a:pPr algn="ctr"/>
                      <a:endParaRPr lang="en-US" sz="900">
                        <a:solidFill>
                          <a:schemeClr val="bg1"/>
                        </a:solidFill>
                      </a:endParaRPr>
                    </a:p>
                  </a:txBody>
                  <a:tcPr marL="44069" marR="44069" marT="44069" marB="44069"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C233C"/>
                    </a:solidFill>
                  </a:tcPr>
                </a:tc>
                <a:tc>
                  <a:txBody>
                    <a:bodyPr/>
                    <a:lstStyle/>
                    <a:p>
                      <a:pPr algn="ctr"/>
                      <a:endParaRPr lang="en-US" sz="900">
                        <a:solidFill>
                          <a:schemeClr val="bg1"/>
                        </a:solidFill>
                      </a:endParaRPr>
                    </a:p>
                  </a:txBody>
                  <a:tcPr marL="44069" marR="44069" marT="44069" marB="44069"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C233C"/>
                    </a:solidFill>
                  </a:tcPr>
                </a:tc>
                <a:tc>
                  <a:txBody>
                    <a:bodyPr/>
                    <a:lstStyle/>
                    <a:p>
                      <a:pPr algn="ctr"/>
                      <a:endParaRPr lang="en-US" sz="900">
                        <a:solidFill>
                          <a:schemeClr val="bg1"/>
                        </a:solidFill>
                      </a:endParaRPr>
                    </a:p>
                  </a:txBody>
                  <a:tcPr marL="44069" marR="44069" marT="44069" marB="44069"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C233C"/>
                    </a:solidFill>
                  </a:tcPr>
                </a:tc>
                <a:tc>
                  <a:txBody>
                    <a:bodyPr/>
                    <a:lstStyle/>
                    <a:p>
                      <a:pPr algn="ctr"/>
                      <a:endParaRPr lang="en-US" sz="900">
                        <a:solidFill>
                          <a:schemeClr val="bg1"/>
                        </a:solidFill>
                      </a:endParaRPr>
                    </a:p>
                  </a:txBody>
                  <a:tcPr marL="44069" marR="44069" marT="44069" marB="44069"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C233C"/>
                    </a:solidFill>
                  </a:tcPr>
                </a:tc>
                <a:tc>
                  <a:txBody>
                    <a:bodyPr/>
                    <a:lstStyle/>
                    <a:p>
                      <a:pPr algn="ctr"/>
                      <a:endParaRPr lang="en-US" sz="900">
                        <a:solidFill>
                          <a:schemeClr val="bg1"/>
                        </a:solidFill>
                      </a:endParaRPr>
                    </a:p>
                  </a:txBody>
                  <a:tcPr marL="44069" marR="44069" marT="44069" marB="44069"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C233C"/>
                    </a:solidFill>
                  </a:tcPr>
                </a:tc>
                <a:tc>
                  <a:txBody>
                    <a:bodyPr/>
                    <a:lstStyle/>
                    <a:p>
                      <a:pPr algn="ctr"/>
                      <a:endParaRPr lang="en-US" sz="900">
                        <a:solidFill>
                          <a:schemeClr val="bg1"/>
                        </a:solidFill>
                      </a:endParaRPr>
                    </a:p>
                  </a:txBody>
                  <a:tcPr marL="44069" marR="44069" marT="44069" marB="44069"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C233C"/>
                    </a:solidFill>
                  </a:tcPr>
                </a:tc>
                <a:extLst>
                  <a:ext uri="{0D108BD9-81ED-4DB2-BD59-A6C34878D82A}">
                    <a16:rowId xmlns:a16="http://schemas.microsoft.com/office/drawing/2014/main" val="375378890"/>
                  </a:ext>
                </a:extLst>
              </a:tr>
              <a:tr h="3288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a:solidFill>
                            <a:schemeClr val="tx1"/>
                          </a:solidFill>
                        </a:rPr>
                        <a:t>Technology Experience Management</a:t>
                      </a:r>
                    </a:p>
                  </a:txBody>
                  <a:tcPr marL="44069" marR="44069" marT="27432" marB="27432" anchor="ct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accent5"/>
                          </a:solidFill>
                        </a:rPr>
                        <a:t>IT Portfolio Management**</a:t>
                      </a:r>
                    </a:p>
                  </a:txBody>
                  <a:tcPr marL="44069" marR="44069" marT="27432" marB="27432" anchor="ct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Device &amp; Endpoint Management</a:t>
                      </a:r>
                    </a:p>
                  </a:txBody>
                  <a:tcPr marL="44069" marR="44069" marT="27432" marB="27432" anchor="ct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Functional Test Management</a:t>
                      </a:r>
                    </a:p>
                  </a:txBody>
                  <a:tcPr marL="44069" marR="44069" marT="27432" marB="27432" anchor="ct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Change Readiness Management</a:t>
                      </a:r>
                    </a:p>
                  </a:txBody>
                  <a:tcPr marL="44069" marR="44069" marT="27432" marB="27432" anchor="ct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r>
                        <a:rPr lang="en-US" sz="1000" b="1" i="0">
                          <a:solidFill>
                            <a:schemeClr val="accent5"/>
                          </a:solidFill>
                        </a:rPr>
                        <a:t>Knowledge Management*</a:t>
                      </a:r>
                    </a:p>
                  </a:txBody>
                  <a:tcPr marL="44069" marR="44069" marT="27432" marB="27432" anchor="ctr">
                    <a:lnT w="12700" cap="flat" cmpd="sng" algn="ctr">
                      <a:no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70497200"/>
                  </a:ext>
                </a:extLst>
              </a:tr>
              <a:tr h="3288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accent5"/>
                          </a:solidFill>
                        </a:rPr>
                        <a:t>Strategy &amp; Investment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r>
                        <a:rPr lang="en-US" sz="1000" b="0">
                          <a:solidFill>
                            <a:schemeClr val="tx1"/>
                          </a:solidFill>
                        </a:rPr>
                        <a:t>IT Program/Increment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r>
                        <a:rPr lang="en-US" sz="1000" b="1">
                          <a:solidFill>
                            <a:schemeClr val="accent5"/>
                          </a:solidFill>
                        </a:rPr>
                        <a:t>Network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Security Test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accent5"/>
                          </a:solidFill>
                        </a:rPr>
                        <a:t>Change &amp; Release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r>
                        <a:rPr lang="en-US" sz="1000" b="1" kern="1200">
                          <a:solidFill>
                            <a:schemeClr val="accent5"/>
                          </a:solidFill>
                          <a:latin typeface="+mn-lt"/>
                          <a:ea typeface="+mn-ea"/>
                          <a:cs typeface="+mn-cs"/>
                        </a:rPr>
                        <a:t>Incident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712346750"/>
                  </a:ext>
                </a:extLst>
              </a:tr>
              <a:tr h="348966">
                <a:tc>
                  <a:txBody>
                    <a:bodyPr/>
                    <a:lstStyle/>
                    <a:p>
                      <a:pPr marL="0" marR="0" lvl="0" indent="0" algn="ctr" rtl="0" eaLnBrk="1" fontAlgn="auto" latinLnBrk="0" hangingPunct="1">
                        <a:lnSpc>
                          <a:spcPct val="100000"/>
                        </a:lnSpc>
                        <a:spcBef>
                          <a:spcPts val="0"/>
                        </a:spcBef>
                        <a:spcAft>
                          <a:spcPts val="0"/>
                        </a:spcAft>
                        <a:buClrTx/>
                        <a:buSzTx/>
                        <a:buFontTx/>
                        <a:buNone/>
                      </a:pPr>
                      <a:r>
                        <a:rPr lang="en-US" sz="1000" b="0">
                          <a:solidFill>
                            <a:schemeClr val="tx1"/>
                          </a:solidFill>
                        </a:rPr>
                        <a:t>Product &amp; Service Lifecycle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accent5"/>
                          </a:solidFill>
                        </a:rPr>
                        <a:t>IT Product/Team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accent5"/>
                          </a:solidFill>
                        </a:rPr>
                        <a:t>Hosting Environment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r>
                        <a:rPr lang="en-US" sz="1000" b="0">
                          <a:solidFill>
                            <a:schemeClr val="tx1"/>
                          </a:solidFill>
                        </a:rPr>
                        <a:t>Non-Functional Test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Problem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164183861"/>
                  </a:ext>
                </a:extLst>
              </a:tr>
              <a:tr h="348966">
                <a:tc>
                  <a:txBody>
                    <a:bodyPr/>
                    <a:lstStyle/>
                    <a:p>
                      <a:pPr marL="0" marR="0" lvl="0" indent="0" algn="ctr" rtl="0" eaLnBrk="1" fontAlgn="auto" latinLnBrk="0" hangingPunct="1">
                        <a:lnSpc>
                          <a:spcPct val="100000"/>
                        </a:lnSpc>
                        <a:spcBef>
                          <a:spcPts val="0"/>
                        </a:spcBef>
                        <a:spcAft>
                          <a:spcPts val="0"/>
                        </a:spcAft>
                        <a:buClrTx/>
                        <a:buSzTx/>
                        <a:buFontTx/>
                        <a:buNone/>
                      </a:pPr>
                      <a:r>
                        <a:rPr lang="en-US" sz="1000" b="1">
                          <a:solidFill>
                            <a:schemeClr val="accent5"/>
                          </a:solidFill>
                        </a:rPr>
                        <a:t>Enterprise Architecture &amp; IT Op Model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Solution Architecture</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Code &amp; Configuration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Viability Test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Request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903619582"/>
                  </a:ext>
                </a:extLst>
              </a:tr>
              <a:tr h="3288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accent5"/>
                          </a:solidFill>
                        </a:rPr>
                        <a:t>IT Vendor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API &amp; Integration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accent5"/>
                          </a:solidFill>
                          <a:latin typeface="+mn-lt"/>
                          <a:ea typeface="+mn-ea"/>
                          <a:cs typeface="+mn-cs"/>
                        </a:rPr>
                        <a:t>Monitoring &amp; Event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051181800"/>
                  </a:ext>
                </a:extLst>
              </a:tr>
              <a:tr h="4681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r>
                        <a:rPr lang="en-US" sz="1000" b="0">
                          <a:solidFill>
                            <a:schemeClr val="tx1"/>
                          </a:solidFill>
                        </a:rPr>
                        <a:t>Data Engineering &amp; Analytics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r>
                        <a:rPr lang="en-US" sz="1000" b="0" i="0">
                          <a:solidFill>
                            <a:schemeClr val="tx1"/>
                          </a:solidFill>
                        </a:rPr>
                        <a:t>Service Asset &amp; Configuration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962241658"/>
                  </a:ext>
                </a:extLst>
              </a:tr>
              <a:tr h="3489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r>
                        <a:rPr lang="en-US" sz="1000" b="0">
                          <a:solidFill>
                            <a:schemeClr val="tx1"/>
                          </a:solidFill>
                        </a:rPr>
                        <a:t>User Interf</a:t>
                      </a:r>
                      <a:r>
                        <a:rPr lang="en-US" sz="1000" b="0" kern="1200">
                          <a:solidFill>
                            <a:schemeClr val="tx1"/>
                          </a:solidFill>
                          <a:latin typeface="+mn-lt"/>
                          <a:ea typeface="+mn-ea"/>
                          <a:cs typeface="+mn-cs"/>
                        </a:rPr>
                        <a:t>ace</a:t>
                      </a:r>
                      <a:r>
                        <a:rPr lang="en-US" sz="1000" b="0">
                          <a:solidFill>
                            <a:schemeClr val="tx1"/>
                          </a:solidFill>
                        </a:rPr>
                        <a:t> &amp; Data Visualization Design</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r>
                        <a:rPr lang="en-US" sz="1000" b="1" kern="1200">
                          <a:solidFill>
                            <a:schemeClr val="accent5"/>
                          </a:solidFill>
                          <a:latin typeface="+mn-lt"/>
                          <a:ea typeface="+mn-ea"/>
                          <a:cs typeface="+mn-cs"/>
                        </a:rPr>
                        <a:t>Threat Detection &amp; Response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452836875"/>
                  </a:ext>
                </a:extLst>
              </a:tr>
              <a:tr h="3288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r>
                        <a:rPr lang="en-US" sz="1000" b="1" kern="1200">
                          <a:solidFill>
                            <a:schemeClr val="accent5"/>
                          </a:solidFill>
                          <a:latin typeface="+mn-lt"/>
                          <a:ea typeface="+mn-ea"/>
                          <a:cs typeface="+mn-cs"/>
                        </a:rPr>
                        <a:t>Identity &amp; Access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IT Risk &amp; Compliance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915789097"/>
                  </a:ext>
                </a:extLst>
              </a:tr>
              <a:tr h="3288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kern="1200">
                        <a:solidFill>
                          <a:schemeClr val="tx1"/>
                        </a:solidFill>
                        <a:latin typeface="+mn-lt"/>
                        <a:ea typeface="+mn-ea"/>
                        <a:cs typeface="+mn-cs"/>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accent5"/>
                          </a:solidFill>
                        </a:rPr>
                        <a:t>Recovery &amp; Resiliency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373337383"/>
                  </a:ext>
                </a:extLst>
              </a:tr>
              <a:tr h="32881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kern="1200">
                        <a:solidFill>
                          <a:schemeClr val="tx1"/>
                        </a:solidFill>
                        <a:latin typeface="+mn-lt"/>
                        <a:ea typeface="+mn-ea"/>
                        <a:cs typeface="+mn-cs"/>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accent5"/>
                          </a:solidFill>
                          <a:latin typeface="+mn-lt"/>
                          <a:ea typeface="+mn-ea"/>
                          <a:cs typeface="+mn-cs"/>
                        </a:rPr>
                        <a:t>Data Management &amp; Governance**</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845720872"/>
                  </a:ext>
                </a:extLst>
              </a:tr>
              <a:tr h="3489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kern="1200">
                        <a:solidFill>
                          <a:schemeClr val="tx1"/>
                        </a:solidFill>
                        <a:latin typeface="+mn-lt"/>
                        <a:ea typeface="+mn-ea"/>
                        <a:cs typeface="+mn-cs"/>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accent5"/>
                          </a:solidFill>
                        </a:rPr>
                        <a:t>IT Talent &amp; Communication Management**</a:t>
                      </a:r>
                    </a:p>
                  </a:txBody>
                  <a:tcPr marL="44069" marR="44069" marT="27432" marB="27432"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336627719"/>
                  </a:ext>
                </a:extLst>
              </a:tr>
              <a:tr h="2433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gn="ctr"/>
                      <a:endParaRPr lang="en-US" sz="1000" b="0" kern="1200">
                        <a:solidFill>
                          <a:schemeClr val="tx1"/>
                        </a:solidFill>
                        <a:latin typeface="+mn-lt"/>
                        <a:ea typeface="+mn-ea"/>
                        <a:cs typeface="+mn-cs"/>
                      </a:endParaRPr>
                    </a:p>
                  </a:txBody>
                  <a:tcPr marL="44069" marR="44069" marT="27432" marB="27432" anchor="ct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gn="ctr"/>
                      <a:endParaRPr lang="en-US" sz="1000" b="0">
                        <a:solidFill>
                          <a:schemeClr val="tx1"/>
                        </a:solidFill>
                      </a:endParaRPr>
                    </a:p>
                  </a:txBody>
                  <a:tcPr marL="44069" marR="44069" marT="27432" marB="27432" anchor="ct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accent5"/>
                          </a:solidFill>
                          <a:latin typeface="+mn-lt"/>
                          <a:ea typeface="+mn-ea"/>
                          <a:cs typeface="+mn-cs"/>
                        </a:rPr>
                        <a:t>IT Financial Management**</a:t>
                      </a:r>
                    </a:p>
                  </a:txBody>
                  <a:tcPr marL="44069" marR="44069" marT="27432" marB="27432" anchor="ctr">
                    <a:lnT w="635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201766549"/>
                  </a:ext>
                </a:extLst>
              </a:tr>
            </a:tbl>
          </a:graphicData>
        </a:graphic>
      </p:graphicFrame>
      <p:sp>
        <p:nvSpPr>
          <p:cNvPr id="8" name="Rectangle 7">
            <a:extLst>
              <a:ext uri="{FF2B5EF4-FFF2-40B4-BE49-F238E27FC236}">
                <a16:creationId xmlns:a16="http://schemas.microsoft.com/office/drawing/2014/main" id="{7A96DDF4-DCDB-85C5-101E-E613A49E9E18}"/>
              </a:ext>
            </a:extLst>
          </p:cNvPr>
          <p:cNvSpPr>
            <a:spLocks/>
          </p:cNvSpPr>
          <p:nvPr/>
        </p:nvSpPr>
        <p:spPr>
          <a:xfrm>
            <a:off x="2814353" y="903568"/>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Define</a:t>
            </a:r>
          </a:p>
        </p:txBody>
      </p:sp>
      <p:sp>
        <p:nvSpPr>
          <p:cNvPr id="10" name="Isosceles Triangle 9">
            <a:extLst>
              <a:ext uri="{FF2B5EF4-FFF2-40B4-BE49-F238E27FC236}">
                <a16:creationId xmlns:a16="http://schemas.microsoft.com/office/drawing/2014/main" id="{D6C94E24-F536-F895-1383-04B6B44D4846}"/>
              </a:ext>
            </a:extLst>
          </p:cNvPr>
          <p:cNvSpPr/>
          <p:nvPr/>
        </p:nvSpPr>
        <p:spPr>
          <a:xfrm rot="5400000">
            <a:off x="4073663" y="1071234"/>
            <a:ext cx="206400" cy="13801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rial"/>
              <a:ea typeface="+mn-ea"/>
              <a:cs typeface="+mn-cs"/>
            </a:endParaRPr>
          </a:p>
        </p:txBody>
      </p:sp>
      <p:grpSp>
        <p:nvGrpSpPr>
          <p:cNvPr id="12" name="Graphic 5">
            <a:extLst>
              <a:ext uri="{FF2B5EF4-FFF2-40B4-BE49-F238E27FC236}">
                <a16:creationId xmlns:a16="http://schemas.microsoft.com/office/drawing/2014/main" id="{39CEA9A0-9682-2047-7A6F-B0D40B9397A3}"/>
              </a:ext>
            </a:extLst>
          </p:cNvPr>
          <p:cNvGrpSpPr>
            <a:grpSpLocks noChangeAspect="1"/>
          </p:cNvGrpSpPr>
          <p:nvPr/>
        </p:nvGrpSpPr>
        <p:grpSpPr>
          <a:xfrm>
            <a:off x="3564438" y="1035281"/>
            <a:ext cx="255491" cy="210151"/>
            <a:chOff x="3800475" y="1485138"/>
            <a:chExt cx="4730981" cy="3894305"/>
          </a:xfrm>
          <a:noFill/>
        </p:grpSpPr>
        <p:sp>
          <p:nvSpPr>
            <p:cNvPr id="13" name="Freeform: Shape 12">
              <a:extLst>
                <a:ext uri="{FF2B5EF4-FFF2-40B4-BE49-F238E27FC236}">
                  <a16:creationId xmlns:a16="http://schemas.microsoft.com/office/drawing/2014/main" id="{2F23ACF4-D975-4FF5-3705-99A624FDC36C}"/>
                </a:ext>
              </a:extLst>
            </p:cNvPr>
            <p:cNvSpPr/>
            <p:nvPr/>
          </p:nvSpPr>
          <p:spPr>
            <a:xfrm>
              <a:off x="5176161" y="1485138"/>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4" name="Freeform: Shape 13">
              <a:extLst>
                <a:ext uri="{FF2B5EF4-FFF2-40B4-BE49-F238E27FC236}">
                  <a16:creationId xmlns:a16="http://schemas.microsoft.com/office/drawing/2014/main" id="{2B8332FE-C319-41B0-D384-FADDA11894B9}"/>
                </a:ext>
              </a:extLst>
            </p:cNvPr>
            <p:cNvSpPr/>
            <p:nvPr/>
          </p:nvSpPr>
          <p:spPr>
            <a:xfrm>
              <a:off x="5176161" y="2259996"/>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5" name="Freeform: Shape 14">
              <a:extLst>
                <a:ext uri="{FF2B5EF4-FFF2-40B4-BE49-F238E27FC236}">
                  <a16:creationId xmlns:a16="http://schemas.microsoft.com/office/drawing/2014/main" id="{87FD24DB-D510-3F45-212E-F04C993D6E1C}"/>
                </a:ext>
              </a:extLst>
            </p:cNvPr>
            <p:cNvSpPr/>
            <p:nvPr/>
          </p:nvSpPr>
          <p:spPr>
            <a:xfrm>
              <a:off x="5176161" y="3034865"/>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Freeform: Shape 15">
              <a:extLst>
                <a:ext uri="{FF2B5EF4-FFF2-40B4-BE49-F238E27FC236}">
                  <a16:creationId xmlns:a16="http://schemas.microsoft.com/office/drawing/2014/main" id="{31C3E545-AA64-034A-0768-7EEAE6054BC2}"/>
                </a:ext>
              </a:extLst>
            </p:cNvPr>
            <p:cNvSpPr/>
            <p:nvPr/>
          </p:nvSpPr>
          <p:spPr>
            <a:xfrm>
              <a:off x="5176161" y="3809723"/>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Shape 16">
              <a:extLst>
                <a:ext uri="{FF2B5EF4-FFF2-40B4-BE49-F238E27FC236}">
                  <a16:creationId xmlns:a16="http://schemas.microsoft.com/office/drawing/2014/main" id="{352DCC85-5A62-7ED4-396E-51A9037C2DCE}"/>
                </a:ext>
              </a:extLst>
            </p:cNvPr>
            <p:cNvSpPr/>
            <p:nvPr/>
          </p:nvSpPr>
          <p:spPr>
            <a:xfrm>
              <a:off x="3800475" y="1485138"/>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no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8" name="Freeform: Shape 17">
              <a:extLst>
                <a:ext uri="{FF2B5EF4-FFF2-40B4-BE49-F238E27FC236}">
                  <a16:creationId xmlns:a16="http://schemas.microsoft.com/office/drawing/2014/main" id="{D167C641-204B-7186-DFF8-A1BB2C1103DE}"/>
                </a:ext>
              </a:extLst>
            </p:cNvPr>
            <p:cNvSpPr/>
            <p:nvPr/>
          </p:nvSpPr>
          <p:spPr>
            <a:xfrm>
              <a:off x="3800475" y="3023425"/>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no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9" name="Freeform: Shape 18">
              <a:extLst>
                <a:ext uri="{FF2B5EF4-FFF2-40B4-BE49-F238E27FC236}">
                  <a16:creationId xmlns:a16="http://schemas.microsoft.com/office/drawing/2014/main" id="{DDC3D53E-396E-BACE-7329-1D90B3693811}"/>
                </a:ext>
              </a:extLst>
            </p:cNvPr>
            <p:cNvSpPr/>
            <p:nvPr/>
          </p:nvSpPr>
          <p:spPr>
            <a:xfrm>
              <a:off x="5176161" y="4595060"/>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Shape 19">
              <a:extLst>
                <a:ext uri="{FF2B5EF4-FFF2-40B4-BE49-F238E27FC236}">
                  <a16:creationId xmlns:a16="http://schemas.microsoft.com/office/drawing/2014/main" id="{B93E5DE5-4754-622E-2C9F-FA5E0B358B3C}"/>
                </a:ext>
              </a:extLst>
            </p:cNvPr>
            <p:cNvSpPr/>
            <p:nvPr/>
          </p:nvSpPr>
          <p:spPr>
            <a:xfrm>
              <a:off x="5176161" y="5369918"/>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Shape 20">
              <a:extLst>
                <a:ext uri="{FF2B5EF4-FFF2-40B4-BE49-F238E27FC236}">
                  <a16:creationId xmlns:a16="http://schemas.microsoft.com/office/drawing/2014/main" id="{31C6FF20-1390-5377-1B20-1269BC658C91}"/>
                </a:ext>
              </a:extLst>
            </p:cNvPr>
            <p:cNvSpPr/>
            <p:nvPr/>
          </p:nvSpPr>
          <p:spPr>
            <a:xfrm>
              <a:off x="3800475" y="4583620"/>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no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4" name="Rectangle 23">
            <a:extLst>
              <a:ext uri="{FF2B5EF4-FFF2-40B4-BE49-F238E27FC236}">
                <a16:creationId xmlns:a16="http://schemas.microsoft.com/office/drawing/2014/main" id="{8211ED64-A0FB-8A82-C731-24FB6B896D50}"/>
              </a:ext>
            </a:extLst>
          </p:cNvPr>
          <p:cNvSpPr>
            <a:spLocks/>
          </p:cNvSpPr>
          <p:nvPr/>
        </p:nvSpPr>
        <p:spPr>
          <a:xfrm>
            <a:off x="1137985" y="903568"/>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Align</a:t>
            </a:r>
          </a:p>
        </p:txBody>
      </p:sp>
      <p:sp>
        <p:nvSpPr>
          <p:cNvPr id="26" name="Isosceles Triangle 25">
            <a:extLst>
              <a:ext uri="{FF2B5EF4-FFF2-40B4-BE49-F238E27FC236}">
                <a16:creationId xmlns:a16="http://schemas.microsoft.com/office/drawing/2014/main" id="{F29F3C9D-1592-241C-0873-281168E8C632}"/>
              </a:ext>
            </a:extLst>
          </p:cNvPr>
          <p:cNvSpPr/>
          <p:nvPr/>
        </p:nvSpPr>
        <p:spPr>
          <a:xfrm rot="5400000">
            <a:off x="2396534" y="1071234"/>
            <a:ext cx="206400" cy="13801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rial"/>
              <a:ea typeface="+mn-ea"/>
              <a:cs typeface="+mn-cs"/>
            </a:endParaRPr>
          </a:p>
        </p:txBody>
      </p:sp>
      <p:cxnSp>
        <p:nvCxnSpPr>
          <p:cNvPr id="29" name="Straight Connector 28">
            <a:extLst>
              <a:ext uri="{FF2B5EF4-FFF2-40B4-BE49-F238E27FC236}">
                <a16:creationId xmlns:a16="http://schemas.microsoft.com/office/drawing/2014/main" id="{B3FE450F-948B-3567-0A1C-551EBD2C325F}"/>
              </a:ext>
            </a:extLst>
          </p:cNvPr>
          <p:cNvCxnSpPr>
            <a:cxnSpLocks/>
          </p:cNvCxnSpPr>
          <p:nvPr/>
        </p:nvCxnSpPr>
        <p:spPr>
          <a:xfrm rot="5400000">
            <a:off x="1744132" y="1145934"/>
            <a:ext cx="2855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51CCCE2-86A8-D78E-FA6D-FA20A7525006}"/>
              </a:ext>
            </a:extLst>
          </p:cNvPr>
          <p:cNvSpPr/>
          <p:nvPr/>
        </p:nvSpPr>
        <p:spPr>
          <a:xfrm rot="5400000">
            <a:off x="2128737" y="907194"/>
            <a:ext cx="68780" cy="352425"/>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prstClr val="white"/>
              </a:solidFill>
              <a:effectLst/>
              <a:uLnTx/>
              <a:uFillTx/>
              <a:latin typeface="Arial"/>
              <a:ea typeface="+mn-ea"/>
              <a:cs typeface="+mn-cs"/>
            </a:endParaRPr>
          </a:p>
        </p:txBody>
      </p:sp>
      <p:sp>
        <p:nvSpPr>
          <p:cNvPr id="31" name="Rectangle 30">
            <a:extLst>
              <a:ext uri="{FF2B5EF4-FFF2-40B4-BE49-F238E27FC236}">
                <a16:creationId xmlns:a16="http://schemas.microsoft.com/office/drawing/2014/main" id="{D09A7C47-AE67-541F-A822-0FEFFCFB14DF}"/>
              </a:ext>
            </a:extLst>
          </p:cNvPr>
          <p:cNvSpPr/>
          <p:nvPr/>
        </p:nvSpPr>
        <p:spPr>
          <a:xfrm rot="5400000">
            <a:off x="2062061" y="1098922"/>
            <a:ext cx="68780" cy="219076"/>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prstClr val="white"/>
              </a:solidFill>
              <a:effectLst/>
              <a:uLnTx/>
              <a:uFillTx/>
              <a:latin typeface="Arial"/>
              <a:ea typeface="+mn-ea"/>
              <a:cs typeface="+mn-cs"/>
            </a:endParaRPr>
          </a:p>
        </p:txBody>
      </p:sp>
      <p:sp>
        <p:nvSpPr>
          <p:cNvPr id="34" name="Rectangle 33">
            <a:extLst>
              <a:ext uri="{FF2B5EF4-FFF2-40B4-BE49-F238E27FC236}">
                <a16:creationId xmlns:a16="http://schemas.microsoft.com/office/drawing/2014/main" id="{32276F20-0D25-56D8-52AA-62CDC69ADDE2}"/>
              </a:ext>
            </a:extLst>
          </p:cNvPr>
          <p:cNvSpPr>
            <a:spLocks/>
          </p:cNvSpPr>
          <p:nvPr/>
        </p:nvSpPr>
        <p:spPr>
          <a:xfrm>
            <a:off x="4490721" y="903568"/>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Change</a:t>
            </a:r>
          </a:p>
        </p:txBody>
      </p:sp>
      <p:sp>
        <p:nvSpPr>
          <p:cNvPr id="36" name="Isosceles Triangle 35">
            <a:extLst>
              <a:ext uri="{FF2B5EF4-FFF2-40B4-BE49-F238E27FC236}">
                <a16:creationId xmlns:a16="http://schemas.microsoft.com/office/drawing/2014/main" id="{0F5E26B3-5EAA-313E-C7AB-9B05755820AB}"/>
              </a:ext>
            </a:extLst>
          </p:cNvPr>
          <p:cNvSpPr/>
          <p:nvPr/>
        </p:nvSpPr>
        <p:spPr>
          <a:xfrm rot="5400000">
            <a:off x="5750793" y="1071234"/>
            <a:ext cx="206400" cy="13801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rial"/>
              <a:ea typeface="+mn-ea"/>
              <a:cs typeface="+mn-cs"/>
            </a:endParaRPr>
          </a:p>
        </p:txBody>
      </p:sp>
      <p:grpSp>
        <p:nvGrpSpPr>
          <p:cNvPr id="38" name="Group 37">
            <a:extLst>
              <a:ext uri="{FF2B5EF4-FFF2-40B4-BE49-F238E27FC236}">
                <a16:creationId xmlns:a16="http://schemas.microsoft.com/office/drawing/2014/main" id="{E0C4170E-AFC2-3F7E-A72D-0EE9BAEF6002}"/>
              </a:ext>
            </a:extLst>
          </p:cNvPr>
          <p:cNvGrpSpPr>
            <a:grpSpLocks noChangeAspect="1"/>
          </p:cNvGrpSpPr>
          <p:nvPr/>
        </p:nvGrpSpPr>
        <p:grpSpPr>
          <a:xfrm>
            <a:off x="5325754" y="1006233"/>
            <a:ext cx="263511" cy="268013"/>
            <a:chOff x="6042573" y="1717468"/>
            <a:chExt cx="590930" cy="601026"/>
          </a:xfrm>
        </p:grpSpPr>
        <p:grpSp>
          <p:nvGrpSpPr>
            <p:cNvPr id="39" name="Graphic 97">
              <a:extLst>
                <a:ext uri="{FF2B5EF4-FFF2-40B4-BE49-F238E27FC236}">
                  <a16:creationId xmlns:a16="http://schemas.microsoft.com/office/drawing/2014/main" id="{B43BDFB4-B44E-8B59-7DE0-AD2F80E346C7}"/>
                </a:ext>
              </a:extLst>
            </p:cNvPr>
            <p:cNvGrpSpPr/>
            <p:nvPr/>
          </p:nvGrpSpPr>
          <p:grpSpPr>
            <a:xfrm>
              <a:off x="6042573" y="1717468"/>
              <a:ext cx="590930" cy="479964"/>
              <a:chOff x="6042573" y="1717468"/>
              <a:chExt cx="590930" cy="479964"/>
            </a:xfrm>
            <a:noFill/>
          </p:grpSpPr>
          <p:sp>
            <p:nvSpPr>
              <p:cNvPr id="43" name="Freeform: Shape 42">
                <a:extLst>
                  <a:ext uri="{FF2B5EF4-FFF2-40B4-BE49-F238E27FC236}">
                    <a16:creationId xmlns:a16="http://schemas.microsoft.com/office/drawing/2014/main" id="{7E96A04F-7192-8236-ED9E-BC14E17284C0}"/>
                  </a:ext>
                </a:extLst>
              </p:cNvPr>
              <p:cNvSpPr/>
              <p:nvPr/>
            </p:nvSpPr>
            <p:spPr>
              <a:xfrm>
                <a:off x="6042573" y="1834911"/>
                <a:ext cx="590930" cy="362521"/>
              </a:xfrm>
              <a:custGeom>
                <a:avLst/>
                <a:gdLst>
                  <a:gd name="connsiteX0" fmla="*/ 0 w 590930"/>
                  <a:gd name="connsiteY0" fmla="*/ 362522 h 362521"/>
                  <a:gd name="connsiteX1" fmla="*/ 131445 w 590930"/>
                  <a:gd name="connsiteY1" fmla="*/ 362522 h 362521"/>
                  <a:gd name="connsiteX2" fmla="*/ 162020 w 590930"/>
                  <a:gd name="connsiteY2" fmla="*/ 345948 h 362521"/>
                  <a:gd name="connsiteX3" fmla="*/ 376714 w 590930"/>
                  <a:gd name="connsiteY3" fmla="*/ 16573 h 362521"/>
                  <a:gd name="connsiteX4" fmla="*/ 407289 w 590930"/>
                  <a:gd name="connsiteY4" fmla="*/ 0 h 362521"/>
                  <a:gd name="connsiteX5" fmla="*/ 590931 w 590930"/>
                  <a:gd name="connsiteY5" fmla="*/ 0 h 36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521">
                    <a:moveTo>
                      <a:pt x="0" y="362522"/>
                    </a:moveTo>
                    <a:lnTo>
                      <a:pt x="131445" y="362522"/>
                    </a:lnTo>
                    <a:cubicBezTo>
                      <a:pt x="143828" y="362522"/>
                      <a:pt x="155258" y="356330"/>
                      <a:pt x="162020" y="345948"/>
                    </a:cubicBezTo>
                    <a:lnTo>
                      <a:pt x="376714" y="16573"/>
                    </a:lnTo>
                    <a:cubicBezTo>
                      <a:pt x="383477" y="6286"/>
                      <a:pt x="394907" y="0"/>
                      <a:pt x="407289" y="0"/>
                    </a:cubicBezTo>
                    <a:lnTo>
                      <a:pt x="590931" y="0"/>
                    </a:lnTo>
                  </a:path>
                </a:pathLst>
              </a:custGeom>
              <a:no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44" name="Freeform: Shape 43">
                <a:extLst>
                  <a:ext uri="{FF2B5EF4-FFF2-40B4-BE49-F238E27FC236}">
                    <a16:creationId xmlns:a16="http://schemas.microsoft.com/office/drawing/2014/main" id="{64D6D9A2-CE6E-EF05-E0D3-44F9EB72CBD5}"/>
                  </a:ext>
                </a:extLst>
              </p:cNvPr>
              <p:cNvSpPr/>
              <p:nvPr/>
            </p:nvSpPr>
            <p:spPr>
              <a:xfrm>
                <a:off x="6519680" y="1717468"/>
                <a:ext cx="113823" cy="242220"/>
              </a:xfrm>
              <a:custGeom>
                <a:avLst/>
                <a:gdLst>
                  <a:gd name="connsiteX0" fmla="*/ 3810 w 113823"/>
                  <a:gd name="connsiteY0" fmla="*/ 242221 h 242220"/>
                  <a:gd name="connsiteX1" fmla="*/ 113824 w 113823"/>
                  <a:gd name="connsiteY1" fmla="*/ 117539 h 242220"/>
                  <a:gd name="connsiteX2" fmla="*/ 0 w 113823"/>
                  <a:gd name="connsiteY2" fmla="*/ 0 h 242220"/>
                </a:gdLst>
                <a:ahLst/>
                <a:cxnLst>
                  <a:cxn ang="0">
                    <a:pos x="connsiteX0" y="connsiteY0"/>
                  </a:cxn>
                  <a:cxn ang="0">
                    <a:pos x="connsiteX1" y="connsiteY1"/>
                  </a:cxn>
                  <a:cxn ang="0">
                    <a:pos x="connsiteX2" y="connsiteY2"/>
                  </a:cxn>
                </a:cxnLst>
                <a:rect l="l" t="t" r="r" b="b"/>
                <a:pathLst>
                  <a:path w="113823" h="242220">
                    <a:moveTo>
                      <a:pt x="3810" y="242221"/>
                    </a:moveTo>
                    <a:lnTo>
                      <a:pt x="113824" y="117539"/>
                    </a:lnTo>
                    <a:lnTo>
                      <a:pt x="0" y="0"/>
                    </a:lnTo>
                  </a:path>
                </a:pathLst>
              </a:custGeom>
              <a:no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40" name="Graphic 97">
              <a:extLst>
                <a:ext uri="{FF2B5EF4-FFF2-40B4-BE49-F238E27FC236}">
                  <a16:creationId xmlns:a16="http://schemas.microsoft.com/office/drawing/2014/main" id="{7233C413-A40B-8629-FB3E-AE23595D6699}"/>
                </a:ext>
              </a:extLst>
            </p:cNvPr>
            <p:cNvGrpSpPr/>
            <p:nvPr/>
          </p:nvGrpSpPr>
          <p:grpSpPr>
            <a:xfrm>
              <a:off x="6042573" y="1838530"/>
              <a:ext cx="590930" cy="479964"/>
              <a:chOff x="6042573" y="1838530"/>
              <a:chExt cx="590930" cy="479964"/>
            </a:xfrm>
            <a:noFill/>
          </p:grpSpPr>
          <p:sp>
            <p:nvSpPr>
              <p:cNvPr id="41" name="Freeform: Shape 40">
                <a:extLst>
                  <a:ext uri="{FF2B5EF4-FFF2-40B4-BE49-F238E27FC236}">
                    <a16:creationId xmlns:a16="http://schemas.microsoft.com/office/drawing/2014/main" id="{66F4D306-29DF-2D6E-4092-46530C918ADF}"/>
                  </a:ext>
                </a:extLst>
              </p:cNvPr>
              <p:cNvSpPr/>
              <p:nvPr/>
            </p:nvSpPr>
            <p:spPr>
              <a:xfrm>
                <a:off x="6042573" y="1838530"/>
                <a:ext cx="590930" cy="362426"/>
              </a:xfrm>
              <a:custGeom>
                <a:avLst/>
                <a:gdLst>
                  <a:gd name="connsiteX0" fmla="*/ 0 w 590930"/>
                  <a:gd name="connsiteY0" fmla="*/ 0 h 362426"/>
                  <a:gd name="connsiteX1" fmla="*/ 131445 w 590930"/>
                  <a:gd name="connsiteY1" fmla="*/ 0 h 362426"/>
                  <a:gd name="connsiteX2" fmla="*/ 162020 w 590930"/>
                  <a:gd name="connsiteY2" fmla="*/ 16573 h 362426"/>
                  <a:gd name="connsiteX3" fmla="*/ 376714 w 590930"/>
                  <a:gd name="connsiteY3" fmla="*/ 345853 h 362426"/>
                  <a:gd name="connsiteX4" fmla="*/ 407289 w 590930"/>
                  <a:gd name="connsiteY4" fmla="*/ 362426 h 362426"/>
                  <a:gd name="connsiteX5" fmla="*/ 590931 w 590930"/>
                  <a:gd name="connsiteY5" fmla="*/ 362426 h 36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426">
                    <a:moveTo>
                      <a:pt x="0" y="0"/>
                    </a:moveTo>
                    <a:lnTo>
                      <a:pt x="131445" y="0"/>
                    </a:lnTo>
                    <a:cubicBezTo>
                      <a:pt x="143828" y="0"/>
                      <a:pt x="155258" y="6191"/>
                      <a:pt x="162020" y="16573"/>
                    </a:cubicBezTo>
                    <a:lnTo>
                      <a:pt x="376714" y="345853"/>
                    </a:lnTo>
                    <a:cubicBezTo>
                      <a:pt x="383477" y="356140"/>
                      <a:pt x="394907" y="362426"/>
                      <a:pt x="407289" y="362426"/>
                    </a:cubicBezTo>
                    <a:lnTo>
                      <a:pt x="590931" y="362426"/>
                    </a:lnTo>
                  </a:path>
                </a:pathLst>
              </a:custGeom>
              <a:no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42" name="Freeform: Shape 41">
                <a:extLst>
                  <a:ext uri="{FF2B5EF4-FFF2-40B4-BE49-F238E27FC236}">
                    <a16:creationId xmlns:a16="http://schemas.microsoft.com/office/drawing/2014/main" id="{40F11A70-DD1C-5EDC-AE71-6B7FA9179031}"/>
                  </a:ext>
                </a:extLst>
              </p:cNvPr>
              <p:cNvSpPr/>
              <p:nvPr/>
            </p:nvSpPr>
            <p:spPr>
              <a:xfrm>
                <a:off x="6519680" y="2076274"/>
                <a:ext cx="113823" cy="242220"/>
              </a:xfrm>
              <a:custGeom>
                <a:avLst/>
                <a:gdLst>
                  <a:gd name="connsiteX0" fmla="*/ 3810 w 113823"/>
                  <a:gd name="connsiteY0" fmla="*/ 0 h 242220"/>
                  <a:gd name="connsiteX1" fmla="*/ 113824 w 113823"/>
                  <a:gd name="connsiteY1" fmla="*/ 124682 h 242220"/>
                  <a:gd name="connsiteX2" fmla="*/ 0 w 113823"/>
                  <a:gd name="connsiteY2" fmla="*/ 242221 h 242220"/>
                </a:gdLst>
                <a:ahLst/>
                <a:cxnLst>
                  <a:cxn ang="0">
                    <a:pos x="connsiteX0" y="connsiteY0"/>
                  </a:cxn>
                  <a:cxn ang="0">
                    <a:pos x="connsiteX1" y="connsiteY1"/>
                  </a:cxn>
                  <a:cxn ang="0">
                    <a:pos x="connsiteX2" y="connsiteY2"/>
                  </a:cxn>
                </a:cxnLst>
                <a:rect l="l" t="t" r="r" b="b"/>
                <a:pathLst>
                  <a:path w="113823" h="242220">
                    <a:moveTo>
                      <a:pt x="3810" y="0"/>
                    </a:moveTo>
                    <a:lnTo>
                      <a:pt x="113824" y="124682"/>
                    </a:lnTo>
                    <a:lnTo>
                      <a:pt x="0" y="242221"/>
                    </a:lnTo>
                  </a:path>
                </a:pathLst>
              </a:custGeom>
              <a:no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47" name="Rectangle 46">
            <a:extLst>
              <a:ext uri="{FF2B5EF4-FFF2-40B4-BE49-F238E27FC236}">
                <a16:creationId xmlns:a16="http://schemas.microsoft.com/office/drawing/2014/main" id="{62EDF121-ACF9-34F6-9618-E18B0C545FB3}"/>
              </a:ext>
            </a:extLst>
          </p:cNvPr>
          <p:cNvSpPr>
            <a:spLocks/>
          </p:cNvSpPr>
          <p:nvPr/>
        </p:nvSpPr>
        <p:spPr>
          <a:xfrm>
            <a:off x="6167089" y="903568"/>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Test</a:t>
            </a:r>
          </a:p>
        </p:txBody>
      </p:sp>
      <p:sp>
        <p:nvSpPr>
          <p:cNvPr id="49" name="Isosceles Triangle 48">
            <a:extLst>
              <a:ext uri="{FF2B5EF4-FFF2-40B4-BE49-F238E27FC236}">
                <a16:creationId xmlns:a16="http://schemas.microsoft.com/office/drawing/2014/main" id="{B2AE1B83-DBBD-32DE-B5C8-0258DE75FC95}"/>
              </a:ext>
            </a:extLst>
          </p:cNvPr>
          <p:cNvSpPr/>
          <p:nvPr/>
        </p:nvSpPr>
        <p:spPr>
          <a:xfrm rot="5400000">
            <a:off x="7427922" y="1071234"/>
            <a:ext cx="206400" cy="13801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rial"/>
              <a:ea typeface="+mn-ea"/>
              <a:cs typeface="+mn-cs"/>
            </a:endParaRPr>
          </a:p>
        </p:txBody>
      </p:sp>
      <p:grpSp>
        <p:nvGrpSpPr>
          <p:cNvPr id="51" name="Group 50">
            <a:extLst>
              <a:ext uri="{FF2B5EF4-FFF2-40B4-BE49-F238E27FC236}">
                <a16:creationId xmlns:a16="http://schemas.microsoft.com/office/drawing/2014/main" id="{3E4EF2B3-BA9C-C90C-1019-77F3EC07DE0D}"/>
              </a:ext>
            </a:extLst>
          </p:cNvPr>
          <p:cNvGrpSpPr>
            <a:grpSpLocks noChangeAspect="1"/>
          </p:cNvGrpSpPr>
          <p:nvPr/>
        </p:nvGrpSpPr>
        <p:grpSpPr>
          <a:xfrm>
            <a:off x="6744396" y="1000195"/>
            <a:ext cx="230122" cy="280012"/>
            <a:chOff x="1883790" y="4024476"/>
            <a:chExt cx="459232" cy="558800"/>
          </a:xfrm>
        </p:grpSpPr>
        <p:sp>
          <p:nvSpPr>
            <p:cNvPr id="52" name="Freeform: Shape 51">
              <a:extLst>
                <a:ext uri="{FF2B5EF4-FFF2-40B4-BE49-F238E27FC236}">
                  <a16:creationId xmlns:a16="http://schemas.microsoft.com/office/drawing/2014/main" id="{981AE349-61D8-E53C-A0E7-E1765FADD708}"/>
                </a:ext>
              </a:extLst>
            </p:cNvPr>
            <p:cNvSpPr/>
            <p:nvPr/>
          </p:nvSpPr>
          <p:spPr>
            <a:xfrm>
              <a:off x="2088513" y="4291938"/>
              <a:ext cx="169672" cy="12700"/>
            </a:xfrm>
            <a:custGeom>
              <a:avLst/>
              <a:gdLst>
                <a:gd name="connsiteX0" fmla="*/ 169672 w 169672"/>
                <a:gd name="connsiteY0" fmla="*/ 0 h 12700"/>
                <a:gd name="connsiteX1" fmla="*/ 0 w 169672"/>
                <a:gd name="connsiteY1" fmla="*/ 0 h 12700"/>
              </a:gdLst>
              <a:ahLst/>
              <a:cxnLst>
                <a:cxn ang="0">
                  <a:pos x="connsiteX0" y="connsiteY0"/>
                </a:cxn>
                <a:cxn ang="0">
                  <a:pos x="connsiteX1" y="connsiteY1"/>
                </a:cxn>
              </a:cxnLst>
              <a:rect l="l" t="t" r="r" b="b"/>
              <a:pathLst>
                <a:path w="169672" h="12700">
                  <a:moveTo>
                    <a:pt x="169672" y="0"/>
                  </a:moveTo>
                  <a:lnTo>
                    <a:pt x="0" y="0"/>
                  </a:lnTo>
                </a:path>
              </a:pathLst>
            </a:custGeom>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3" name="Freeform: Shape 52">
              <a:extLst>
                <a:ext uri="{FF2B5EF4-FFF2-40B4-BE49-F238E27FC236}">
                  <a16:creationId xmlns:a16="http://schemas.microsoft.com/office/drawing/2014/main" id="{9D6644EC-69C9-1805-755A-F6723614A7CD}"/>
                </a:ext>
              </a:extLst>
            </p:cNvPr>
            <p:cNvSpPr/>
            <p:nvPr/>
          </p:nvSpPr>
          <p:spPr>
            <a:xfrm>
              <a:off x="1968753" y="4262474"/>
              <a:ext cx="47878" cy="49783"/>
            </a:xfrm>
            <a:custGeom>
              <a:avLst/>
              <a:gdLst>
                <a:gd name="connsiteX0" fmla="*/ 0 w 47878"/>
                <a:gd name="connsiteY0" fmla="*/ 30607 h 49783"/>
                <a:gd name="connsiteX1" fmla="*/ 8763 w 47878"/>
                <a:gd name="connsiteY1" fmla="*/ 49784 h 49783"/>
                <a:gd name="connsiteX2" fmla="*/ 47879 w 47878"/>
                <a:gd name="connsiteY2" fmla="*/ 0 h 49783"/>
              </a:gdLst>
              <a:ahLst/>
              <a:cxnLst>
                <a:cxn ang="0">
                  <a:pos x="connsiteX0" y="connsiteY0"/>
                </a:cxn>
                <a:cxn ang="0">
                  <a:pos x="connsiteX1" y="connsiteY1"/>
                </a:cxn>
                <a:cxn ang="0">
                  <a:pos x="connsiteX2" y="connsiteY2"/>
                </a:cxn>
              </a:cxnLst>
              <a:rect l="l" t="t" r="r" b="b"/>
              <a:pathLst>
                <a:path w="47878" h="49783">
                  <a:moveTo>
                    <a:pt x="0" y="30607"/>
                  </a:moveTo>
                  <a:lnTo>
                    <a:pt x="8763" y="49784"/>
                  </a:lnTo>
                  <a:lnTo>
                    <a:pt x="47879" y="0"/>
                  </a:lnTo>
                </a:path>
              </a:pathLst>
            </a:custGeom>
            <a:no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4" name="Freeform: Shape 53">
              <a:extLst>
                <a:ext uri="{FF2B5EF4-FFF2-40B4-BE49-F238E27FC236}">
                  <a16:creationId xmlns:a16="http://schemas.microsoft.com/office/drawing/2014/main" id="{546B0684-7305-1C5B-E898-1A294B06C709}"/>
                </a:ext>
              </a:extLst>
            </p:cNvPr>
            <p:cNvSpPr/>
            <p:nvPr/>
          </p:nvSpPr>
          <p:spPr>
            <a:xfrm>
              <a:off x="2088513" y="4426558"/>
              <a:ext cx="169672" cy="12700"/>
            </a:xfrm>
            <a:custGeom>
              <a:avLst/>
              <a:gdLst>
                <a:gd name="connsiteX0" fmla="*/ 169672 w 169672"/>
                <a:gd name="connsiteY0" fmla="*/ 0 h 12700"/>
                <a:gd name="connsiteX1" fmla="*/ 0 w 169672"/>
                <a:gd name="connsiteY1" fmla="*/ 0 h 12700"/>
              </a:gdLst>
              <a:ahLst/>
              <a:cxnLst>
                <a:cxn ang="0">
                  <a:pos x="connsiteX0" y="connsiteY0"/>
                </a:cxn>
                <a:cxn ang="0">
                  <a:pos x="connsiteX1" y="connsiteY1"/>
                </a:cxn>
              </a:cxnLst>
              <a:rect l="l" t="t" r="r" b="b"/>
              <a:pathLst>
                <a:path w="169672" h="12700">
                  <a:moveTo>
                    <a:pt x="169672" y="0"/>
                  </a:moveTo>
                  <a:lnTo>
                    <a:pt x="0" y="0"/>
                  </a:lnTo>
                </a:path>
              </a:pathLst>
            </a:custGeom>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5" name="Freeform: Shape 54">
              <a:extLst>
                <a:ext uri="{FF2B5EF4-FFF2-40B4-BE49-F238E27FC236}">
                  <a16:creationId xmlns:a16="http://schemas.microsoft.com/office/drawing/2014/main" id="{A2B5F867-63BB-66C5-70E5-B7690770CF26}"/>
                </a:ext>
              </a:extLst>
            </p:cNvPr>
            <p:cNvSpPr/>
            <p:nvPr/>
          </p:nvSpPr>
          <p:spPr>
            <a:xfrm>
              <a:off x="1968753" y="4395189"/>
              <a:ext cx="47878" cy="48005"/>
            </a:xfrm>
            <a:custGeom>
              <a:avLst/>
              <a:gdLst>
                <a:gd name="connsiteX0" fmla="*/ 0 w 47878"/>
                <a:gd name="connsiteY0" fmla="*/ 30353 h 48005"/>
                <a:gd name="connsiteX1" fmla="*/ 8763 w 47878"/>
                <a:gd name="connsiteY1" fmla="*/ 48006 h 48005"/>
                <a:gd name="connsiteX2" fmla="*/ 47879 w 47878"/>
                <a:gd name="connsiteY2" fmla="*/ 0 h 48005"/>
              </a:gdLst>
              <a:ahLst/>
              <a:cxnLst>
                <a:cxn ang="0">
                  <a:pos x="connsiteX0" y="connsiteY0"/>
                </a:cxn>
                <a:cxn ang="0">
                  <a:pos x="connsiteX1" y="connsiteY1"/>
                </a:cxn>
                <a:cxn ang="0">
                  <a:pos x="connsiteX2" y="connsiteY2"/>
                </a:cxn>
              </a:cxnLst>
              <a:rect l="l" t="t" r="r" b="b"/>
              <a:pathLst>
                <a:path w="47878" h="48005">
                  <a:moveTo>
                    <a:pt x="0" y="30353"/>
                  </a:moveTo>
                  <a:lnTo>
                    <a:pt x="8763" y="48006"/>
                  </a:lnTo>
                  <a:lnTo>
                    <a:pt x="47879" y="0"/>
                  </a:lnTo>
                </a:path>
              </a:pathLst>
            </a:custGeom>
            <a:no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6" name="Freeform: Shape 55">
              <a:extLst>
                <a:ext uri="{FF2B5EF4-FFF2-40B4-BE49-F238E27FC236}">
                  <a16:creationId xmlns:a16="http://schemas.microsoft.com/office/drawing/2014/main" id="{622F7A58-9B1F-364E-AB89-E9EFD10ADBE9}"/>
                </a:ext>
              </a:extLst>
            </p:cNvPr>
            <p:cNvSpPr/>
            <p:nvPr/>
          </p:nvSpPr>
          <p:spPr>
            <a:xfrm>
              <a:off x="1920747" y="4061432"/>
              <a:ext cx="71881" cy="73787"/>
            </a:xfrm>
            <a:custGeom>
              <a:avLst/>
              <a:gdLst>
                <a:gd name="connsiteX0" fmla="*/ 71882 w 71881"/>
                <a:gd name="connsiteY0" fmla="*/ 0 h 73787"/>
                <a:gd name="connsiteX1" fmla="*/ 71882 w 71881"/>
                <a:gd name="connsiteY1" fmla="*/ 73787 h 73787"/>
                <a:gd name="connsiteX2" fmla="*/ 0 w 71881"/>
                <a:gd name="connsiteY2" fmla="*/ 73787 h 73787"/>
              </a:gdLst>
              <a:ahLst/>
              <a:cxnLst>
                <a:cxn ang="0">
                  <a:pos x="connsiteX0" y="connsiteY0"/>
                </a:cxn>
                <a:cxn ang="0">
                  <a:pos x="connsiteX1" y="connsiteY1"/>
                </a:cxn>
                <a:cxn ang="0">
                  <a:pos x="connsiteX2" y="connsiteY2"/>
                </a:cxn>
              </a:cxnLst>
              <a:rect l="l" t="t" r="r" b="b"/>
              <a:pathLst>
                <a:path w="71881" h="73787">
                  <a:moveTo>
                    <a:pt x="71882" y="0"/>
                  </a:moveTo>
                  <a:lnTo>
                    <a:pt x="71882" y="73787"/>
                  </a:lnTo>
                  <a:lnTo>
                    <a:pt x="0" y="73787"/>
                  </a:lnTo>
                </a:path>
              </a:pathLst>
            </a:custGeom>
            <a:no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Shape 56">
              <a:extLst>
                <a:ext uri="{FF2B5EF4-FFF2-40B4-BE49-F238E27FC236}">
                  <a16:creationId xmlns:a16="http://schemas.microsoft.com/office/drawing/2014/main" id="{4BFA0C73-99B6-93DC-7C8D-5BD69406880C}"/>
                </a:ext>
              </a:extLst>
            </p:cNvPr>
            <p:cNvSpPr/>
            <p:nvPr/>
          </p:nvSpPr>
          <p:spPr>
            <a:xfrm>
              <a:off x="1883790" y="4024476"/>
              <a:ext cx="459232" cy="558800"/>
            </a:xfrm>
            <a:custGeom>
              <a:avLst/>
              <a:gdLst>
                <a:gd name="connsiteX0" fmla="*/ 441071 w 459232"/>
                <a:gd name="connsiteY0" fmla="*/ 558800 h 558800"/>
                <a:gd name="connsiteX1" fmla="*/ 18161 w 459232"/>
                <a:gd name="connsiteY1" fmla="*/ 558800 h 558800"/>
                <a:gd name="connsiteX2" fmla="*/ 0 w 459232"/>
                <a:gd name="connsiteY2" fmla="*/ 540639 h 558800"/>
                <a:gd name="connsiteX3" fmla="*/ 0 w 459232"/>
                <a:gd name="connsiteY3" fmla="*/ 85090 h 558800"/>
                <a:gd name="connsiteX4" fmla="*/ 84582 w 459232"/>
                <a:gd name="connsiteY4" fmla="*/ 0 h 558800"/>
                <a:gd name="connsiteX5" fmla="*/ 441071 w 459232"/>
                <a:gd name="connsiteY5" fmla="*/ 0 h 558800"/>
                <a:gd name="connsiteX6" fmla="*/ 459232 w 459232"/>
                <a:gd name="connsiteY6" fmla="*/ 18161 h 558800"/>
                <a:gd name="connsiteX7" fmla="*/ 459232 w 459232"/>
                <a:gd name="connsiteY7" fmla="*/ 540512 h 558800"/>
                <a:gd name="connsiteX8" fmla="*/ 441071 w 459232"/>
                <a:gd name="connsiteY8" fmla="*/ 558673 h 558800"/>
                <a:gd name="connsiteX9" fmla="*/ 441071 w 459232"/>
                <a:gd name="connsiteY9" fmla="*/ 558673 h 55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9232" h="558800">
                  <a:moveTo>
                    <a:pt x="441071" y="558800"/>
                  </a:moveTo>
                  <a:lnTo>
                    <a:pt x="18161" y="558800"/>
                  </a:lnTo>
                  <a:cubicBezTo>
                    <a:pt x="9017" y="558800"/>
                    <a:pt x="0" y="549656"/>
                    <a:pt x="0" y="540639"/>
                  </a:cubicBezTo>
                  <a:lnTo>
                    <a:pt x="0" y="85090"/>
                  </a:lnTo>
                  <a:lnTo>
                    <a:pt x="84582" y="0"/>
                  </a:lnTo>
                  <a:lnTo>
                    <a:pt x="441071" y="0"/>
                  </a:lnTo>
                  <a:cubicBezTo>
                    <a:pt x="450215" y="0"/>
                    <a:pt x="459232" y="9144"/>
                    <a:pt x="459232" y="18161"/>
                  </a:cubicBezTo>
                  <a:lnTo>
                    <a:pt x="459232" y="540512"/>
                  </a:lnTo>
                  <a:cubicBezTo>
                    <a:pt x="459232" y="549656"/>
                    <a:pt x="450215" y="558673"/>
                    <a:pt x="441071" y="558673"/>
                  </a:cubicBezTo>
                  <a:lnTo>
                    <a:pt x="441071" y="558673"/>
                  </a:lnTo>
                  <a:close/>
                </a:path>
              </a:pathLst>
            </a:custGeom>
            <a:no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0" name="Rectangle 59">
            <a:extLst>
              <a:ext uri="{FF2B5EF4-FFF2-40B4-BE49-F238E27FC236}">
                <a16:creationId xmlns:a16="http://schemas.microsoft.com/office/drawing/2014/main" id="{3622EA07-1BA9-CF91-ACD8-8DC43FA56B0C}"/>
              </a:ext>
            </a:extLst>
          </p:cNvPr>
          <p:cNvSpPr>
            <a:spLocks/>
          </p:cNvSpPr>
          <p:nvPr/>
        </p:nvSpPr>
        <p:spPr>
          <a:xfrm>
            <a:off x="7843457" y="903568"/>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Deliver</a:t>
            </a:r>
          </a:p>
        </p:txBody>
      </p:sp>
      <p:sp>
        <p:nvSpPr>
          <p:cNvPr id="62" name="Isosceles Triangle 61">
            <a:extLst>
              <a:ext uri="{FF2B5EF4-FFF2-40B4-BE49-F238E27FC236}">
                <a16:creationId xmlns:a16="http://schemas.microsoft.com/office/drawing/2014/main" id="{0372ED47-0D3F-3597-03D9-9F807F69C013}"/>
              </a:ext>
            </a:extLst>
          </p:cNvPr>
          <p:cNvSpPr/>
          <p:nvPr/>
        </p:nvSpPr>
        <p:spPr>
          <a:xfrm rot="5400000">
            <a:off x="9105052" y="1071234"/>
            <a:ext cx="206400" cy="13801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rial"/>
              <a:ea typeface="+mn-ea"/>
              <a:cs typeface="+mn-cs"/>
            </a:endParaRPr>
          </a:p>
        </p:txBody>
      </p:sp>
      <p:sp>
        <p:nvSpPr>
          <p:cNvPr id="64" name="Freeform: Shape 63">
            <a:extLst>
              <a:ext uri="{FF2B5EF4-FFF2-40B4-BE49-F238E27FC236}">
                <a16:creationId xmlns:a16="http://schemas.microsoft.com/office/drawing/2014/main" id="{6D583939-8B2B-73B0-150D-BE4498187A6A}"/>
              </a:ext>
            </a:extLst>
          </p:cNvPr>
          <p:cNvSpPr/>
          <p:nvPr/>
        </p:nvSpPr>
        <p:spPr>
          <a:xfrm>
            <a:off x="8652402" y="1051899"/>
            <a:ext cx="252286" cy="176681"/>
          </a:xfrm>
          <a:custGeom>
            <a:avLst/>
            <a:gdLst>
              <a:gd name="connsiteX0" fmla="*/ 558546 w 558545"/>
              <a:gd name="connsiteY0" fmla="*/ 391160 h 391160"/>
              <a:gd name="connsiteX1" fmla="*/ 0 w 558545"/>
              <a:gd name="connsiteY1" fmla="*/ 391160 h 391160"/>
              <a:gd name="connsiteX2" fmla="*/ 0 w 558545"/>
              <a:gd name="connsiteY2" fmla="*/ 391160 h 391160"/>
              <a:gd name="connsiteX3" fmla="*/ 0 w 558545"/>
              <a:gd name="connsiteY3" fmla="*/ 0 h 391160"/>
              <a:gd name="connsiteX4" fmla="*/ 558546 w 558545"/>
              <a:gd name="connsiteY4" fmla="*/ 0 h 391160"/>
              <a:gd name="connsiteX5" fmla="*/ 558546 w 558545"/>
              <a:gd name="connsiteY5" fmla="*/ 0 h 391160"/>
              <a:gd name="connsiteX6" fmla="*/ 558546 w 558545"/>
              <a:gd name="connsiteY6" fmla="*/ 391160 h 391160"/>
              <a:gd name="connsiteX7" fmla="*/ 558546 w 558545"/>
              <a:gd name="connsiteY7" fmla="*/ 391160 h 39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545" h="391160">
                <a:moveTo>
                  <a:pt x="558546" y="391160"/>
                </a:moveTo>
                <a:lnTo>
                  <a:pt x="0" y="391160"/>
                </a:lnTo>
                <a:lnTo>
                  <a:pt x="0" y="391160"/>
                </a:lnTo>
                <a:lnTo>
                  <a:pt x="0" y="0"/>
                </a:lnTo>
                <a:lnTo>
                  <a:pt x="558546" y="0"/>
                </a:lnTo>
                <a:lnTo>
                  <a:pt x="558546" y="0"/>
                </a:lnTo>
                <a:lnTo>
                  <a:pt x="558546" y="391160"/>
                </a:lnTo>
                <a:lnTo>
                  <a:pt x="558546" y="391160"/>
                </a:lnTo>
                <a:close/>
              </a:path>
            </a:pathLst>
          </a:custGeom>
          <a:no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Freeform: Shape 64">
            <a:extLst>
              <a:ext uri="{FF2B5EF4-FFF2-40B4-BE49-F238E27FC236}">
                <a16:creationId xmlns:a16="http://schemas.microsoft.com/office/drawing/2014/main" id="{7DE8F43F-B53B-9DBD-5E64-C554483D403B}"/>
              </a:ext>
            </a:extLst>
          </p:cNvPr>
          <p:cNvSpPr/>
          <p:nvPr/>
        </p:nvSpPr>
        <p:spPr>
          <a:xfrm>
            <a:off x="8655098" y="1055972"/>
            <a:ext cx="246894" cy="110368"/>
          </a:xfrm>
          <a:custGeom>
            <a:avLst/>
            <a:gdLst>
              <a:gd name="connsiteX0" fmla="*/ 0 w 546607"/>
              <a:gd name="connsiteY0" fmla="*/ 0 h 244347"/>
              <a:gd name="connsiteX1" fmla="*/ 273304 w 546607"/>
              <a:gd name="connsiteY1" fmla="*/ 244348 h 244347"/>
              <a:gd name="connsiteX2" fmla="*/ 546608 w 546607"/>
              <a:gd name="connsiteY2" fmla="*/ 0 h 244347"/>
            </a:gdLst>
            <a:ahLst/>
            <a:cxnLst>
              <a:cxn ang="0">
                <a:pos x="connsiteX0" y="connsiteY0"/>
              </a:cxn>
              <a:cxn ang="0">
                <a:pos x="connsiteX1" y="connsiteY1"/>
              </a:cxn>
              <a:cxn ang="0">
                <a:pos x="connsiteX2" y="connsiteY2"/>
              </a:cxn>
            </a:cxnLst>
            <a:rect l="l" t="t" r="r" b="b"/>
            <a:pathLst>
              <a:path w="546607" h="244347">
                <a:moveTo>
                  <a:pt x="0" y="0"/>
                </a:moveTo>
                <a:lnTo>
                  <a:pt x="273304" y="244348"/>
                </a:lnTo>
                <a:lnTo>
                  <a:pt x="546608" y="0"/>
                </a:lnTo>
              </a:path>
            </a:pathLst>
          </a:custGeom>
          <a:no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8" name="Rectangle 67">
            <a:extLst>
              <a:ext uri="{FF2B5EF4-FFF2-40B4-BE49-F238E27FC236}">
                <a16:creationId xmlns:a16="http://schemas.microsoft.com/office/drawing/2014/main" id="{81BCF992-90E3-E5C8-8AC0-45F8262FA2B3}"/>
              </a:ext>
            </a:extLst>
          </p:cNvPr>
          <p:cNvSpPr>
            <a:spLocks/>
          </p:cNvSpPr>
          <p:nvPr/>
        </p:nvSpPr>
        <p:spPr>
          <a:xfrm>
            <a:off x="9519826" y="903568"/>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Sustain</a:t>
            </a:r>
          </a:p>
        </p:txBody>
      </p:sp>
      <p:grpSp>
        <p:nvGrpSpPr>
          <p:cNvPr id="71" name="Graphic 3">
            <a:extLst>
              <a:ext uri="{FF2B5EF4-FFF2-40B4-BE49-F238E27FC236}">
                <a16:creationId xmlns:a16="http://schemas.microsoft.com/office/drawing/2014/main" id="{BADAB250-82EF-B1CE-8225-DA5AD3CC00C8}"/>
              </a:ext>
            </a:extLst>
          </p:cNvPr>
          <p:cNvGrpSpPr>
            <a:grpSpLocks noChangeAspect="1"/>
          </p:cNvGrpSpPr>
          <p:nvPr/>
        </p:nvGrpSpPr>
        <p:grpSpPr>
          <a:xfrm>
            <a:off x="10361068" y="988998"/>
            <a:ext cx="289053" cy="288923"/>
            <a:chOff x="7411466" y="1863089"/>
            <a:chExt cx="590998" cy="590733"/>
          </a:xfrm>
          <a:noFill/>
        </p:grpSpPr>
        <p:sp>
          <p:nvSpPr>
            <p:cNvPr id="72" name="Freeform: Shape 71">
              <a:extLst>
                <a:ext uri="{FF2B5EF4-FFF2-40B4-BE49-F238E27FC236}">
                  <a16:creationId xmlns:a16="http://schemas.microsoft.com/office/drawing/2014/main" id="{D8D1368C-20B2-F7C5-D753-50F25BD2F231}"/>
                </a:ext>
              </a:extLst>
            </p:cNvPr>
            <p:cNvSpPr/>
            <p:nvPr/>
          </p:nvSpPr>
          <p:spPr>
            <a:xfrm>
              <a:off x="7411466" y="1863089"/>
              <a:ext cx="589788" cy="589788"/>
            </a:xfrm>
            <a:custGeom>
              <a:avLst/>
              <a:gdLst>
                <a:gd name="connsiteX0" fmla="*/ 508127 w 589788"/>
                <a:gd name="connsiteY0" fmla="*/ 375158 h 589788"/>
                <a:gd name="connsiteX1" fmla="*/ 513461 w 589788"/>
                <a:gd name="connsiteY1" fmla="*/ 362458 h 589788"/>
                <a:gd name="connsiteX2" fmla="*/ 525145 w 589788"/>
                <a:gd name="connsiteY2" fmla="*/ 352044 h 589788"/>
                <a:gd name="connsiteX3" fmla="*/ 581279 w 589788"/>
                <a:gd name="connsiteY3" fmla="*/ 336423 h 589788"/>
                <a:gd name="connsiteX4" fmla="*/ 589788 w 589788"/>
                <a:gd name="connsiteY4" fmla="*/ 325755 h 589788"/>
                <a:gd name="connsiteX5" fmla="*/ 589788 w 589788"/>
                <a:gd name="connsiteY5" fmla="*/ 264287 h 589788"/>
                <a:gd name="connsiteX6" fmla="*/ 581279 w 589788"/>
                <a:gd name="connsiteY6" fmla="*/ 253619 h 589788"/>
                <a:gd name="connsiteX7" fmla="*/ 525272 w 589788"/>
                <a:gd name="connsiteY7" fmla="*/ 237998 h 589788"/>
                <a:gd name="connsiteX8" fmla="*/ 513588 w 589788"/>
                <a:gd name="connsiteY8" fmla="*/ 227584 h 589788"/>
                <a:gd name="connsiteX9" fmla="*/ 497205 w 589788"/>
                <a:gd name="connsiteY9" fmla="*/ 187960 h 589788"/>
                <a:gd name="connsiteX10" fmla="*/ 498094 w 589788"/>
                <a:gd name="connsiteY10" fmla="*/ 172339 h 589788"/>
                <a:gd name="connsiteX11" fmla="*/ 526796 w 589788"/>
                <a:gd name="connsiteY11" fmla="*/ 121666 h 589788"/>
                <a:gd name="connsiteX12" fmla="*/ 525272 w 589788"/>
                <a:gd name="connsiteY12" fmla="*/ 108204 h 589788"/>
                <a:gd name="connsiteX13" fmla="*/ 481711 w 589788"/>
                <a:gd name="connsiteY13" fmla="*/ 64643 h 589788"/>
                <a:gd name="connsiteX14" fmla="*/ 468249 w 589788"/>
                <a:gd name="connsiteY14" fmla="*/ 63119 h 589788"/>
                <a:gd name="connsiteX15" fmla="*/ 417576 w 589788"/>
                <a:gd name="connsiteY15" fmla="*/ 91821 h 589788"/>
                <a:gd name="connsiteX16" fmla="*/ 401955 w 589788"/>
                <a:gd name="connsiteY16" fmla="*/ 92710 h 589788"/>
                <a:gd name="connsiteX17" fmla="*/ 362458 w 589788"/>
                <a:gd name="connsiteY17" fmla="*/ 76327 h 589788"/>
                <a:gd name="connsiteX18" fmla="*/ 352044 w 589788"/>
                <a:gd name="connsiteY18" fmla="*/ 64643 h 589788"/>
                <a:gd name="connsiteX19" fmla="*/ 336423 w 589788"/>
                <a:gd name="connsiteY19" fmla="*/ 8509 h 589788"/>
                <a:gd name="connsiteX20" fmla="*/ 325755 w 589788"/>
                <a:gd name="connsiteY20" fmla="*/ 0 h 589788"/>
                <a:gd name="connsiteX21" fmla="*/ 264287 w 589788"/>
                <a:gd name="connsiteY21" fmla="*/ 0 h 589788"/>
                <a:gd name="connsiteX22" fmla="*/ 253746 w 589788"/>
                <a:gd name="connsiteY22" fmla="*/ 8509 h 589788"/>
                <a:gd name="connsiteX23" fmla="*/ 238125 w 589788"/>
                <a:gd name="connsiteY23" fmla="*/ 64516 h 589788"/>
                <a:gd name="connsiteX24" fmla="*/ 227711 w 589788"/>
                <a:gd name="connsiteY24" fmla="*/ 76200 h 589788"/>
                <a:gd name="connsiteX25" fmla="*/ 188087 w 589788"/>
                <a:gd name="connsiteY25" fmla="*/ 92583 h 589788"/>
                <a:gd name="connsiteX26" fmla="*/ 172465 w 589788"/>
                <a:gd name="connsiteY26" fmla="*/ 91694 h 589788"/>
                <a:gd name="connsiteX27" fmla="*/ 121793 w 589788"/>
                <a:gd name="connsiteY27" fmla="*/ 62992 h 589788"/>
                <a:gd name="connsiteX28" fmla="*/ 108331 w 589788"/>
                <a:gd name="connsiteY28" fmla="*/ 64516 h 589788"/>
                <a:gd name="connsiteX29" fmla="*/ 64770 w 589788"/>
                <a:gd name="connsiteY29" fmla="*/ 108077 h 589788"/>
                <a:gd name="connsiteX30" fmla="*/ 63246 w 589788"/>
                <a:gd name="connsiteY30" fmla="*/ 121539 h 589788"/>
                <a:gd name="connsiteX31" fmla="*/ 91948 w 589788"/>
                <a:gd name="connsiteY31" fmla="*/ 172212 h 589788"/>
                <a:gd name="connsiteX32" fmla="*/ 92837 w 589788"/>
                <a:gd name="connsiteY32" fmla="*/ 187833 h 589788"/>
                <a:gd name="connsiteX33" fmla="*/ 76327 w 589788"/>
                <a:gd name="connsiteY33" fmla="*/ 227457 h 589788"/>
                <a:gd name="connsiteX34" fmla="*/ 64643 w 589788"/>
                <a:gd name="connsiteY34" fmla="*/ 237871 h 589788"/>
                <a:gd name="connsiteX35" fmla="*/ 8509 w 589788"/>
                <a:gd name="connsiteY35" fmla="*/ 253492 h 589788"/>
                <a:gd name="connsiteX36" fmla="*/ 0 w 589788"/>
                <a:gd name="connsiteY36" fmla="*/ 264033 h 589788"/>
                <a:gd name="connsiteX37" fmla="*/ 0 w 589788"/>
                <a:gd name="connsiteY37" fmla="*/ 325501 h 589788"/>
                <a:gd name="connsiteX38" fmla="*/ 8509 w 589788"/>
                <a:gd name="connsiteY38" fmla="*/ 336169 h 589788"/>
                <a:gd name="connsiteX39" fmla="*/ 64515 w 589788"/>
                <a:gd name="connsiteY39" fmla="*/ 351790 h 589788"/>
                <a:gd name="connsiteX40" fmla="*/ 76200 w 589788"/>
                <a:gd name="connsiteY40" fmla="*/ 362204 h 589788"/>
                <a:gd name="connsiteX41" fmla="*/ 92583 w 589788"/>
                <a:gd name="connsiteY41" fmla="*/ 401828 h 589788"/>
                <a:gd name="connsiteX42" fmla="*/ 91694 w 589788"/>
                <a:gd name="connsiteY42" fmla="*/ 417449 h 589788"/>
                <a:gd name="connsiteX43" fmla="*/ 62992 w 589788"/>
                <a:gd name="connsiteY43" fmla="*/ 468122 h 589788"/>
                <a:gd name="connsiteX44" fmla="*/ 64515 w 589788"/>
                <a:gd name="connsiteY44" fmla="*/ 481584 h 589788"/>
                <a:gd name="connsiteX45" fmla="*/ 108077 w 589788"/>
                <a:gd name="connsiteY45" fmla="*/ 525145 h 589788"/>
                <a:gd name="connsiteX46" fmla="*/ 121539 w 589788"/>
                <a:gd name="connsiteY46" fmla="*/ 526669 h 589788"/>
                <a:gd name="connsiteX47" fmla="*/ 172212 w 589788"/>
                <a:gd name="connsiteY47" fmla="*/ 497967 h 589788"/>
                <a:gd name="connsiteX48" fmla="*/ 187833 w 589788"/>
                <a:gd name="connsiteY48" fmla="*/ 497078 h 589788"/>
                <a:gd name="connsiteX49" fmla="*/ 227330 w 589788"/>
                <a:gd name="connsiteY49" fmla="*/ 513461 h 589788"/>
                <a:gd name="connsiteX50" fmla="*/ 237744 w 589788"/>
                <a:gd name="connsiteY50" fmla="*/ 525145 h 589788"/>
                <a:gd name="connsiteX51" fmla="*/ 253365 w 589788"/>
                <a:gd name="connsiteY51" fmla="*/ 581279 h 589788"/>
                <a:gd name="connsiteX52" fmla="*/ 263906 w 589788"/>
                <a:gd name="connsiteY52" fmla="*/ 589788 h 589788"/>
                <a:gd name="connsiteX53" fmla="*/ 325374 w 589788"/>
                <a:gd name="connsiteY53" fmla="*/ 589788 h 589788"/>
                <a:gd name="connsiteX54" fmla="*/ 335915 w 589788"/>
                <a:gd name="connsiteY54" fmla="*/ 581279 h 589788"/>
                <a:gd name="connsiteX55" fmla="*/ 351536 w 589788"/>
                <a:gd name="connsiteY55" fmla="*/ 525272 h 589788"/>
                <a:gd name="connsiteX56" fmla="*/ 361950 w 589788"/>
                <a:gd name="connsiteY56" fmla="*/ 513588 h 589788"/>
                <a:gd name="connsiteX57" fmla="*/ 374650 w 589788"/>
                <a:gd name="connsiteY57" fmla="*/ 508381 h 589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589788" h="589788">
                  <a:moveTo>
                    <a:pt x="508127" y="375158"/>
                  </a:moveTo>
                  <a:lnTo>
                    <a:pt x="513461" y="362458"/>
                  </a:lnTo>
                  <a:cubicBezTo>
                    <a:pt x="515112" y="357759"/>
                    <a:pt x="520319" y="353060"/>
                    <a:pt x="525145" y="352044"/>
                  </a:cubicBezTo>
                  <a:lnTo>
                    <a:pt x="581279" y="336423"/>
                  </a:lnTo>
                  <a:cubicBezTo>
                    <a:pt x="585977" y="335407"/>
                    <a:pt x="589788" y="330581"/>
                    <a:pt x="589788" y="325755"/>
                  </a:cubicBezTo>
                  <a:lnTo>
                    <a:pt x="589788" y="264287"/>
                  </a:lnTo>
                  <a:cubicBezTo>
                    <a:pt x="589788" y="259461"/>
                    <a:pt x="585977" y="254762"/>
                    <a:pt x="581279" y="253619"/>
                  </a:cubicBezTo>
                  <a:lnTo>
                    <a:pt x="525272" y="237998"/>
                  </a:lnTo>
                  <a:cubicBezTo>
                    <a:pt x="520446" y="236982"/>
                    <a:pt x="515239" y="232283"/>
                    <a:pt x="513588" y="227584"/>
                  </a:cubicBezTo>
                  <a:lnTo>
                    <a:pt x="497205" y="187960"/>
                  </a:lnTo>
                  <a:cubicBezTo>
                    <a:pt x="495046" y="183515"/>
                    <a:pt x="495427" y="176530"/>
                    <a:pt x="498094" y="172339"/>
                  </a:cubicBezTo>
                  <a:lnTo>
                    <a:pt x="526796" y="121666"/>
                  </a:lnTo>
                  <a:cubicBezTo>
                    <a:pt x="529336" y="117602"/>
                    <a:pt x="528701" y="111506"/>
                    <a:pt x="525272" y="108204"/>
                  </a:cubicBezTo>
                  <a:lnTo>
                    <a:pt x="481711" y="64643"/>
                  </a:lnTo>
                  <a:cubicBezTo>
                    <a:pt x="478282" y="61214"/>
                    <a:pt x="472186" y="60579"/>
                    <a:pt x="468249" y="63119"/>
                  </a:cubicBezTo>
                  <a:lnTo>
                    <a:pt x="417576" y="91821"/>
                  </a:lnTo>
                  <a:cubicBezTo>
                    <a:pt x="413385" y="94488"/>
                    <a:pt x="406400" y="94869"/>
                    <a:pt x="401955" y="92710"/>
                  </a:cubicBezTo>
                  <a:lnTo>
                    <a:pt x="362458" y="76327"/>
                  </a:lnTo>
                  <a:cubicBezTo>
                    <a:pt x="357759" y="74676"/>
                    <a:pt x="353060" y="69469"/>
                    <a:pt x="352044" y="64643"/>
                  </a:cubicBezTo>
                  <a:lnTo>
                    <a:pt x="336423" y="8509"/>
                  </a:lnTo>
                  <a:cubicBezTo>
                    <a:pt x="335407" y="3810"/>
                    <a:pt x="330581" y="0"/>
                    <a:pt x="325755" y="0"/>
                  </a:cubicBezTo>
                  <a:lnTo>
                    <a:pt x="264287" y="0"/>
                  </a:lnTo>
                  <a:cubicBezTo>
                    <a:pt x="259461" y="0"/>
                    <a:pt x="254762" y="3810"/>
                    <a:pt x="253746" y="8509"/>
                  </a:cubicBezTo>
                  <a:lnTo>
                    <a:pt x="238125" y="64516"/>
                  </a:lnTo>
                  <a:cubicBezTo>
                    <a:pt x="236982" y="69342"/>
                    <a:pt x="232283" y="74549"/>
                    <a:pt x="227711" y="76200"/>
                  </a:cubicBezTo>
                  <a:lnTo>
                    <a:pt x="188087" y="92583"/>
                  </a:lnTo>
                  <a:cubicBezTo>
                    <a:pt x="183642" y="94742"/>
                    <a:pt x="176657" y="94361"/>
                    <a:pt x="172465" y="91694"/>
                  </a:cubicBezTo>
                  <a:lnTo>
                    <a:pt x="121793" y="62992"/>
                  </a:lnTo>
                  <a:cubicBezTo>
                    <a:pt x="117728" y="60452"/>
                    <a:pt x="111633" y="61087"/>
                    <a:pt x="108331" y="64516"/>
                  </a:cubicBezTo>
                  <a:lnTo>
                    <a:pt x="64770" y="108077"/>
                  </a:lnTo>
                  <a:cubicBezTo>
                    <a:pt x="61340" y="111506"/>
                    <a:pt x="60706" y="117475"/>
                    <a:pt x="63246" y="121539"/>
                  </a:cubicBezTo>
                  <a:lnTo>
                    <a:pt x="91948" y="172212"/>
                  </a:lnTo>
                  <a:cubicBezTo>
                    <a:pt x="94615" y="176403"/>
                    <a:pt x="94996" y="183388"/>
                    <a:pt x="92837" y="187833"/>
                  </a:cubicBezTo>
                  <a:lnTo>
                    <a:pt x="76327" y="227457"/>
                  </a:lnTo>
                  <a:cubicBezTo>
                    <a:pt x="74676" y="232156"/>
                    <a:pt x="69469" y="236855"/>
                    <a:pt x="64643" y="237871"/>
                  </a:cubicBezTo>
                  <a:lnTo>
                    <a:pt x="8509" y="253492"/>
                  </a:lnTo>
                  <a:cubicBezTo>
                    <a:pt x="3810" y="254508"/>
                    <a:pt x="0" y="259334"/>
                    <a:pt x="0" y="264033"/>
                  </a:cubicBezTo>
                  <a:lnTo>
                    <a:pt x="0" y="325501"/>
                  </a:lnTo>
                  <a:cubicBezTo>
                    <a:pt x="0" y="330327"/>
                    <a:pt x="3810" y="335026"/>
                    <a:pt x="8509" y="336169"/>
                  </a:cubicBezTo>
                  <a:lnTo>
                    <a:pt x="64515" y="351790"/>
                  </a:lnTo>
                  <a:cubicBezTo>
                    <a:pt x="69342" y="352806"/>
                    <a:pt x="74549" y="357505"/>
                    <a:pt x="76200" y="362204"/>
                  </a:cubicBezTo>
                  <a:lnTo>
                    <a:pt x="92583" y="401828"/>
                  </a:lnTo>
                  <a:cubicBezTo>
                    <a:pt x="94742" y="406273"/>
                    <a:pt x="94361" y="413258"/>
                    <a:pt x="91694" y="417449"/>
                  </a:cubicBezTo>
                  <a:lnTo>
                    <a:pt x="62992" y="468122"/>
                  </a:lnTo>
                  <a:cubicBezTo>
                    <a:pt x="60452" y="472186"/>
                    <a:pt x="61087" y="478282"/>
                    <a:pt x="64515" y="481584"/>
                  </a:cubicBezTo>
                  <a:lnTo>
                    <a:pt x="108077" y="525145"/>
                  </a:lnTo>
                  <a:cubicBezTo>
                    <a:pt x="111506" y="528574"/>
                    <a:pt x="117602" y="529209"/>
                    <a:pt x="121539" y="526669"/>
                  </a:cubicBezTo>
                  <a:lnTo>
                    <a:pt x="172212" y="497967"/>
                  </a:lnTo>
                  <a:cubicBezTo>
                    <a:pt x="176402" y="495300"/>
                    <a:pt x="183388" y="494919"/>
                    <a:pt x="187833" y="497078"/>
                  </a:cubicBezTo>
                  <a:lnTo>
                    <a:pt x="227330" y="513461"/>
                  </a:lnTo>
                  <a:cubicBezTo>
                    <a:pt x="232028" y="515112"/>
                    <a:pt x="236727" y="520319"/>
                    <a:pt x="237744" y="525145"/>
                  </a:cubicBezTo>
                  <a:lnTo>
                    <a:pt x="253365" y="581279"/>
                  </a:lnTo>
                  <a:cubicBezTo>
                    <a:pt x="254381" y="585978"/>
                    <a:pt x="259207" y="589788"/>
                    <a:pt x="263906" y="589788"/>
                  </a:cubicBezTo>
                  <a:lnTo>
                    <a:pt x="325374" y="589788"/>
                  </a:lnTo>
                  <a:cubicBezTo>
                    <a:pt x="330200" y="589788"/>
                    <a:pt x="334899" y="585978"/>
                    <a:pt x="335915" y="581279"/>
                  </a:cubicBezTo>
                  <a:lnTo>
                    <a:pt x="351536" y="525272"/>
                  </a:lnTo>
                  <a:cubicBezTo>
                    <a:pt x="352552" y="520446"/>
                    <a:pt x="357251" y="515239"/>
                    <a:pt x="361950" y="513588"/>
                  </a:cubicBezTo>
                  <a:lnTo>
                    <a:pt x="374650" y="508381"/>
                  </a:lnTo>
                </a:path>
              </a:pathLst>
            </a:custGeom>
            <a:no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Shape 72">
              <a:extLst>
                <a:ext uri="{FF2B5EF4-FFF2-40B4-BE49-F238E27FC236}">
                  <a16:creationId xmlns:a16="http://schemas.microsoft.com/office/drawing/2014/main" id="{B4645F67-0F6D-7D4B-9E1C-A5845AF61AC8}"/>
                </a:ext>
              </a:extLst>
            </p:cNvPr>
            <p:cNvSpPr/>
            <p:nvPr/>
          </p:nvSpPr>
          <p:spPr>
            <a:xfrm>
              <a:off x="7564758" y="2016192"/>
              <a:ext cx="437706" cy="437630"/>
            </a:xfrm>
            <a:custGeom>
              <a:avLst/>
              <a:gdLst>
                <a:gd name="connsiteX0" fmla="*/ 108073 w 437706"/>
                <a:gd name="connsiteY0" fmla="*/ 17840 h 437630"/>
                <a:gd name="connsiteX1" fmla="*/ 178685 w 437706"/>
                <a:gd name="connsiteY1" fmla="*/ 88452 h 437630"/>
                <a:gd name="connsiteX2" fmla="*/ 182241 w 437706"/>
                <a:gd name="connsiteY2" fmla="*/ 101787 h 437630"/>
                <a:gd name="connsiteX3" fmla="*/ 101342 w 437706"/>
                <a:gd name="connsiteY3" fmla="*/ 182685 h 437630"/>
                <a:gd name="connsiteX4" fmla="*/ 88007 w 437706"/>
                <a:gd name="connsiteY4" fmla="*/ 179129 h 437630"/>
                <a:gd name="connsiteX5" fmla="*/ 17522 w 437706"/>
                <a:gd name="connsiteY5" fmla="*/ 108644 h 437630"/>
                <a:gd name="connsiteX6" fmla="*/ 2917 w 437706"/>
                <a:gd name="connsiteY6" fmla="*/ 112962 h 437630"/>
                <a:gd name="connsiteX7" fmla="*/ 41398 w 437706"/>
                <a:gd name="connsiteY7" fmla="*/ 241740 h 437630"/>
                <a:gd name="connsiteX8" fmla="*/ 193290 w 437706"/>
                <a:gd name="connsiteY8" fmla="*/ 273363 h 437630"/>
                <a:gd name="connsiteX9" fmla="*/ 340483 w 437706"/>
                <a:gd name="connsiteY9" fmla="*/ 420556 h 437630"/>
                <a:gd name="connsiteX10" fmla="*/ 419985 w 437706"/>
                <a:gd name="connsiteY10" fmla="*/ 422462 h 437630"/>
                <a:gd name="connsiteX11" fmla="*/ 421128 w 437706"/>
                <a:gd name="connsiteY11" fmla="*/ 341562 h 437630"/>
                <a:gd name="connsiteX12" fmla="*/ 273173 w 437706"/>
                <a:gd name="connsiteY12" fmla="*/ 193607 h 437630"/>
                <a:gd name="connsiteX13" fmla="*/ 241550 w 437706"/>
                <a:gd name="connsiteY13" fmla="*/ 41462 h 437630"/>
                <a:gd name="connsiteX14" fmla="*/ 112391 w 437706"/>
                <a:gd name="connsiteY14" fmla="*/ 2981 h 437630"/>
                <a:gd name="connsiteX15" fmla="*/ 108073 w 437706"/>
                <a:gd name="connsiteY15" fmla="*/ 17585 h 43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706" h="437630">
                  <a:moveTo>
                    <a:pt x="108073" y="17840"/>
                  </a:moveTo>
                  <a:lnTo>
                    <a:pt x="178685" y="88452"/>
                  </a:lnTo>
                  <a:cubicBezTo>
                    <a:pt x="182241" y="92007"/>
                    <a:pt x="183511" y="97087"/>
                    <a:pt x="182241" y="101787"/>
                  </a:cubicBezTo>
                  <a:cubicBezTo>
                    <a:pt x="171700" y="141284"/>
                    <a:pt x="140839" y="172144"/>
                    <a:pt x="101342" y="182685"/>
                  </a:cubicBezTo>
                  <a:cubicBezTo>
                    <a:pt x="96516" y="183956"/>
                    <a:pt x="91436" y="182685"/>
                    <a:pt x="88007" y="179129"/>
                  </a:cubicBezTo>
                  <a:lnTo>
                    <a:pt x="17522" y="108644"/>
                  </a:lnTo>
                  <a:cubicBezTo>
                    <a:pt x="12696" y="103818"/>
                    <a:pt x="4314" y="106231"/>
                    <a:pt x="2917" y="112962"/>
                  </a:cubicBezTo>
                  <a:cubicBezTo>
                    <a:pt x="-6354" y="158047"/>
                    <a:pt x="6473" y="206815"/>
                    <a:pt x="41398" y="241740"/>
                  </a:cubicBezTo>
                  <a:cubicBezTo>
                    <a:pt x="82419" y="282762"/>
                    <a:pt x="142490" y="293303"/>
                    <a:pt x="193290" y="273363"/>
                  </a:cubicBezTo>
                  <a:lnTo>
                    <a:pt x="340483" y="420556"/>
                  </a:lnTo>
                  <a:cubicBezTo>
                    <a:pt x="362200" y="442274"/>
                    <a:pt x="397633" y="443671"/>
                    <a:pt x="419985" y="422462"/>
                  </a:cubicBezTo>
                  <a:cubicBezTo>
                    <a:pt x="443226" y="400490"/>
                    <a:pt x="443607" y="363915"/>
                    <a:pt x="421128" y="341562"/>
                  </a:cubicBezTo>
                  <a:lnTo>
                    <a:pt x="273173" y="193607"/>
                  </a:lnTo>
                  <a:cubicBezTo>
                    <a:pt x="293239" y="142807"/>
                    <a:pt x="282698" y="82609"/>
                    <a:pt x="241550" y="41462"/>
                  </a:cubicBezTo>
                  <a:cubicBezTo>
                    <a:pt x="206498" y="6409"/>
                    <a:pt x="157603" y="-6418"/>
                    <a:pt x="112391" y="2981"/>
                  </a:cubicBezTo>
                  <a:cubicBezTo>
                    <a:pt x="105660" y="4378"/>
                    <a:pt x="103247" y="12759"/>
                    <a:pt x="108073" y="17585"/>
                  </a:cubicBezTo>
                  <a:close/>
                </a:path>
              </a:pathLst>
            </a:custGeom>
            <a:no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 name="Title 1">
            <a:extLst>
              <a:ext uri="{FF2B5EF4-FFF2-40B4-BE49-F238E27FC236}">
                <a16:creationId xmlns:a16="http://schemas.microsoft.com/office/drawing/2014/main" id="{C83F9844-B9F1-94C6-4A25-81F2D3EA2F0F}"/>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The survey evaluated 17 of 35 capabilities across the IT Operating Model</a:t>
            </a:r>
          </a:p>
        </p:txBody>
      </p:sp>
      <p:sp>
        <p:nvSpPr>
          <p:cNvPr id="2" name="Rectangle 1">
            <a:extLst>
              <a:ext uri="{FF2B5EF4-FFF2-40B4-BE49-F238E27FC236}">
                <a16:creationId xmlns:a16="http://schemas.microsoft.com/office/drawing/2014/main" id="{4F887FCE-B79B-1326-2479-5A73C33F4E73}"/>
              </a:ext>
            </a:extLst>
          </p:cNvPr>
          <p:cNvSpPr/>
          <p:nvPr/>
        </p:nvSpPr>
        <p:spPr>
          <a:xfrm>
            <a:off x="10348798" y="63798"/>
            <a:ext cx="1757774" cy="77098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100" b="1">
                <a:solidFill>
                  <a:schemeClr val="tx1"/>
                </a:solidFill>
              </a:rPr>
              <a:t>Key</a:t>
            </a:r>
          </a:p>
          <a:p>
            <a:pPr algn="l"/>
            <a:r>
              <a:rPr lang="en-US" sz="1100">
                <a:solidFill>
                  <a:schemeClr val="accent5"/>
                </a:solidFill>
              </a:rPr>
              <a:t>Selected Capabilities</a:t>
            </a:r>
          </a:p>
          <a:p>
            <a:pPr algn="l"/>
            <a:r>
              <a:rPr lang="en-US" sz="1100">
                <a:solidFill>
                  <a:schemeClr val="tx1"/>
                </a:solidFill>
              </a:rPr>
              <a:t>* Key risk capabilities</a:t>
            </a:r>
          </a:p>
          <a:p>
            <a:pPr algn="l"/>
            <a:r>
              <a:rPr lang="en-US" sz="1100">
                <a:solidFill>
                  <a:schemeClr val="tx1"/>
                </a:solidFill>
              </a:rPr>
              <a:t>** Strategic enablers</a:t>
            </a:r>
          </a:p>
        </p:txBody>
      </p:sp>
    </p:spTree>
    <p:extLst>
      <p:ext uri="{BB962C8B-B14F-4D97-AF65-F5344CB8AC3E}">
        <p14:creationId xmlns:p14="http://schemas.microsoft.com/office/powerpoint/2010/main" val="3678271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DF6CF-640F-A46B-5784-97E511B2A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3552C-8792-0F72-9E1A-DE522D9D25BE}"/>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IT Maturity Assessment Survey Results by the Numbers</a:t>
            </a:r>
          </a:p>
        </p:txBody>
      </p:sp>
      <p:sp>
        <p:nvSpPr>
          <p:cNvPr id="3" name="Rectangle 2">
            <a:extLst>
              <a:ext uri="{FF2B5EF4-FFF2-40B4-BE49-F238E27FC236}">
                <a16:creationId xmlns:a16="http://schemas.microsoft.com/office/drawing/2014/main" id="{DA1B6538-EC7A-4848-7879-2E57CCCB37AC}"/>
              </a:ext>
            </a:extLst>
          </p:cNvPr>
          <p:cNvSpPr/>
          <p:nvPr/>
        </p:nvSpPr>
        <p:spPr>
          <a:xfrm>
            <a:off x="495300" y="888145"/>
            <a:ext cx="2131359" cy="1737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bIns="91440" rtlCol="0" anchor="t"/>
          <a:lstStyle/>
          <a:p>
            <a:pPr algn="ctr"/>
            <a:r>
              <a:rPr lang="en-US" sz="3600">
                <a:solidFill>
                  <a:schemeClr val="bg1"/>
                </a:solidFill>
              </a:rPr>
              <a:t>59 </a:t>
            </a:r>
          </a:p>
          <a:p>
            <a:pPr algn="ctr"/>
            <a:endParaRPr lang="en-US" sz="1500">
              <a:solidFill>
                <a:schemeClr val="bg1"/>
              </a:solidFill>
            </a:endParaRPr>
          </a:p>
          <a:p>
            <a:pPr algn="ctr"/>
            <a:r>
              <a:rPr lang="en-US" sz="1500">
                <a:solidFill>
                  <a:schemeClr val="bg1"/>
                </a:solidFill>
              </a:rPr>
              <a:t>Total respondents of 91 surveys sent (65%)</a:t>
            </a:r>
          </a:p>
        </p:txBody>
      </p:sp>
      <p:sp>
        <p:nvSpPr>
          <p:cNvPr id="4" name="Rectangle 3">
            <a:extLst>
              <a:ext uri="{FF2B5EF4-FFF2-40B4-BE49-F238E27FC236}">
                <a16:creationId xmlns:a16="http://schemas.microsoft.com/office/drawing/2014/main" id="{B5B08D50-3230-61ED-BE5E-6159673F3BC4}"/>
              </a:ext>
            </a:extLst>
          </p:cNvPr>
          <p:cNvSpPr/>
          <p:nvPr/>
        </p:nvSpPr>
        <p:spPr>
          <a:xfrm>
            <a:off x="495299" y="2756563"/>
            <a:ext cx="2131359"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bIns="91440" rtlCol="0" anchor="t"/>
          <a:lstStyle/>
          <a:p>
            <a:pPr algn="ctr"/>
            <a:r>
              <a:rPr lang="en-US" sz="3600">
                <a:solidFill>
                  <a:schemeClr val="bg1"/>
                </a:solidFill>
              </a:rPr>
              <a:t>17 </a:t>
            </a:r>
          </a:p>
          <a:p>
            <a:pPr algn="ctr"/>
            <a:endParaRPr lang="en-US" sz="1500">
              <a:solidFill>
                <a:schemeClr val="bg1"/>
              </a:solidFill>
            </a:endParaRPr>
          </a:p>
          <a:p>
            <a:pPr algn="ctr"/>
            <a:r>
              <a:rPr lang="en-US" sz="1500">
                <a:solidFill>
                  <a:schemeClr val="bg1"/>
                </a:solidFill>
              </a:rPr>
              <a:t>IT Capabilities Surveyed</a:t>
            </a:r>
          </a:p>
        </p:txBody>
      </p:sp>
      <p:sp>
        <p:nvSpPr>
          <p:cNvPr id="5" name="Rectangle 4">
            <a:extLst>
              <a:ext uri="{FF2B5EF4-FFF2-40B4-BE49-F238E27FC236}">
                <a16:creationId xmlns:a16="http://schemas.microsoft.com/office/drawing/2014/main" id="{01A63230-3E42-7C62-7C31-E4DB632BB64A}"/>
              </a:ext>
            </a:extLst>
          </p:cNvPr>
          <p:cNvSpPr/>
          <p:nvPr/>
        </p:nvSpPr>
        <p:spPr>
          <a:xfrm>
            <a:off x="495298" y="4532382"/>
            <a:ext cx="2131359"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bIns="91440" rtlCol="0" anchor="t"/>
          <a:lstStyle/>
          <a:p>
            <a:pPr algn="ctr"/>
            <a:r>
              <a:rPr lang="en-US" sz="3600">
                <a:solidFill>
                  <a:schemeClr val="bg1"/>
                </a:solidFill>
              </a:rPr>
              <a:t>2.6 </a:t>
            </a:r>
          </a:p>
          <a:p>
            <a:pPr algn="ctr"/>
            <a:endParaRPr lang="en-US" sz="1500">
              <a:solidFill>
                <a:schemeClr val="bg1"/>
              </a:solidFill>
            </a:endParaRPr>
          </a:p>
          <a:p>
            <a:pPr algn="ctr"/>
            <a:r>
              <a:rPr lang="en-US" sz="1500">
                <a:solidFill>
                  <a:schemeClr val="bg1"/>
                </a:solidFill>
              </a:rPr>
              <a:t>Overall Average Maturity</a:t>
            </a:r>
          </a:p>
        </p:txBody>
      </p:sp>
      <p:graphicFrame>
        <p:nvGraphicFramePr>
          <p:cNvPr id="7" name="Table 6">
            <a:extLst>
              <a:ext uri="{FF2B5EF4-FFF2-40B4-BE49-F238E27FC236}">
                <a16:creationId xmlns:a16="http://schemas.microsoft.com/office/drawing/2014/main" id="{F796310C-0191-A909-1E47-3DA894512D81}"/>
              </a:ext>
            </a:extLst>
          </p:cNvPr>
          <p:cNvGraphicFramePr>
            <a:graphicFrameLocks noGrp="1"/>
          </p:cNvGraphicFramePr>
          <p:nvPr>
            <p:extLst>
              <p:ext uri="{D42A27DB-BD31-4B8C-83A1-F6EECF244321}">
                <p14:modId xmlns:p14="http://schemas.microsoft.com/office/powerpoint/2010/main" val="3690691945"/>
              </p:ext>
            </p:extLst>
          </p:nvPr>
        </p:nvGraphicFramePr>
        <p:xfrm>
          <a:off x="2759528" y="888145"/>
          <a:ext cx="8937173" cy="1749035"/>
        </p:xfrm>
        <a:graphic>
          <a:graphicData uri="http://schemas.openxmlformats.org/drawingml/2006/table">
            <a:tbl>
              <a:tblPr firstRow="1" lastRow="1">
                <a:tableStyleId>{5C22544A-7EE6-4342-B048-85BDC9FD1C3A}</a:tableStyleId>
              </a:tblPr>
              <a:tblGrid>
                <a:gridCol w="4468586">
                  <a:extLst>
                    <a:ext uri="{9D8B030D-6E8A-4147-A177-3AD203B41FA5}">
                      <a16:colId xmlns:a16="http://schemas.microsoft.com/office/drawing/2014/main" val="3567591921"/>
                    </a:ext>
                  </a:extLst>
                </a:gridCol>
                <a:gridCol w="1489529">
                  <a:extLst>
                    <a:ext uri="{9D8B030D-6E8A-4147-A177-3AD203B41FA5}">
                      <a16:colId xmlns:a16="http://schemas.microsoft.com/office/drawing/2014/main" val="802262277"/>
                    </a:ext>
                  </a:extLst>
                </a:gridCol>
                <a:gridCol w="1489529">
                  <a:extLst>
                    <a:ext uri="{9D8B030D-6E8A-4147-A177-3AD203B41FA5}">
                      <a16:colId xmlns:a16="http://schemas.microsoft.com/office/drawing/2014/main" val="2203198039"/>
                    </a:ext>
                  </a:extLst>
                </a:gridCol>
                <a:gridCol w="1489529">
                  <a:extLst>
                    <a:ext uri="{9D8B030D-6E8A-4147-A177-3AD203B41FA5}">
                      <a16:colId xmlns:a16="http://schemas.microsoft.com/office/drawing/2014/main" val="2216345449"/>
                    </a:ext>
                  </a:extLst>
                </a:gridCol>
              </a:tblGrid>
              <a:tr h="365760">
                <a:tc>
                  <a:txBody>
                    <a:bodyPr/>
                    <a:lstStyle/>
                    <a:p>
                      <a:pPr algn="l" fontAlgn="ctr">
                        <a:buNone/>
                      </a:pPr>
                      <a:r>
                        <a:rPr lang="en-US" sz="1200" u="none" strike="noStrike">
                          <a:effectLst/>
                          <a:latin typeface="+mn-lt"/>
                        </a:rPr>
                        <a:t>Focus Areas</a:t>
                      </a:r>
                      <a:endParaRPr lang="en-US" sz="1200" b="1" i="0" u="none" strike="noStrike">
                        <a:solidFill>
                          <a:srgbClr val="000000"/>
                        </a:solidFill>
                        <a:effectLst/>
                        <a:latin typeface="+mn-lt"/>
                      </a:endParaRPr>
                    </a:p>
                  </a:txBody>
                  <a:tcPr marL="45720" marR="45720" marT="18288" marB="18288" anchor="ctr"/>
                </a:tc>
                <a:tc>
                  <a:txBody>
                    <a:bodyPr/>
                    <a:lstStyle/>
                    <a:p>
                      <a:pPr algn="ctr" fontAlgn="ctr">
                        <a:buNone/>
                      </a:pPr>
                      <a:r>
                        <a:rPr lang="en-US" sz="1200" u="none" strike="noStrike">
                          <a:effectLst/>
                          <a:latin typeface="+mn-lt"/>
                        </a:rPr>
                        <a:t>Completed</a:t>
                      </a:r>
                      <a:endParaRPr lang="en-US" sz="1200" b="1" i="0" u="none" strike="noStrike">
                        <a:solidFill>
                          <a:srgbClr val="000000"/>
                        </a:solidFill>
                        <a:effectLst/>
                        <a:latin typeface="+mn-lt"/>
                      </a:endParaRPr>
                    </a:p>
                  </a:txBody>
                  <a:tcPr marL="45720" marR="45720" marT="18288" marB="18288" anchor="ctr"/>
                </a:tc>
                <a:tc>
                  <a:txBody>
                    <a:bodyPr/>
                    <a:lstStyle/>
                    <a:p>
                      <a:pPr marL="0" algn="ctr" defTabSz="914400" rtl="0" eaLnBrk="1" fontAlgn="ctr" latinLnBrk="0" hangingPunct="1">
                        <a:buNone/>
                      </a:pPr>
                      <a:r>
                        <a:rPr lang="en-US" sz="1200" b="1" u="none" strike="noStrike" kern="1200">
                          <a:solidFill>
                            <a:schemeClr val="lt1"/>
                          </a:solidFill>
                          <a:effectLst/>
                          <a:latin typeface="+mn-lt"/>
                          <a:ea typeface="+mn-ea"/>
                          <a:cs typeface="+mn-cs"/>
                        </a:rPr>
                        <a:t>Total Surveyed</a:t>
                      </a:r>
                    </a:p>
                  </a:txBody>
                  <a:tcPr marL="45720" marR="45720" marT="18288" marB="18288" anchor="ctr"/>
                </a:tc>
                <a:tc>
                  <a:txBody>
                    <a:bodyPr/>
                    <a:lstStyle/>
                    <a:p>
                      <a:pPr marL="0" algn="ctr" defTabSz="914400" rtl="0" eaLnBrk="1" fontAlgn="ctr" latinLnBrk="0" hangingPunct="1">
                        <a:buNone/>
                      </a:pPr>
                      <a:r>
                        <a:rPr lang="en-US" sz="1200" b="1" u="none" strike="noStrike" kern="1200">
                          <a:solidFill>
                            <a:schemeClr val="lt1"/>
                          </a:solidFill>
                          <a:effectLst/>
                          <a:latin typeface="+mn-lt"/>
                          <a:ea typeface="+mn-ea"/>
                          <a:cs typeface="+mn-cs"/>
                        </a:rPr>
                        <a:t>Response Rate</a:t>
                      </a:r>
                    </a:p>
                  </a:txBody>
                  <a:tcPr marL="45720" marR="45720" marT="18288" marB="18288" anchor="ctr"/>
                </a:tc>
                <a:extLst>
                  <a:ext uri="{0D108BD9-81ED-4DB2-BD59-A6C34878D82A}">
                    <a16:rowId xmlns:a16="http://schemas.microsoft.com/office/drawing/2014/main" val="1727319583"/>
                  </a:ext>
                </a:extLst>
              </a:tr>
              <a:tr h="221791">
                <a:tc>
                  <a:txBody>
                    <a:bodyPr/>
                    <a:lstStyle/>
                    <a:p>
                      <a:pPr algn="l" fontAlgn="b">
                        <a:buNone/>
                      </a:pPr>
                      <a:r>
                        <a:rPr lang="en-US" sz="1200" u="none" strike="noStrike">
                          <a:effectLst/>
                          <a:latin typeface="+mn-lt"/>
                        </a:rPr>
                        <a:t>Application Development</a:t>
                      </a:r>
                      <a:endParaRPr lang="en-US" sz="1200" b="0" i="0" u="none" strike="noStrike">
                        <a:solidFill>
                          <a:srgbClr val="000000"/>
                        </a:solidFill>
                        <a:effectLst/>
                        <a:latin typeface="+mn-lt"/>
                      </a:endParaRPr>
                    </a:p>
                  </a:txBody>
                  <a:tcPr marL="45720" marR="45720" marT="18288" marB="18288" anchor="ctr"/>
                </a:tc>
                <a:tc>
                  <a:txBody>
                    <a:bodyPr/>
                    <a:lstStyle/>
                    <a:p>
                      <a:pPr algn="ctr" fontAlgn="b">
                        <a:buNone/>
                      </a:pPr>
                      <a:r>
                        <a:rPr lang="en-US" sz="1200" u="none" strike="noStrike">
                          <a:effectLst/>
                          <a:latin typeface="+mn-lt"/>
                        </a:rPr>
                        <a:t>31</a:t>
                      </a:r>
                      <a:endParaRPr lang="en-US" sz="1200" b="0" i="0" u="none" strike="noStrike">
                        <a:solidFill>
                          <a:srgbClr val="000000"/>
                        </a:solidFill>
                        <a:effectLst/>
                        <a:latin typeface="+mn-lt"/>
                      </a:endParaRPr>
                    </a:p>
                  </a:txBody>
                  <a:tcPr marL="45720" marR="45720" marT="18288" marB="18288" anchor="ctr"/>
                </a:tc>
                <a:tc>
                  <a:txBody>
                    <a:bodyPr/>
                    <a:lstStyle/>
                    <a:p>
                      <a:pPr algn="ctr" fontAlgn="b">
                        <a:buNone/>
                      </a:pPr>
                      <a:r>
                        <a:rPr lang="en-US" sz="1200" b="0" i="0" u="none" strike="noStrike">
                          <a:solidFill>
                            <a:srgbClr val="000000"/>
                          </a:solidFill>
                          <a:effectLst/>
                          <a:latin typeface="+mn-lt"/>
                        </a:rPr>
                        <a:t>42</a:t>
                      </a:r>
                    </a:p>
                  </a:txBody>
                  <a:tcPr marL="45720" marR="45720" marT="18288" marB="18288" anchor="ctr"/>
                </a:tc>
                <a:tc>
                  <a:txBody>
                    <a:bodyPr/>
                    <a:lstStyle/>
                    <a:p>
                      <a:pPr algn="ctr" fontAlgn="b">
                        <a:buNone/>
                      </a:pPr>
                      <a:r>
                        <a:rPr lang="en-US" sz="1200" b="0" i="0" u="none" strike="noStrike">
                          <a:solidFill>
                            <a:srgbClr val="000000"/>
                          </a:solidFill>
                          <a:effectLst/>
                          <a:latin typeface="+mn-lt"/>
                        </a:rPr>
                        <a:t>74%</a:t>
                      </a:r>
                    </a:p>
                  </a:txBody>
                  <a:tcPr marL="45720" marR="45720" marT="18288" marB="18288" anchor="ctr"/>
                </a:tc>
                <a:extLst>
                  <a:ext uri="{0D108BD9-81ED-4DB2-BD59-A6C34878D82A}">
                    <a16:rowId xmlns:a16="http://schemas.microsoft.com/office/drawing/2014/main" val="571565291"/>
                  </a:ext>
                </a:extLst>
              </a:tr>
              <a:tr h="221791">
                <a:tc>
                  <a:txBody>
                    <a:bodyPr/>
                    <a:lstStyle/>
                    <a:p>
                      <a:pPr algn="l" fontAlgn="b">
                        <a:buNone/>
                      </a:pPr>
                      <a:r>
                        <a:rPr lang="en-US" sz="1200" u="none" strike="noStrike">
                          <a:effectLst/>
                          <a:latin typeface="+mn-lt"/>
                        </a:rPr>
                        <a:t>Architecture</a:t>
                      </a:r>
                      <a:endParaRPr lang="en-US" sz="1200" b="0" i="0" u="none" strike="noStrike">
                        <a:solidFill>
                          <a:srgbClr val="000000"/>
                        </a:solidFill>
                        <a:effectLst/>
                        <a:latin typeface="+mn-lt"/>
                      </a:endParaRPr>
                    </a:p>
                  </a:txBody>
                  <a:tcPr marL="45720" marR="45720" marT="18288" marB="18288" anchor="ctr"/>
                </a:tc>
                <a:tc>
                  <a:txBody>
                    <a:bodyPr/>
                    <a:lstStyle/>
                    <a:p>
                      <a:pPr algn="ctr" fontAlgn="b">
                        <a:buNone/>
                      </a:pPr>
                      <a:r>
                        <a:rPr lang="en-US" sz="1200" u="none" strike="noStrike">
                          <a:effectLst/>
                          <a:latin typeface="+mn-lt"/>
                        </a:rPr>
                        <a:t>1</a:t>
                      </a:r>
                      <a:endParaRPr lang="en-US" sz="1200" b="0" i="0" u="none" strike="noStrike">
                        <a:solidFill>
                          <a:srgbClr val="000000"/>
                        </a:solidFill>
                        <a:effectLst/>
                        <a:latin typeface="+mn-lt"/>
                      </a:endParaRPr>
                    </a:p>
                  </a:txBody>
                  <a:tcPr marL="45720" marR="45720" marT="18288" marB="18288" anchor="ctr"/>
                </a:tc>
                <a:tc>
                  <a:txBody>
                    <a:bodyPr/>
                    <a:lstStyle/>
                    <a:p>
                      <a:pPr algn="ctr" fontAlgn="b">
                        <a:buNone/>
                      </a:pPr>
                      <a:r>
                        <a:rPr lang="en-US" sz="1200" b="0" i="0" u="none" strike="noStrike">
                          <a:solidFill>
                            <a:srgbClr val="000000"/>
                          </a:solidFill>
                          <a:effectLst/>
                          <a:latin typeface="+mn-lt"/>
                        </a:rPr>
                        <a:t>1</a:t>
                      </a:r>
                    </a:p>
                  </a:txBody>
                  <a:tcPr marL="45720" marR="45720" marT="18288" marB="18288" anchor="ctr"/>
                </a:tc>
                <a:tc>
                  <a:txBody>
                    <a:bodyPr/>
                    <a:lstStyle/>
                    <a:p>
                      <a:pPr algn="ctr" fontAlgn="b">
                        <a:buNone/>
                      </a:pPr>
                      <a:r>
                        <a:rPr lang="en-US" sz="1200" b="0" i="0" u="none" strike="noStrike">
                          <a:solidFill>
                            <a:srgbClr val="000000"/>
                          </a:solidFill>
                          <a:effectLst/>
                          <a:latin typeface="+mn-lt"/>
                        </a:rPr>
                        <a:t>100%</a:t>
                      </a:r>
                    </a:p>
                  </a:txBody>
                  <a:tcPr marL="45720" marR="45720" marT="18288" marB="18288" anchor="ctr"/>
                </a:tc>
                <a:extLst>
                  <a:ext uri="{0D108BD9-81ED-4DB2-BD59-A6C34878D82A}">
                    <a16:rowId xmlns:a16="http://schemas.microsoft.com/office/drawing/2014/main" val="3711290745"/>
                  </a:ext>
                </a:extLst>
              </a:tr>
              <a:tr h="221791">
                <a:tc>
                  <a:txBody>
                    <a:bodyPr/>
                    <a:lstStyle/>
                    <a:p>
                      <a:pPr algn="l" fontAlgn="b">
                        <a:buNone/>
                      </a:pPr>
                      <a:r>
                        <a:rPr lang="en-US" sz="1200" u="none" strike="noStrike">
                          <a:effectLst/>
                          <a:latin typeface="+mn-lt"/>
                        </a:rPr>
                        <a:t>Infrastructure &amp; Operations</a:t>
                      </a:r>
                      <a:endParaRPr lang="en-US" sz="1200" b="0" i="0" u="none" strike="noStrike">
                        <a:solidFill>
                          <a:srgbClr val="000000"/>
                        </a:solidFill>
                        <a:effectLst/>
                        <a:latin typeface="+mn-lt"/>
                      </a:endParaRPr>
                    </a:p>
                  </a:txBody>
                  <a:tcPr marL="45720" marR="45720" marT="18288" marB="18288" anchor="ctr"/>
                </a:tc>
                <a:tc>
                  <a:txBody>
                    <a:bodyPr/>
                    <a:lstStyle/>
                    <a:p>
                      <a:pPr algn="ctr" fontAlgn="b">
                        <a:buNone/>
                      </a:pPr>
                      <a:r>
                        <a:rPr lang="en-US" sz="1200" u="none" strike="noStrike">
                          <a:effectLst/>
                          <a:latin typeface="+mn-lt"/>
                        </a:rPr>
                        <a:t>18</a:t>
                      </a:r>
                      <a:endParaRPr lang="en-US" sz="1200" b="0" i="0" u="none" strike="noStrike">
                        <a:solidFill>
                          <a:srgbClr val="000000"/>
                        </a:solidFill>
                        <a:effectLst/>
                        <a:latin typeface="+mn-lt"/>
                      </a:endParaRPr>
                    </a:p>
                  </a:txBody>
                  <a:tcPr marL="45720" marR="45720" marT="18288" marB="18288" anchor="ctr"/>
                </a:tc>
                <a:tc>
                  <a:txBody>
                    <a:bodyPr/>
                    <a:lstStyle/>
                    <a:p>
                      <a:pPr algn="ctr" fontAlgn="b">
                        <a:buNone/>
                      </a:pPr>
                      <a:r>
                        <a:rPr lang="en-US" sz="1200" b="0" i="0" u="none" strike="noStrike">
                          <a:solidFill>
                            <a:srgbClr val="000000"/>
                          </a:solidFill>
                          <a:effectLst/>
                          <a:latin typeface="+mn-lt"/>
                        </a:rPr>
                        <a:t>32</a:t>
                      </a:r>
                    </a:p>
                  </a:txBody>
                  <a:tcPr marL="45720" marR="45720" marT="18288" marB="18288" anchor="ctr"/>
                </a:tc>
                <a:tc>
                  <a:txBody>
                    <a:bodyPr/>
                    <a:lstStyle/>
                    <a:p>
                      <a:pPr algn="ctr" fontAlgn="b">
                        <a:buNone/>
                      </a:pPr>
                      <a:r>
                        <a:rPr lang="en-US" sz="1200" b="0" i="0" u="none" strike="noStrike">
                          <a:solidFill>
                            <a:srgbClr val="000000"/>
                          </a:solidFill>
                          <a:effectLst/>
                          <a:latin typeface="+mn-lt"/>
                        </a:rPr>
                        <a:t>56%</a:t>
                      </a:r>
                    </a:p>
                  </a:txBody>
                  <a:tcPr marL="45720" marR="45720" marT="18288" marB="18288" anchor="ctr"/>
                </a:tc>
                <a:extLst>
                  <a:ext uri="{0D108BD9-81ED-4DB2-BD59-A6C34878D82A}">
                    <a16:rowId xmlns:a16="http://schemas.microsoft.com/office/drawing/2014/main" val="790576475"/>
                  </a:ext>
                </a:extLst>
              </a:tr>
              <a:tr h="221791">
                <a:tc>
                  <a:txBody>
                    <a:bodyPr/>
                    <a:lstStyle/>
                    <a:p>
                      <a:pPr algn="l" fontAlgn="b">
                        <a:buNone/>
                      </a:pPr>
                      <a:r>
                        <a:rPr lang="en-US" sz="1200" u="none" strike="noStrike">
                          <a:effectLst/>
                          <a:latin typeface="+mn-lt"/>
                        </a:rPr>
                        <a:t>Program, Portfolio, and Project Management</a:t>
                      </a:r>
                      <a:endParaRPr lang="en-US" sz="1200" b="0" i="0" u="none" strike="noStrike">
                        <a:solidFill>
                          <a:srgbClr val="000000"/>
                        </a:solidFill>
                        <a:effectLst/>
                        <a:latin typeface="+mn-lt"/>
                      </a:endParaRPr>
                    </a:p>
                  </a:txBody>
                  <a:tcPr marL="45720" marR="45720" marT="18288" marB="18288" anchor="ctr"/>
                </a:tc>
                <a:tc>
                  <a:txBody>
                    <a:bodyPr/>
                    <a:lstStyle/>
                    <a:p>
                      <a:pPr algn="ctr" fontAlgn="b">
                        <a:buNone/>
                      </a:pPr>
                      <a:r>
                        <a:rPr lang="en-US" sz="1200" u="none" strike="noStrike">
                          <a:effectLst/>
                          <a:latin typeface="+mn-lt"/>
                        </a:rPr>
                        <a:t>6</a:t>
                      </a:r>
                      <a:endParaRPr lang="en-US" sz="1200" b="0" i="0" u="none" strike="noStrike">
                        <a:solidFill>
                          <a:srgbClr val="000000"/>
                        </a:solidFill>
                        <a:effectLst/>
                        <a:latin typeface="+mn-lt"/>
                      </a:endParaRPr>
                    </a:p>
                  </a:txBody>
                  <a:tcPr marL="45720" marR="45720" marT="18288" marB="18288" anchor="ctr"/>
                </a:tc>
                <a:tc>
                  <a:txBody>
                    <a:bodyPr/>
                    <a:lstStyle/>
                    <a:p>
                      <a:pPr algn="ctr" fontAlgn="b">
                        <a:buNone/>
                      </a:pPr>
                      <a:r>
                        <a:rPr lang="en-US" sz="1200" b="0" i="0" u="none" strike="noStrike">
                          <a:solidFill>
                            <a:srgbClr val="000000"/>
                          </a:solidFill>
                          <a:effectLst/>
                          <a:latin typeface="+mn-lt"/>
                        </a:rPr>
                        <a:t>10</a:t>
                      </a:r>
                    </a:p>
                  </a:txBody>
                  <a:tcPr marL="45720" marR="45720" marT="18288" marB="18288" anchor="ctr"/>
                </a:tc>
                <a:tc>
                  <a:txBody>
                    <a:bodyPr/>
                    <a:lstStyle/>
                    <a:p>
                      <a:pPr algn="ctr" fontAlgn="b">
                        <a:buNone/>
                      </a:pPr>
                      <a:r>
                        <a:rPr lang="en-US" sz="1200" b="0" i="0" u="none" strike="noStrike">
                          <a:solidFill>
                            <a:srgbClr val="000000"/>
                          </a:solidFill>
                          <a:effectLst/>
                          <a:latin typeface="+mn-lt"/>
                        </a:rPr>
                        <a:t>60%</a:t>
                      </a:r>
                    </a:p>
                  </a:txBody>
                  <a:tcPr marL="45720" marR="45720" marT="18288" marB="18288" anchor="ctr"/>
                </a:tc>
                <a:extLst>
                  <a:ext uri="{0D108BD9-81ED-4DB2-BD59-A6C34878D82A}">
                    <a16:rowId xmlns:a16="http://schemas.microsoft.com/office/drawing/2014/main" val="2173665097"/>
                  </a:ext>
                </a:extLst>
              </a:tr>
              <a:tr h="221791">
                <a:tc>
                  <a:txBody>
                    <a:bodyPr/>
                    <a:lstStyle/>
                    <a:p>
                      <a:pPr algn="l" fontAlgn="b">
                        <a:buNone/>
                      </a:pPr>
                      <a:r>
                        <a:rPr lang="en-US" sz="1200" u="none" strike="noStrike">
                          <a:effectLst/>
                          <a:latin typeface="+mn-lt"/>
                        </a:rPr>
                        <a:t>Security</a:t>
                      </a:r>
                      <a:endParaRPr lang="en-US" sz="1200" b="0" i="0" u="none" strike="noStrike">
                        <a:solidFill>
                          <a:srgbClr val="000000"/>
                        </a:solidFill>
                        <a:effectLst/>
                        <a:latin typeface="+mn-lt"/>
                      </a:endParaRPr>
                    </a:p>
                  </a:txBody>
                  <a:tcPr marL="45720" marR="45720" marT="18288" marB="18288" anchor="ctr"/>
                </a:tc>
                <a:tc>
                  <a:txBody>
                    <a:bodyPr/>
                    <a:lstStyle/>
                    <a:p>
                      <a:pPr algn="ctr" fontAlgn="b">
                        <a:buNone/>
                      </a:pPr>
                      <a:r>
                        <a:rPr lang="en-US" sz="1200" u="none" strike="noStrike">
                          <a:effectLst/>
                          <a:latin typeface="+mn-lt"/>
                        </a:rPr>
                        <a:t>3</a:t>
                      </a:r>
                      <a:endParaRPr lang="en-US" sz="1200" b="0" i="0" u="none" strike="noStrike">
                        <a:solidFill>
                          <a:srgbClr val="000000"/>
                        </a:solidFill>
                        <a:effectLst/>
                        <a:latin typeface="+mn-lt"/>
                      </a:endParaRPr>
                    </a:p>
                  </a:txBody>
                  <a:tcPr marL="45720" marR="45720" marT="18288" marB="18288" anchor="ctr"/>
                </a:tc>
                <a:tc>
                  <a:txBody>
                    <a:bodyPr/>
                    <a:lstStyle/>
                    <a:p>
                      <a:pPr algn="ctr" fontAlgn="b">
                        <a:buNone/>
                      </a:pPr>
                      <a:r>
                        <a:rPr lang="en-US" sz="1200" b="0" i="0" u="none" strike="noStrike">
                          <a:solidFill>
                            <a:srgbClr val="000000"/>
                          </a:solidFill>
                          <a:effectLst/>
                          <a:latin typeface="+mn-lt"/>
                        </a:rPr>
                        <a:t>6</a:t>
                      </a:r>
                    </a:p>
                  </a:txBody>
                  <a:tcPr marL="45720" marR="45720" marT="18288" marB="18288" anchor="ctr"/>
                </a:tc>
                <a:tc>
                  <a:txBody>
                    <a:bodyPr/>
                    <a:lstStyle/>
                    <a:p>
                      <a:pPr algn="ctr" fontAlgn="b">
                        <a:buNone/>
                      </a:pPr>
                      <a:r>
                        <a:rPr lang="en-US" sz="1200" b="0" i="0" u="none" strike="noStrike">
                          <a:solidFill>
                            <a:srgbClr val="000000"/>
                          </a:solidFill>
                          <a:effectLst/>
                          <a:latin typeface="+mn-lt"/>
                        </a:rPr>
                        <a:t>50%</a:t>
                      </a:r>
                    </a:p>
                  </a:txBody>
                  <a:tcPr marL="45720" marR="45720" marT="18288" marB="18288" anchor="ctr"/>
                </a:tc>
                <a:extLst>
                  <a:ext uri="{0D108BD9-81ED-4DB2-BD59-A6C34878D82A}">
                    <a16:rowId xmlns:a16="http://schemas.microsoft.com/office/drawing/2014/main" val="415303791"/>
                  </a:ext>
                </a:extLst>
              </a:tr>
              <a:tr h="274320">
                <a:tc>
                  <a:txBody>
                    <a:bodyPr/>
                    <a:lstStyle/>
                    <a:p>
                      <a:pPr algn="l" fontAlgn="b">
                        <a:buNone/>
                      </a:pPr>
                      <a:r>
                        <a:rPr lang="en-US" sz="1200" u="none" strike="noStrike">
                          <a:effectLst/>
                          <a:latin typeface="+mn-lt"/>
                        </a:rPr>
                        <a:t>Grand Total</a:t>
                      </a:r>
                      <a:endParaRPr lang="en-US" sz="1200" b="1" i="0" u="none" strike="noStrike">
                        <a:solidFill>
                          <a:srgbClr val="000000"/>
                        </a:solidFill>
                        <a:effectLst/>
                        <a:latin typeface="+mn-lt"/>
                      </a:endParaRPr>
                    </a:p>
                  </a:txBody>
                  <a:tcPr marL="45720" marR="45720" marT="18288" marB="18288" anchor="ctr"/>
                </a:tc>
                <a:tc>
                  <a:txBody>
                    <a:bodyPr/>
                    <a:lstStyle/>
                    <a:p>
                      <a:pPr algn="ctr" fontAlgn="b">
                        <a:buNone/>
                      </a:pPr>
                      <a:r>
                        <a:rPr lang="en-US" sz="1200" b="1" u="none" strike="noStrike" kern="1200">
                          <a:solidFill>
                            <a:schemeClr val="lt1"/>
                          </a:solidFill>
                          <a:effectLst/>
                          <a:latin typeface="+mn-lt"/>
                          <a:ea typeface="+mn-ea"/>
                          <a:cs typeface="+mn-cs"/>
                        </a:rPr>
                        <a:t>59</a:t>
                      </a:r>
                    </a:p>
                  </a:txBody>
                  <a:tcPr marL="45720" marR="45720" marT="18288" marB="18288" anchor="ctr"/>
                </a:tc>
                <a:tc>
                  <a:txBody>
                    <a:bodyPr/>
                    <a:lstStyle/>
                    <a:p>
                      <a:pPr algn="ctr" fontAlgn="b">
                        <a:buNone/>
                      </a:pPr>
                      <a:r>
                        <a:rPr lang="en-US" sz="1200" b="1" u="none" strike="noStrike" kern="1200">
                          <a:solidFill>
                            <a:schemeClr val="lt1"/>
                          </a:solidFill>
                          <a:effectLst/>
                          <a:latin typeface="+mn-lt"/>
                          <a:ea typeface="+mn-ea"/>
                          <a:cs typeface="+mn-cs"/>
                        </a:rPr>
                        <a:t>91</a:t>
                      </a:r>
                    </a:p>
                  </a:txBody>
                  <a:tcPr marL="45720" marR="45720" marT="18288" marB="18288" anchor="ctr"/>
                </a:tc>
                <a:tc>
                  <a:txBody>
                    <a:bodyPr/>
                    <a:lstStyle/>
                    <a:p>
                      <a:pPr algn="ctr" fontAlgn="b">
                        <a:buNone/>
                      </a:pPr>
                      <a:r>
                        <a:rPr lang="en-US" sz="1200" b="1" u="none" strike="noStrike" kern="1200">
                          <a:solidFill>
                            <a:schemeClr val="lt1"/>
                          </a:solidFill>
                          <a:effectLst/>
                          <a:latin typeface="+mn-lt"/>
                          <a:ea typeface="+mn-ea"/>
                          <a:cs typeface="+mn-cs"/>
                        </a:rPr>
                        <a:t>65%</a:t>
                      </a:r>
                    </a:p>
                  </a:txBody>
                  <a:tcPr marL="45720" marR="45720" marT="18288" marB="18288" anchor="ctr"/>
                </a:tc>
                <a:extLst>
                  <a:ext uri="{0D108BD9-81ED-4DB2-BD59-A6C34878D82A}">
                    <a16:rowId xmlns:a16="http://schemas.microsoft.com/office/drawing/2014/main" val="3554794463"/>
                  </a:ext>
                </a:extLst>
              </a:tr>
            </a:tbl>
          </a:graphicData>
        </a:graphic>
      </p:graphicFrame>
      <p:sp>
        <p:nvSpPr>
          <p:cNvPr id="12" name="Rectangle 11">
            <a:extLst>
              <a:ext uri="{FF2B5EF4-FFF2-40B4-BE49-F238E27FC236}">
                <a16:creationId xmlns:a16="http://schemas.microsoft.com/office/drawing/2014/main" id="{77DFFCEE-A995-11B8-7E77-3F7CAB4CF949}"/>
              </a:ext>
            </a:extLst>
          </p:cNvPr>
          <p:cNvSpPr/>
          <p:nvPr/>
        </p:nvSpPr>
        <p:spPr>
          <a:xfrm>
            <a:off x="2759528" y="2756563"/>
            <a:ext cx="3449721" cy="342609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algn="ctr"/>
            <a:r>
              <a:rPr lang="en-US" sz="1500" b="1">
                <a:solidFill>
                  <a:schemeClr val="accent1"/>
                </a:solidFill>
              </a:rPr>
              <a:t>Average L1 Capability Maturity</a:t>
            </a:r>
          </a:p>
        </p:txBody>
      </p:sp>
      <p:sp>
        <p:nvSpPr>
          <p:cNvPr id="15" name="Rectangle 14">
            <a:extLst>
              <a:ext uri="{FF2B5EF4-FFF2-40B4-BE49-F238E27FC236}">
                <a16:creationId xmlns:a16="http://schemas.microsoft.com/office/drawing/2014/main" id="{306EC330-801A-2949-FDCF-3A126C2E71D8}"/>
              </a:ext>
            </a:extLst>
          </p:cNvPr>
          <p:cNvSpPr/>
          <p:nvPr/>
        </p:nvSpPr>
        <p:spPr>
          <a:xfrm>
            <a:off x="6342119" y="2756563"/>
            <a:ext cx="5354582" cy="342609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algn="ctr"/>
            <a:r>
              <a:rPr lang="en-US" sz="1500" b="1">
                <a:solidFill>
                  <a:schemeClr val="accent1"/>
                </a:solidFill>
              </a:rPr>
              <a:t>Average Operating Model Capability Maturity</a:t>
            </a:r>
          </a:p>
        </p:txBody>
      </p:sp>
      <p:graphicFrame>
        <p:nvGraphicFramePr>
          <p:cNvPr id="17" name="Chart 16">
            <a:extLst>
              <a:ext uri="{FF2B5EF4-FFF2-40B4-BE49-F238E27FC236}">
                <a16:creationId xmlns:a16="http://schemas.microsoft.com/office/drawing/2014/main" id="{D8182EEB-7B00-419C-8C09-FD79B26E9F24}"/>
              </a:ext>
            </a:extLst>
          </p:cNvPr>
          <p:cNvGraphicFramePr>
            <a:graphicFrameLocks/>
          </p:cNvGraphicFramePr>
          <p:nvPr>
            <p:extLst>
              <p:ext uri="{D42A27DB-BD31-4B8C-83A1-F6EECF244321}">
                <p14:modId xmlns:p14="http://schemas.microsoft.com/office/powerpoint/2010/main" val="2321033608"/>
              </p:ext>
            </p:extLst>
          </p:nvPr>
        </p:nvGraphicFramePr>
        <p:xfrm>
          <a:off x="2929908" y="3375934"/>
          <a:ext cx="3108960" cy="25574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9" name="Chart 18">
            <a:extLst>
              <a:ext uri="{FF2B5EF4-FFF2-40B4-BE49-F238E27FC236}">
                <a16:creationId xmlns:a16="http://schemas.microsoft.com/office/drawing/2014/main" id="{141ED7EE-D75A-4BA8-8C62-EFA621882455}"/>
              </a:ext>
            </a:extLst>
          </p:cNvPr>
          <p:cNvGraphicFramePr>
            <a:graphicFrameLocks/>
          </p:cNvGraphicFramePr>
          <p:nvPr>
            <p:extLst>
              <p:ext uri="{D42A27DB-BD31-4B8C-83A1-F6EECF244321}">
                <p14:modId xmlns:p14="http://schemas.microsoft.com/office/powerpoint/2010/main" val="3820335427"/>
              </p:ext>
            </p:extLst>
          </p:nvPr>
        </p:nvGraphicFramePr>
        <p:xfrm>
          <a:off x="6542313" y="3160466"/>
          <a:ext cx="5029200" cy="29900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00748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92B18-E3B7-9791-ECC3-A49E895EB82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6ADD4C1-4D4F-DC5B-0AD0-05CBC53E54D0}"/>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Key themes across the operating model layers from the survey responses and our interviews</a:t>
            </a:r>
          </a:p>
        </p:txBody>
      </p:sp>
      <p:graphicFrame>
        <p:nvGraphicFramePr>
          <p:cNvPr id="3" name="Table 2">
            <a:extLst>
              <a:ext uri="{FF2B5EF4-FFF2-40B4-BE49-F238E27FC236}">
                <a16:creationId xmlns:a16="http://schemas.microsoft.com/office/drawing/2014/main" id="{D9C94519-F5DA-0FE6-3C18-B5386E8E6B0B}"/>
              </a:ext>
            </a:extLst>
          </p:cNvPr>
          <p:cNvGraphicFramePr>
            <a:graphicFrameLocks noGrp="1"/>
          </p:cNvGraphicFramePr>
          <p:nvPr>
            <p:extLst>
              <p:ext uri="{D42A27DB-BD31-4B8C-83A1-F6EECF244321}">
                <p14:modId xmlns:p14="http://schemas.microsoft.com/office/powerpoint/2010/main" val="3373146901"/>
              </p:ext>
            </p:extLst>
          </p:nvPr>
        </p:nvGraphicFramePr>
        <p:xfrm>
          <a:off x="453777" y="977900"/>
          <a:ext cx="11064240" cy="5040681"/>
        </p:xfrm>
        <a:graphic>
          <a:graphicData uri="http://schemas.openxmlformats.org/drawingml/2006/table">
            <a:tbl>
              <a:tblPr firstRow="1">
                <a:tableStyleId>{5C22544A-7EE6-4342-B048-85BDC9FD1C3A}</a:tableStyleId>
              </a:tblPr>
              <a:tblGrid>
                <a:gridCol w="1920240">
                  <a:extLst>
                    <a:ext uri="{9D8B030D-6E8A-4147-A177-3AD203B41FA5}">
                      <a16:colId xmlns:a16="http://schemas.microsoft.com/office/drawing/2014/main" val="2747351152"/>
                    </a:ext>
                  </a:extLst>
                </a:gridCol>
                <a:gridCol w="9144000">
                  <a:extLst>
                    <a:ext uri="{9D8B030D-6E8A-4147-A177-3AD203B41FA5}">
                      <a16:colId xmlns:a16="http://schemas.microsoft.com/office/drawing/2014/main" val="1405427025"/>
                    </a:ext>
                  </a:extLst>
                </a:gridCol>
              </a:tblGrid>
              <a:tr h="483921">
                <a:tc>
                  <a:txBody>
                    <a:bodyPr/>
                    <a:lstStyle/>
                    <a:p>
                      <a:pPr algn="l"/>
                      <a:r>
                        <a:rPr lang="en-US" sz="1200"/>
                        <a:t>Operating Model Layer</a:t>
                      </a:r>
                    </a:p>
                  </a:txBody>
                  <a:tcPr anchor="ctr">
                    <a:solidFill>
                      <a:schemeClr val="accent2"/>
                    </a:solidFill>
                  </a:tcPr>
                </a:tc>
                <a:tc>
                  <a:txBody>
                    <a:bodyPr/>
                    <a:lstStyle/>
                    <a:p>
                      <a:r>
                        <a:rPr lang="en-US" sz="1200"/>
                        <a:t>Interpretation of Result</a:t>
                      </a:r>
                    </a:p>
                  </a:txBody>
                  <a:tcPr anchor="ctr">
                    <a:solidFill>
                      <a:schemeClr val="accent2"/>
                    </a:solidFill>
                  </a:tcPr>
                </a:tc>
                <a:extLst>
                  <a:ext uri="{0D108BD9-81ED-4DB2-BD59-A6C34878D82A}">
                    <a16:rowId xmlns:a16="http://schemas.microsoft.com/office/drawing/2014/main" val="6881037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latin typeface="+mn-lt"/>
                          <a:ea typeface="+mn-ea"/>
                          <a:cs typeface="+mn-cs"/>
                        </a:rPr>
                        <a:t>Functional Process</a:t>
                      </a:r>
                    </a:p>
                  </a:txBody>
                  <a:tcPr marL="640080" anchor="ctr">
                    <a:lnB w="12700" cap="flat" cmpd="sng" algn="ctr">
                      <a:solidFill>
                        <a:schemeClr val="tx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100"/>
                        <a:t>(+) Developing maturity in project intake processes and earlier IT involvement to prevent shadow IT and prioritization challenges.</a:t>
                      </a:r>
                    </a:p>
                    <a:p>
                      <a:pPr marL="0" indent="0">
                        <a:lnSpc>
                          <a:spcPct val="100000"/>
                        </a:lnSpc>
                        <a:spcBef>
                          <a:spcPts val="0"/>
                        </a:spcBef>
                        <a:spcAft>
                          <a:spcPts val="600"/>
                        </a:spcAft>
                        <a:buFont typeface="Arial" panose="020B0604020202020204" pitchFamily="34" charset="0"/>
                        <a:buNone/>
                      </a:pPr>
                      <a:r>
                        <a:rPr lang="en-US" sz="1100"/>
                        <a:t>(–) Inconsistent processes and documentation gaps, leading to inefficiencies and increased risks exposure, particularly in portfolio management, access management, change control, disaster recovery, and reporting.</a:t>
                      </a:r>
                    </a:p>
                  </a:txBody>
                  <a:tcPr marL="89488" marR="89488" anchor="ctr">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93311959"/>
                  </a:ext>
                </a:extLst>
              </a:tr>
              <a:tr h="0">
                <a:tc>
                  <a:txBody>
                    <a:bodyPr/>
                    <a:lstStyle/>
                    <a:p>
                      <a:pPr marL="0" algn="l" defTabSz="914400" rtl="0" eaLnBrk="1" latinLnBrk="0" hangingPunct="1"/>
                      <a:r>
                        <a:rPr lang="en-US" sz="1200" b="1" kern="1200">
                          <a:solidFill>
                            <a:schemeClr val="dk1"/>
                          </a:solidFill>
                          <a:latin typeface="+mn-lt"/>
                          <a:ea typeface="+mn-ea"/>
                          <a:cs typeface="+mn-cs"/>
                        </a:rPr>
                        <a:t>People &amp; Culture</a:t>
                      </a:r>
                    </a:p>
                  </a:txBody>
                  <a:tcPr marL="640080"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100"/>
                        <a:t>(+) There is a culture of committed people who will go above and beyond to deliver and resolve issues, evidenced by the retention of key individuals working long hours as a part of under-resourced teams.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100"/>
                        <a:t>(–) Resource management is fragmented, with inconsistent allocation planning and overstretched teams, leading to resistance to change due to a desire to avoid creating additional demand</a:t>
                      </a:r>
                    </a:p>
                  </a:txBody>
                  <a:tcPr marL="89488" marR="89488"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391848119"/>
                  </a:ext>
                </a:extLst>
              </a:tr>
              <a:tr h="731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latin typeface="+mn-lt"/>
                          <a:ea typeface="+mn-ea"/>
                          <a:cs typeface="+mn-cs"/>
                        </a:rPr>
                        <a:t>Tech &amp; Tools</a:t>
                      </a:r>
                    </a:p>
                  </a:txBody>
                  <a:tcPr marL="640080"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100"/>
                        <a:t>(+) Some teams (e.g., E-commerce) have relatively mature release processes and effectively use of agile and collaboration tools.</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100"/>
                        <a:t>(–) Lack of mature asset management capability makes it difficult to understand full inventory of devices at stores</a:t>
                      </a:r>
                    </a:p>
                  </a:txBody>
                  <a:tcPr marL="89488" marR="89488"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281157999"/>
                  </a:ext>
                </a:extLst>
              </a:tr>
              <a:tr h="0">
                <a:tc>
                  <a:txBody>
                    <a:bodyPr/>
                    <a:lstStyle/>
                    <a:p>
                      <a:pPr marL="0" algn="l" defTabSz="914400" rtl="0" eaLnBrk="1" latinLnBrk="0" hangingPunct="1"/>
                      <a:r>
                        <a:rPr lang="en-US" sz="1200" b="1" kern="1200">
                          <a:solidFill>
                            <a:schemeClr val="dk1"/>
                          </a:solidFill>
                          <a:latin typeface="+mn-lt"/>
                          <a:ea typeface="+mn-ea"/>
                          <a:cs typeface="+mn-cs"/>
                        </a:rPr>
                        <a:t>Service Delivery Model</a:t>
                      </a:r>
                    </a:p>
                  </a:txBody>
                  <a:tcPr marL="640080"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100"/>
                        <a:t>(+) Expanding relationships with third-parties (e.g., TCS) to enhance key capabilities such as 24x7 infrastructure monitoring and vulnerability management.</a:t>
                      </a:r>
                    </a:p>
                    <a:p>
                      <a:pPr marL="0" marR="0" lvl="0" indent="0" algn="l" defTabSz="4572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100"/>
                        <a:t>(–) Reluctance to share full information with third-parties due to belief that they have limited stakes in outcomes, limiting ability to contribute and diluting the value of assessment findings</a:t>
                      </a:r>
                    </a:p>
                  </a:txBody>
                  <a:tcPr marL="89488" marR="89488"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436766829"/>
                  </a:ext>
                </a:extLst>
              </a:tr>
              <a:tr h="0">
                <a:tc>
                  <a:txBody>
                    <a:bodyPr/>
                    <a:lstStyle/>
                    <a:p>
                      <a:pPr algn="l"/>
                      <a:r>
                        <a:rPr lang="en-US" sz="1200" b="1"/>
                        <a:t>Governance</a:t>
                      </a:r>
                    </a:p>
                  </a:txBody>
                  <a:tcPr marL="640080"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100" kern="1200">
                          <a:solidFill>
                            <a:schemeClr val="dk1"/>
                          </a:solidFill>
                          <a:latin typeface="+mn-lt"/>
                          <a:ea typeface="+mn-ea"/>
                          <a:cs typeface="+mn-cs"/>
                        </a:rPr>
                        <a:t>(+) Developing PMO and enterprise architecture structures to establish reliable standards and gain earlier visibility into technology decisions.</a:t>
                      </a:r>
                    </a:p>
                    <a:p>
                      <a:pPr marL="0" marR="0" lvl="0" indent="0" algn="l" defTabSz="4572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100" kern="1200">
                          <a:solidFill>
                            <a:schemeClr val="dk1"/>
                          </a:solidFill>
                          <a:latin typeface="+mn-lt"/>
                          <a:ea typeface="+mn-ea"/>
                          <a:cs typeface="+mn-cs"/>
                        </a:rPr>
                        <a:t>(–) The business tends to drive IT decisions, sometimes at the expense of security and technical best practices.</a:t>
                      </a:r>
                    </a:p>
                    <a:p>
                      <a:pPr marL="0" marR="0" lvl="0" indent="0" algn="l" defTabSz="4572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100" b="0" i="0" u="none" strike="noStrike" kern="1200" baseline="0">
                          <a:solidFill>
                            <a:srgbClr val="000000"/>
                          </a:solidFill>
                          <a:latin typeface="Arial"/>
                          <a:ea typeface="+mn-ea"/>
                          <a:cs typeface="+mn-cs"/>
                        </a:rPr>
                        <a:t>(</a:t>
                      </a:r>
                      <a:r>
                        <a:rPr lang="en-US" sz="1100" kern="1200">
                          <a:solidFill>
                            <a:schemeClr val="dk1"/>
                          </a:solidFill>
                          <a:latin typeface="+mn-lt"/>
                          <a:ea typeface="+mn-ea"/>
                          <a:cs typeface="+mn-cs"/>
                        </a:rPr>
                        <a:t>–</a:t>
                      </a:r>
                      <a:r>
                        <a:rPr lang="en-US" sz="1100" b="0" i="0" u="none" strike="noStrike" kern="1200" baseline="0">
                          <a:solidFill>
                            <a:srgbClr val="000000"/>
                          </a:solidFill>
                          <a:latin typeface="Arial"/>
                          <a:ea typeface="+mn-ea"/>
                          <a:cs typeface="+mn-cs"/>
                        </a:rPr>
                        <a:t>)</a:t>
                      </a:r>
                      <a:r>
                        <a:rPr lang="en-US" sz="1100" kern="1200">
                          <a:solidFill>
                            <a:schemeClr val="dk1"/>
                          </a:solidFill>
                          <a:latin typeface="+mn-lt"/>
                          <a:ea typeface="+mn-ea"/>
                          <a:cs typeface="+mn-cs"/>
                        </a:rPr>
                        <a:t> Lack of a proven disaster recovery methodology to guarantee timely recovery</a:t>
                      </a:r>
                    </a:p>
                  </a:txBody>
                  <a:tcPr marL="89488" marR="89488"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853199151"/>
                  </a:ext>
                </a:extLst>
              </a:tr>
              <a:tr h="731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latin typeface="+mn-lt"/>
                          <a:ea typeface="+mn-ea"/>
                          <a:cs typeface="+mn-cs"/>
                        </a:rPr>
                        <a:t>Performance Insights &amp; Data</a:t>
                      </a:r>
                    </a:p>
                  </a:txBody>
                  <a:tcPr marL="640080"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indent="0">
                        <a:lnSpc>
                          <a:spcPct val="100000"/>
                        </a:lnSpc>
                        <a:spcBef>
                          <a:spcPts val="0"/>
                        </a:spcBef>
                        <a:spcAft>
                          <a:spcPts val="600"/>
                        </a:spcAft>
                        <a:buFont typeface="Arial" panose="020B0604020202020204" pitchFamily="34" charset="0"/>
                        <a:buNone/>
                      </a:pPr>
                      <a:r>
                        <a:rPr lang="en-US" sz="1100"/>
                        <a:t>(+) Some actionable performance indicators and basic analysis are in place, providing initial insight into IT and vendor operations.</a:t>
                      </a:r>
                    </a:p>
                    <a:p>
                      <a:pPr marL="0" indent="0">
                        <a:lnSpc>
                          <a:spcPct val="100000"/>
                        </a:lnSpc>
                        <a:spcBef>
                          <a:spcPts val="0"/>
                        </a:spcBef>
                        <a:spcAft>
                          <a:spcPts val="600"/>
                        </a:spcAft>
                        <a:buFont typeface="Arial" panose="020B0604020202020204" pitchFamily="34" charset="0"/>
                        <a:buNone/>
                      </a:pPr>
                      <a:r>
                        <a:rPr lang="en-US" sz="1100"/>
                        <a:t>(–) Performance metrics are isolated, highly manual, and not integrated into decision-making, particularly for resource capacity management and SLAs, leaving major improvement areas uncovered and limiting reliability and impact.</a:t>
                      </a:r>
                    </a:p>
                  </a:txBody>
                  <a:tcPr marL="89488" marR="89488"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843190571"/>
                  </a:ext>
                </a:extLst>
              </a:tr>
            </a:tbl>
          </a:graphicData>
        </a:graphic>
      </p:graphicFrame>
      <p:grpSp>
        <p:nvGrpSpPr>
          <p:cNvPr id="17" name="Group 16">
            <a:extLst>
              <a:ext uri="{FF2B5EF4-FFF2-40B4-BE49-F238E27FC236}">
                <a16:creationId xmlns:a16="http://schemas.microsoft.com/office/drawing/2014/main" id="{902F87DB-5BFB-EE98-4C66-3C5261D91FDC}"/>
              </a:ext>
            </a:extLst>
          </p:cNvPr>
          <p:cNvGrpSpPr>
            <a:grpSpLocks noChangeAspect="1"/>
          </p:cNvGrpSpPr>
          <p:nvPr/>
        </p:nvGrpSpPr>
        <p:grpSpPr>
          <a:xfrm>
            <a:off x="548348" y="3919880"/>
            <a:ext cx="411480" cy="391460"/>
            <a:chOff x="-2874784" y="3022669"/>
            <a:chExt cx="815695" cy="776008"/>
          </a:xfrm>
        </p:grpSpPr>
        <p:sp>
          <p:nvSpPr>
            <p:cNvPr id="2" name="Oval 1">
              <a:extLst>
                <a:ext uri="{FF2B5EF4-FFF2-40B4-BE49-F238E27FC236}">
                  <a16:creationId xmlns:a16="http://schemas.microsoft.com/office/drawing/2014/main" id="{ECEA1A14-D5DC-482B-A0EF-45287E96A671}"/>
                </a:ext>
              </a:extLst>
            </p:cNvPr>
            <p:cNvSpPr/>
            <p:nvPr/>
          </p:nvSpPr>
          <p:spPr>
            <a:xfrm>
              <a:off x="-2874784" y="3022669"/>
              <a:ext cx="815695" cy="776008"/>
            </a:xfrm>
            <a:prstGeom prst="ellipse">
              <a:avLst/>
            </a:prstGeom>
            <a:solidFill>
              <a:sysClr val="window" lastClr="FFFFFF"/>
            </a:solidFill>
            <a:ln w="38100" cap="flat" cmpd="sng" algn="ctr">
              <a:solidFill>
                <a:srgbClr val="00A3A1"/>
              </a:solidFill>
              <a:prstDash val="solid"/>
              <a:miter lim="800000"/>
            </a:ln>
            <a:effectLst/>
          </p:spPr>
          <p:txBody>
            <a:bodyPr lIns="54610" tIns="54610" rIns="54610" bIns="5461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white"/>
                </a:solidFill>
                <a:effectLst/>
                <a:uLnTx/>
                <a:uFillTx/>
                <a:latin typeface="Univers 45 Light" pitchFamily="2" charset="0"/>
                <a:ea typeface="+mn-ea"/>
                <a:cs typeface="+mn-cs"/>
              </a:endParaRPr>
            </a:p>
          </p:txBody>
        </p:sp>
        <p:pic>
          <p:nvPicPr>
            <p:cNvPr id="4" name="Picture 3">
              <a:hlinkClick r:id="" action="ppaction://noaction"/>
              <a:extLst>
                <a:ext uri="{FF2B5EF4-FFF2-40B4-BE49-F238E27FC236}">
                  <a16:creationId xmlns:a16="http://schemas.microsoft.com/office/drawing/2014/main" id="{6AD828EF-90D2-E423-0303-1D40CC6D2A23}"/>
                </a:ext>
              </a:extLst>
            </p:cNvPr>
            <p:cNvPicPr>
              <a:picLocks noChangeAspect="1"/>
            </p:cNvPicPr>
            <p:nvPr/>
          </p:nvPicPr>
          <p:blipFill rotWithShape="1">
            <a:blip r:embed="rId3"/>
            <a:srcRect l="18579" t="20382" r="13756" b="19137"/>
            <a:stretch/>
          </p:blipFill>
          <p:spPr>
            <a:xfrm>
              <a:off x="-2736151" y="3168495"/>
              <a:ext cx="580998" cy="501812"/>
            </a:xfrm>
            <a:prstGeom prst="ellipse">
              <a:avLst/>
            </a:prstGeom>
          </p:spPr>
        </p:pic>
      </p:grpSp>
      <p:grpSp>
        <p:nvGrpSpPr>
          <p:cNvPr id="16" name="Group 15">
            <a:extLst>
              <a:ext uri="{FF2B5EF4-FFF2-40B4-BE49-F238E27FC236}">
                <a16:creationId xmlns:a16="http://schemas.microsoft.com/office/drawing/2014/main" id="{03AE7AAE-8AF9-7B22-4A9D-616E2F246168}"/>
              </a:ext>
            </a:extLst>
          </p:cNvPr>
          <p:cNvGrpSpPr>
            <a:grpSpLocks noChangeAspect="1"/>
          </p:cNvGrpSpPr>
          <p:nvPr/>
        </p:nvGrpSpPr>
        <p:grpSpPr>
          <a:xfrm>
            <a:off x="548348" y="2373316"/>
            <a:ext cx="411480" cy="391460"/>
            <a:chOff x="-3526157" y="1992898"/>
            <a:chExt cx="815695" cy="776008"/>
          </a:xfrm>
        </p:grpSpPr>
        <p:sp>
          <p:nvSpPr>
            <p:cNvPr id="5" name="Oval 4">
              <a:extLst>
                <a:ext uri="{FF2B5EF4-FFF2-40B4-BE49-F238E27FC236}">
                  <a16:creationId xmlns:a16="http://schemas.microsoft.com/office/drawing/2014/main" id="{516CF226-6795-5ADF-D8DB-F5DB7A9B994B}"/>
                </a:ext>
              </a:extLst>
            </p:cNvPr>
            <p:cNvSpPr/>
            <p:nvPr/>
          </p:nvSpPr>
          <p:spPr>
            <a:xfrm>
              <a:off x="-3526157" y="1992898"/>
              <a:ext cx="815695" cy="776008"/>
            </a:xfrm>
            <a:prstGeom prst="ellipse">
              <a:avLst/>
            </a:prstGeom>
            <a:solidFill>
              <a:sysClr val="window" lastClr="FFFFFF"/>
            </a:solidFill>
            <a:ln w="38100" cap="flat" cmpd="sng" algn="ctr">
              <a:solidFill>
                <a:srgbClr val="470A68"/>
              </a:solidFill>
              <a:prstDash val="solid"/>
              <a:miter lim="800000"/>
            </a:ln>
            <a:effectLst/>
          </p:spPr>
          <p:txBody>
            <a:bodyPr lIns="54610" tIns="54610" rIns="54610" bIns="5461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white"/>
                </a:solidFill>
                <a:effectLst/>
                <a:uLnTx/>
                <a:uFillTx/>
                <a:latin typeface="Univers 45 Light" pitchFamily="2" charset="0"/>
                <a:ea typeface="+mn-ea"/>
                <a:cs typeface="+mn-cs"/>
              </a:endParaRPr>
            </a:p>
          </p:txBody>
        </p:sp>
        <p:pic>
          <p:nvPicPr>
            <p:cNvPr id="7" name="Picture 6">
              <a:hlinkClick r:id="" action="ppaction://noaction"/>
              <a:extLst>
                <a:ext uri="{FF2B5EF4-FFF2-40B4-BE49-F238E27FC236}">
                  <a16:creationId xmlns:a16="http://schemas.microsoft.com/office/drawing/2014/main" id="{D2A1ECB4-BD35-2D1D-85BA-DC824D189D7D}"/>
                </a:ext>
              </a:extLst>
            </p:cNvPr>
            <p:cNvPicPr>
              <a:picLocks noChangeAspect="1"/>
            </p:cNvPicPr>
            <p:nvPr/>
          </p:nvPicPr>
          <p:blipFill rotWithShape="1">
            <a:blip r:embed="rId4"/>
            <a:srcRect l="18936" t="19079" r="21689" b="27606"/>
            <a:stretch/>
          </p:blipFill>
          <p:spPr>
            <a:xfrm>
              <a:off x="-3371683" y="2138724"/>
              <a:ext cx="509809" cy="424610"/>
            </a:xfrm>
            <a:prstGeom prst="rect">
              <a:avLst/>
            </a:prstGeom>
          </p:spPr>
        </p:pic>
      </p:grpSp>
      <p:grpSp>
        <p:nvGrpSpPr>
          <p:cNvPr id="21" name="Group 20">
            <a:extLst>
              <a:ext uri="{FF2B5EF4-FFF2-40B4-BE49-F238E27FC236}">
                <a16:creationId xmlns:a16="http://schemas.microsoft.com/office/drawing/2014/main" id="{3A605AC4-1FFC-6436-4B9A-D4FD29271CB5}"/>
              </a:ext>
            </a:extLst>
          </p:cNvPr>
          <p:cNvGrpSpPr>
            <a:grpSpLocks noChangeAspect="1"/>
          </p:cNvGrpSpPr>
          <p:nvPr/>
        </p:nvGrpSpPr>
        <p:grpSpPr>
          <a:xfrm>
            <a:off x="548348" y="1609642"/>
            <a:ext cx="411480" cy="391460"/>
            <a:chOff x="-4886147" y="1947590"/>
            <a:chExt cx="815695" cy="776008"/>
          </a:xfrm>
        </p:grpSpPr>
        <p:sp>
          <p:nvSpPr>
            <p:cNvPr id="8" name="Oval 7">
              <a:extLst>
                <a:ext uri="{FF2B5EF4-FFF2-40B4-BE49-F238E27FC236}">
                  <a16:creationId xmlns:a16="http://schemas.microsoft.com/office/drawing/2014/main" id="{AF17F946-F345-77BD-D4C1-F7FBEDAC2848}"/>
                </a:ext>
              </a:extLst>
            </p:cNvPr>
            <p:cNvSpPr/>
            <p:nvPr/>
          </p:nvSpPr>
          <p:spPr>
            <a:xfrm>
              <a:off x="-4886147" y="1947590"/>
              <a:ext cx="815695" cy="776008"/>
            </a:xfrm>
            <a:prstGeom prst="ellipse">
              <a:avLst/>
            </a:prstGeom>
            <a:solidFill>
              <a:sysClr val="window" lastClr="FFFFFF"/>
            </a:solidFill>
            <a:ln w="38100" cap="flat" cmpd="sng" algn="ctr">
              <a:solidFill>
                <a:srgbClr val="0091DA"/>
              </a:solidFill>
              <a:prstDash val="solid"/>
              <a:miter lim="800000"/>
            </a:ln>
            <a:effectLst/>
          </p:spPr>
          <p:txBody>
            <a:bodyPr lIns="54610" tIns="54610" rIns="54610" bIns="5461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white"/>
                </a:solidFill>
                <a:effectLst/>
                <a:uLnTx/>
                <a:uFillTx/>
                <a:latin typeface="Univers 45 Light" pitchFamily="2" charset="0"/>
                <a:ea typeface="+mn-ea"/>
                <a:cs typeface="+mn-cs"/>
              </a:endParaRPr>
            </a:p>
          </p:txBody>
        </p:sp>
        <p:pic>
          <p:nvPicPr>
            <p:cNvPr id="9" name="Picture 8">
              <a:hlinkClick r:id="" action="ppaction://noaction"/>
              <a:extLst>
                <a:ext uri="{FF2B5EF4-FFF2-40B4-BE49-F238E27FC236}">
                  <a16:creationId xmlns:a16="http://schemas.microsoft.com/office/drawing/2014/main" id="{D14AF349-6EFE-7027-25E3-95D08B73FAAF}"/>
                </a:ext>
              </a:extLst>
            </p:cNvPr>
            <p:cNvPicPr>
              <a:picLocks noChangeAspect="1"/>
            </p:cNvPicPr>
            <p:nvPr/>
          </p:nvPicPr>
          <p:blipFill rotWithShape="1">
            <a:blip r:embed="rId5"/>
            <a:srcRect l="18223" t="20764" r="16673" b="24869"/>
            <a:stretch/>
          </p:blipFill>
          <p:spPr>
            <a:xfrm>
              <a:off x="-4765025" y="2119150"/>
              <a:ext cx="559002" cy="420322"/>
            </a:xfrm>
            <a:prstGeom prst="rect">
              <a:avLst/>
            </a:prstGeom>
          </p:spPr>
        </p:pic>
      </p:grpSp>
      <p:grpSp>
        <p:nvGrpSpPr>
          <p:cNvPr id="18" name="Group 17">
            <a:extLst>
              <a:ext uri="{FF2B5EF4-FFF2-40B4-BE49-F238E27FC236}">
                <a16:creationId xmlns:a16="http://schemas.microsoft.com/office/drawing/2014/main" id="{FFD8C2B2-858C-F738-7E1F-352602B2F4EA}"/>
              </a:ext>
            </a:extLst>
          </p:cNvPr>
          <p:cNvGrpSpPr>
            <a:grpSpLocks noChangeAspect="1"/>
          </p:cNvGrpSpPr>
          <p:nvPr/>
        </p:nvGrpSpPr>
        <p:grpSpPr>
          <a:xfrm>
            <a:off x="548348" y="3160353"/>
            <a:ext cx="411480" cy="394639"/>
            <a:chOff x="-3526157" y="4132168"/>
            <a:chExt cx="815695" cy="782310"/>
          </a:xfrm>
        </p:grpSpPr>
        <p:sp>
          <p:nvSpPr>
            <p:cNvPr id="10" name="Oval 9">
              <a:extLst>
                <a:ext uri="{FF2B5EF4-FFF2-40B4-BE49-F238E27FC236}">
                  <a16:creationId xmlns:a16="http://schemas.microsoft.com/office/drawing/2014/main" id="{95627AF5-48CD-2933-FB5B-5CE0D4D695D3}"/>
                </a:ext>
              </a:extLst>
            </p:cNvPr>
            <p:cNvSpPr/>
            <p:nvPr/>
          </p:nvSpPr>
          <p:spPr>
            <a:xfrm>
              <a:off x="-3526157" y="4132168"/>
              <a:ext cx="815695" cy="782310"/>
            </a:xfrm>
            <a:prstGeom prst="ellipse">
              <a:avLst/>
            </a:prstGeom>
            <a:solidFill>
              <a:sysClr val="window" lastClr="FFFFFF"/>
            </a:solidFill>
            <a:ln w="38100" cap="flat" cmpd="sng" algn="ctr">
              <a:solidFill>
                <a:srgbClr val="005EB8"/>
              </a:solidFill>
              <a:prstDash val="solid"/>
              <a:miter lim="800000"/>
            </a:ln>
            <a:effectLst/>
          </p:spPr>
          <p:txBody>
            <a:bodyPr lIns="54610" tIns="54610" rIns="54610" bIns="5461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white"/>
                </a:solidFill>
                <a:effectLst/>
                <a:uLnTx/>
                <a:uFillTx/>
                <a:latin typeface="Univers 45 Light" pitchFamily="2" charset="0"/>
                <a:ea typeface="+mn-ea"/>
                <a:cs typeface="+mn-cs"/>
              </a:endParaRPr>
            </a:p>
          </p:txBody>
        </p:sp>
        <p:pic>
          <p:nvPicPr>
            <p:cNvPr id="11" name="Picture 10">
              <a:hlinkClick r:id="" action="ppaction://noaction"/>
              <a:extLst>
                <a:ext uri="{FF2B5EF4-FFF2-40B4-BE49-F238E27FC236}">
                  <a16:creationId xmlns:a16="http://schemas.microsoft.com/office/drawing/2014/main" id="{4803818B-1E9F-3C05-6F55-6B921702F764}"/>
                </a:ext>
              </a:extLst>
            </p:cNvPr>
            <p:cNvPicPr>
              <a:picLocks noChangeAspect="1"/>
            </p:cNvPicPr>
            <p:nvPr/>
          </p:nvPicPr>
          <p:blipFill rotWithShape="1">
            <a:blip r:embed="rId6"/>
            <a:srcRect l="14750" t="20714" r="19278" b="22997"/>
            <a:stretch/>
          </p:blipFill>
          <p:spPr>
            <a:xfrm>
              <a:off x="-3392804" y="4290147"/>
              <a:ext cx="566456" cy="451773"/>
            </a:xfrm>
            <a:prstGeom prst="roundRect">
              <a:avLst/>
            </a:prstGeom>
          </p:spPr>
        </p:pic>
      </p:grpSp>
      <p:grpSp>
        <p:nvGrpSpPr>
          <p:cNvPr id="19" name="Group 18">
            <a:extLst>
              <a:ext uri="{FF2B5EF4-FFF2-40B4-BE49-F238E27FC236}">
                <a16:creationId xmlns:a16="http://schemas.microsoft.com/office/drawing/2014/main" id="{2FE54CDE-7C12-3E7F-F72F-4D19F819CF47}"/>
              </a:ext>
            </a:extLst>
          </p:cNvPr>
          <p:cNvGrpSpPr>
            <a:grpSpLocks noChangeAspect="1"/>
          </p:cNvGrpSpPr>
          <p:nvPr/>
        </p:nvGrpSpPr>
        <p:grpSpPr>
          <a:xfrm>
            <a:off x="548348" y="5456513"/>
            <a:ext cx="411480" cy="394639"/>
            <a:chOff x="-4886147" y="4105144"/>
            <a:chExt cx="815695" cy="782310"/>
          </a:xfrm>
        </p:grpSpPr>
        <p:sp>
          <p:nvSpPr>
            <p:cNvPr id="12" name="Oval 11">
              <a:extLst>
                <a:ext uri="{FF2B5EF4-FFF2-40B4-BE49-F238E27FC236}">
                  <a16:creationId xmlns:a16="http://schemas.microsoft.com/office/drawing/2014/main" id="{1062282A-0164-D836-D429-CC20F225458F}"/>
                </a:ext>
              </a:extLst>
            </p:cNvPr>
            <p:cNvSpPr/>
            <p:nvPr/>
          </p:nvSpPr>
          <p:spPr>
            <a:xfrm>
              <a:off x="-4886147" y="4105144"/>
              <a:ext cx="815695" cy="782310"/>
            </a:xfrm>
            <a:prstGeom prst="ellipse">
              <a:avLst/>
            </a:prstGeom>
            <a:solidFill>
              <a:sysClr val="window" lastClr="FFFFFF"/>
            </a:solidFill>
            <a:ln w="38100" cap="flat" cmpd="sng" algn="ctr">
              <a:solidFill>
                <a:srgbClr val="6D2077"/>
              </a:solidFill>
              <a:prstDash val="solid"/>
              <a:miter lim="800000"/>
            </a:ln>
            <a:effectLst/>
          </p:spPr>
          <p:txBody>
            <a:bodyPr lIns="54610" tIns="54610" rIns="54610" bIns="5461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white"/>
                </a:solidFill>
                <a:effectLst/>
                <a:uLnTx/>
                <a:uFillTx/>
                <a:latin typeface="Univers 45 Light" pitchFamily="2" charset="0"/>
                <a:ea typeface="+mn-ea"/>
                <a:cs typeface="+mn-cs"/>
              </a:endParaRPr>
            </a:p>
          </p:txBody>
        </p:sp>
        <p:pic>
          <p:nvPicPr>
            <p:cNvPr id="13" name="Picture 12">
              <a:hlinkClick r:id="" action="ppaction://noaction"/>
              <a:extLst>
                <a:ext uri="{FF2B5EF4-FFF2-40B4-BE49-F238E27FC236}">
                  <a16:creationId xmlns:a16="http://schemas.microsoft.com/office/drawing/2014/main" id="{08FBE209-FC80-0AF7-5ECD-2FFC01CBDAA6}"/>
                </a:ext>
              </a:extLst>
            </p:cNvPr>
            <p:cNvPicPr>
              <a:picLocks noChangeAspect="1"/>
            </p:cNvPicPr>
            <p:nvPr/>
          </p:nvPicPr>
          <p:blipFill rotWithShape="1">
            <a:blip r:embed="rId7"/>
            <a:srcRect l="12483" t="22189" r="18072" b="25923"/>
            <a:stretch/>
          </p:blipFill>
          <p:spPr>
            <a:xfrm>
              <a:off x="-4762919" y="4273845"/>
              <a:ext cx="543797" cy="391156"/>
            </a:xfrm>
            <a:prstGeom prst="rect">
              <a:avLst/>
            </a:prstGeom>
          </p:spPr>
        </p:pic>
      </p:grpSp>
      <p:grpSp>
        <p:nvGrpSpPr>
          <p:cNvPr id="20" name="Group 19">
            <a:extLst>
              <a:ext uri="{FF2B5EF4-FFF2-40B4-BE49-F238E27FC236}">
                <a16:creationId xmlns:a16="http://schemas.microsoft.com/office/drawing/2014/main" id="{608A9654-7063-9056-584E-C7628926E016}"/>
              </a:ext>
            </a:extLst>
          </p:cNvPr>
          <p:cNvGrpSpPr>
            <a:grpSpLocks noChangeAspect="1"/>
          </p:cNvGrpSpPr>
          <p:nvPr/>
        </p:nvGrpSpPr>
        <p:grpSpPr>
          <a:xfrm>
            <a:off x="548348" y="4722109"/>
            <a:ext cx="411480" cy="394639"/>
            <a:chOff x="-5536487" y="3019517"/>
            <a:chExt cx="815695" cy="782310"/>
          </a:xfrm>
        </p:grpSpPr>
        <p:sp>
          <p:nvSpPr>
            <p:cNvPr id="14" name="Oval 13">
              <a:extLst>
                <a:ext uri="{FF2B5EF4-FFF2-40B4-BE49-F238E27FC236}">
                  <a16:creationId xmlns:a16="http://schemas.microsoft.com/office/drawing/2014/main" id="{ACC605F5-83A8-F7DC-AE41-CD00F2F11B39}"/>
                </a:ext>
              </a:extLst>
            </p:cNvPr>
            <p:cNvSpPr/>
            <p:nvPr/>
          </p:nvSpPr>
          <p:spPr>
            <a:xfrm>
              <a:off x="-5536487" y="3019517"/>
              <a:ext cx="815695" cy="782310"/>
            </a:xfrm>
            <a:prstGeom prst="ellipse">
              <a:avLst/>
            </a:prstGeom>
            <a:solidFill>
              <a:sysClr val="window" lastClr="FFFFFF"/>
            </a:solidFill>
            <a:ln w="38100" cap="flat" cmpd="sng" algn="ctr">
              <a:solidFill>
                <a:srgbClr val="483698"/>
              </a:solidFill>
              <a:prstDash val="solid"/>
              <a:miter lim="800000"/>
            </a:ln>
            <a:effectLst/>
          </p:spPr>
          <p:txBody>
            <a:bodyPr lIns="54610" tIns="54610" rIns="54610" bIns="5461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white"/>
                </a:solidFill>
                <a:effectLst/>
                <a:uLnTx/>
                <a:uFillTx/>
                <a:latin typeface="Univers 45 Light" pitchFamily="2" charset="0"/>
                <a:ea typeface="+mn-ea"/>
                <a:cs typeface="+mn-cs"/>
              </a:endParaRPr>
            </a:p>
          </p:txBody>
        </p:sp>
        <p:pic>
          <p:nvPicPr>
            <p:cNvPr id="15" name="Picture 14">
              <a:hlinkClick r:id="" action="ppaction://noaction"/>
              <a:extLst>
                <a:ext uri="{FF2B5EF4-FFF2-40B4-BE49-F238E27FC236}">
                  <a16:creationId xmlns:a16="http://schemas.microsoft.com/office/drawing/2014/main" id="{D6DFBEF1-BBD2-5B3D-9E2B-81D1E683CCFC}"/>
                </a:ext>
              </a:extLst>
            </p:cNvPr>
            <p:cNvPicPr>
              <a:picLocks noChangeAspect="1"/>
            </p:cNvPicPr>
            <p:nvPr/>
          </p:nvPicPr>
          <p:blipFill rotWithShape="1">
            <a:blip r:embed="rId8"/>
            <a:srcRect l="16466" t="13445" r="15200" b="21417"/>
            <a:stretch/>
          </p:blipFill>
          <p:spPr>
            <a:xfrm>
              <a:off x="-5403981" y="3139052"/>
              <a:ext cx="543797" cy="489738"/>
            </a:xfrm>
            <a:prstGeom prst="roundRect">
              <a:avLst/>
            </a:prstGeom>
          </p:spPr>
        </p:pic>
      </p:grpSp>
    </p:spTree>
    <p:extLst>
      <p:ext uri="{BB962C8B-B14F-4D97-AF65-F5344CB8AC3E}">
        <p14:creationId xmlns:p14="http://schemas.microsoft.com/office/powerpoint/2010/main" val="844690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5F9C7-614F-7B6F-4793-EB2F4996661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076EF6F-E0B6-307A-CA28-ED4222C0D236}"/>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Detailed Maturity Level Distribution | Voice of your Assessors</a:t>
            </a:r>
          </a:p>
        </p:txBody>
      </p:sp>
      <p:graphicFrame>
        <p:nvGraphicFramePr>
          <p:cNvPr id="2" name="Table 1">
            <a:extLst>
              <a:ext uri="{FF2B5EF4-FFF2-40B4-BE49-F238E27FC236}">
                <a16:creationId xmlns:a16="http://schemas.microsoft.com/office/drawing/2014/main" id="{5088DF50-88D5-990B-0A33-999A00381137}"/>
              </a:ext>
            </a:extLst>
          </p:cNvPr>
          <p:cNvGraphicFramePr>
            <a:graphicFrameLocks noGrp="1"/>
          </p:cNvGraphicFramePr>
          <p:nvPr>
            <p:extLst>
              <p:ext uri="{D42A27DB-BD31-4B8C-83A1-F6EECF244321}">
                <p14:modId xmlns:p14="http://schemas.microsoft.com/office/powerpoint/2010/main" val="2911224193"/>
              </p:ext>
            </p:extLst>
          </p:nvPr>
        </p:nvGraphicFramePr>
        <p:xfrm>
          <a:off x="319622" y="1005840"/>
          <a:ext cx="11430000" cy="5071216"/>
        </p:xfrm>
        <a:graphic>
          <a:graphicData uri="http://schemas.openxmlformats.org/drawingml/2006/table">
            <a:tbl>
              <a:tblPr>
                <a:effectLst>
                  <a:outerShdw blurRad="50800" dist="38100" dir="2700000" algn="tl" rotWithShape="0">
                    <a:prstClr val="black">
                      <a:alpha val="40000"/>
                    </a:prstClr>
                  </a:outerShdw>
                </a:effectLst>
              </a:tblPr>
              <a:tblGrid>
                <a:gridCol w="731520">
                  <a:extLst>
                    <a:ext uri="{9D8B030D-6E8A-4147-A177-3AD203B41FA5}">
                      <a16:colId xmlns:a16="http://schemas.microsoft.com/office/drawing/2014/main" val="2481260"/>
                    </a:ext>
                  </a:extLst>
                </a:gridCol>
                <a:gridCol w="2834640">
                  <a:extLst>
                    <a:ext uri="{9D8B030D-6E8A-4147-A177-3AD203B41FA5}">
                      <a16:colId xmlns:a16="http://schemas.microsoft.com/office/drawing/2014/main" val="2035176509"/>
                    </a:ext>
                  </a:extLst>
                </a:gridCol>
                <a:gridCol w="914400">
                  <a:extLst>
                    <a:ext uri="{9D8B030D-6E8A-4147-A177-3AD203B41FA5}">
                      <a16:colId xmlns:a16="http://schemas.microsoft.com/office/drawing/2014/main" val="2747907314"/>
                    </a:ext>
                  </a:extLst>
                </a:gridCol>
                <a:gridCol w="914400">
                  <a:extLst>
                    <a:ext uri="{9D8B030D-6E8A-4147-A177-3AD203B41FA5}">
                      <a16:colId xmlns:a16="http://schemas.microsoft.com/office/drawing/2014/main" val="3225091404"/>
                    </a:ext>
                  </a:extLst>
                </a:gridCol>
                <a:gridCol w="1097280">
                  <a:extLst>
                    <a:ext uri="{9D8B030D-6E8A-4147-A177-3AD203B41FA5}">
                      <a16:colId xmlns:a16="http://schemas.microsoft.com/office/drawing/2014/main" val="1866072409"/>
                    </a:ext>
                  </a:extLst>
                </a:gridCol>
                <a:gridCol w="914400">
                  <a:extLst>
                    <a:ext uri="{9D8B030D-6E8A-4147-A177-3AD203B41FA5}">
                      <a16:colId xmlns:a16="http://schemas.microsoft.com/office/drawing/2014/main" val="1317534915"/>
                    </a:ext>
                  </a:extLst>
                </a:gridCol>
                <a:gridCol w="1188720">
                  <a:extLst>
                    <a:ext uri="{9D8B030D-6E8A-4147-A177-3AD203B41FA5}">
                      <a16:colId xmlns:a16="http://schemas.microsoft.com/office/drawing/2014/main" val="3238383051"/>
                    </a:ext>
                  </a:extLst>
                </a:gridCol>
                <a:gridCol w="914400">
                  <a:extLst>
                    <a:ext uri="{9D8B030D-6E8A-4147-A177-3AD203B41FA5}">
                      <a16:colId xmlns:a16="http://schemas.microsoft.com/office/drawing/2014/main" val="4217126398"/>
                    </a:ext>
                  </a:extLst>
                </a:gridCol>
                <a:gridCol w="1005840">
                  <a:extLst>
                    <a:ext uri="{9D8B030D-6E8A-4147-A177-3AD203B41FA5}">
                      <a16:colId xmlns:a16="http://schemas.microsoft.com/office/drawing/2014/main" val="2745852810"/>
                    </a:ext>
                  </a:extLst>
                </a:gridCol>
                <a:gridCol w="914400">
                  <a:extLst>
                    <a:ext uri="{9D8B030D-6E8A-4147-A177-3AD203B41FA5}">
                      <a16:colId xmlns:a16="http://schemas.microsoft.com/office/drawing/2014/main" val="1400749802"/>
                    </a:ext>
                  </a:extLst>
                </a:gridCol>
              </a:tblGrid>
              <a:tr h="444352">
                <a:tc>
                  <a:txBody>
                    <a:bodyPr/>
                    <a:lstStyle/>
                    <a:p>
                      <a:pPr algn="ctr"/>
                      <a:r>
                        <a:rPr lang="en-US" sz="1000" b="1">
                          <a:effectLst/>
                        </a:rPr>
                        <a:t>L1</a:t>
                      </a:r>
                    </a:p>
                  </a:txBody>
                  <a:tcPr marL="45720" marR="45720" marT="9144" marB="9144"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00" b="1">
                          <a:effectLst/>
                        </a:rPr>
                        <a:t>L2</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1">
                          <a:effectLst/>
                        </a:rPr>
                        <a:t>Functional Process</a:t>
                      </a:r>
                    </a:p>
                  </a:txBody>
                  <a:tcPr marL="45720" marR="45720" marT="9144" marB="9144"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1">
                          <a:effectLst/>
                        </a:rPr>
                        <a:t>People &amp; Culture</a:t>
                      </a:r>
                    </a:p>
                  </a:txBody>
                  <a:tcPr marL="45720" marR="45720" marT="9144" marB="9144"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1">
                          <a:effectLst/>
                        </a:rPr>
                        <a:t>Service Delivery Model</a:t>
                      </a:r>
                    </a:p>
                  </a:txBody>
                  <a:tcPr marL="45720" marR="45720" marT="9144" marB="9144"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1">
                          <a:effectLst/>
                        </a:rPr>
                        <a:t>Technology</a:t>
                      </a:r>
                    </a:p>
                  </a:txBody>
                  <a:tcPr marL="45720" marR="45720" marT="9144" marB="9144"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1">
                          <a:effectLst/>
                        </a:rPr>
                        <a:t>Performance Insights &amp; Data</a:t>
                      </a:r>
                    </a:p>
                  </a:txBody>
                  <a:tcPr marL="45720" marR="45720" marT="9144" marB="9144"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1">
                          <a:effectLst/>
                        </a:rPr>
                        <a:t>Governance</a:t>
                      </a:r>
                    </a:p>
                  </a:txBody>
                  <a:tcPr marL="45720" marR="45720" marT="9144" marB="9144"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1">
                          <a:effectLst/>
                        </a:rPr>
                        <a:t>Average Maturity</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1">
                          <a:effectLst/>
                        </a:rPr>
                        <a:t>Respondent Count</a:t>
                      </a:r>
                    </a:p>
                  </a:txBody>
                  <a:tcPr marL="45720" marR="45720" marT="9144" marB="9144"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9124223"/>
                  </a:ext>
                </a:extLst>
              </a:tr>
              <a:tr h="256032">
                <a:tc rowSpan="3">
                  <a:txBody>
                    <a:bodyPr/>
                    <a:lstStyle/>
                    <a:p>
                      <a:pPr algn="ctr"/>
                      <a:r>
                        <a:rPr lang="en-US" sz="1100" b="1">
                          <a:effectLst/>
                        </a:rPr>
                        <a:t>Align</a:t>
                      </a:r>
                      <a:endParaRPr lang="en-US" sz="1100">
                        <a:effectLst/>
                      </a:endParaRPr>
                    </a:p>
                  </a:txBody>
                  <a:tcPr marL="45720" marR="45720" marT="9144" marB="9144"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0">
                          <a:effectLst/>
                        </a:rPr>
                        <a:t>Strategy &amp; Investment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2.6</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2.3</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2.5</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8</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3974679870"/>
                  </a:ext>
                </a:extLst>
              </a:tr>
              <a:tr h="256032">
                <a:tc vMerge="1">
                  <a:txBody>
                    <a:bodyPr/>
                    <a:lstStyle/>
                    <a:p>
                      <a:endParaRPr lang="en-US" sz="1000">
                        <a:effectLst/>
                      </a:endParaRPr>
                    </a:p>
                  </a:txBody>
                  <a:tcPr marL="8373" marR="8373" marT="4187" marB="4187"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EF4FF"/>
                    </a:solidFill>
                  </a:tcPr>
                </a:tc>
                <a:tc>
                  <a:txBody>
                    <a:bodyPr/>
                    <a:lstStyle/>
                    <a:p>
                      <a:r>
                        <a:rPr lang="en-US" sz="1100" b="0">
                          <a:effectLst/>
                        </a:rPr>
                        <a:t>IT Operating Model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2.4</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2.3</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2.1</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9</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3113853190"/>
                  </a:ext>
                </a:extLst>
              </a:tr>
              <a:tr h="256032">
                <a:tc vMerge="1">
                  <a:txBody>
                    <a:bodyPr/>
                    <a:lstStyle/>
                    <a:p>
                      <a:endParaRPr lang="en-US" sz="1000">
                        <a:effectLst/>
                      </a:endParaRPr>
                    </a:p>
                  </a:txBody>
                  <a:tcPr marL="8373" marR="8373" marT="4187" marB="4187"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EF4FF"/>
                    </a:solidFill>
                  </a:tcPr>
                </a:tc>
                <a:tc>
                  <a:txBody>
                    <a:bodyPr/>
                    <a:lstStyle/>
                    <a:p>
                      <a:r>
                        <a:rPr lang="en-US" sz="1100" b="0">
                          <a:effectLst/>
                        </a:rPr>
                        <a:t>IT Vendor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Calibri" panose="020F0502020204030204" pitchFamily="34" charset="0"/>
                        </a:rPr>
                        <a:t>2.4</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2.4</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1.5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b">
                        <a:buNone/>
                      </a:pPr>
                      <a:r>
                        <a:rPr lang="en-US" sz="1100" b="0" i="0" u="none" strike="noStrike">
                          <a:solidFill>
                            <a:srgbClr val="000000"/>
                          </a:solidFill>
                          <a:effectLst/>
                          <a:latin typeface="Calibri" panose="020F0502020204030204" pitchFamily="34" charset="0"/>
                        </a:rPr>
                        <a:t>2.1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b">
                        <a:buNone/>
                      </a:pPr>
                      <a:r>
                        <a:rPr lang="en-US" sz="1100" b="0" i="0" u="none" strike="noStrike">
                          <a:solidFill>
                            <a:srgbClr val="000000"/>
                          </a:solidFill>
                          <a:effectLst/>
                          <a:latin typeface="Calibri" panose="020F0502020204030204" pitchFamily="34" charset="0"/>
                        </a:rPr>
                        <a:t>1.8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b">
                        <a:buNone/>
                      </a:pPr>
                      <a:r>
                        <a:rPr lang="en-US" sz="1100" b="0" i="0" u="none" strike="noStrike">
                          <a:solidFill>
                            <a:srgbClr val="000000"/>
                          </a:solidFill>
                          <a:effectLst/>
                          <a:latin typeface="Calibri" panose="020F0502020204030204" pitchFamily="34" charset="0"/>
                        </a:rPr>
                        <a:t>1.8</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b">
                        <a:buNone/>
                      </a:pPr>
                      <a:r>
                        <a:rPr lang="en-US" sz="1100" b="0" i="0" u="none" strike="noStrike">
                          <a:solidFill>
                            <a:srgbClr val="000000"/>
                          </a:solidFill>
                          <a:effectLst/>
                          <a:latin typeface="Calibri" panose="020F0502020204030204" pitchFamily="34" charset="0"/>
                        </a:rPr>
                        <a:t>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11</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873887783"/>
                  </a:ext>
                </a:extLst>
              </a:tr>
              <a:tr h="256032">
                <a:tc rowSpan="2">
                  <a:txBody>
                    <a:bodyPr/>
                    <a:lstStyle/>
                    <a:p>
                      <a:pPr algn="ctr"/>
                      <a:r>
                        <a:rPr lang="en-US" sz="1100" b="1">
                          <a:effectLst/>
                        </a:rPr>
                        <a:t>Define</a:t>
                      </a:r>
                      <a:endParaRPr lang="en-US" sz="1100">
                        <a:effectLst/>
                      </a:endParaRPr>
                    </a:p>
                  </a:txBody>
                  <a:tcPr marL="45720" marR="45720" marT="9144" marB="9144"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0">
                          <a:effectLst/>
                        </a:rPr>
                        <a:t>IT Portfolio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2.0</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1.8</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ctr">
                        <a:buNone/>
                      </a:pPr>
                      <a:r>
                        <a:rPr lang="en-US" sz="1100" b="0" i="0" u="none" strike="noStrike">
                          <a:solidFill>
                            <a:srgbClr val="000000"/>
                          </a:solidFill>
                          <a:effectLst/>
                          <a:latin typeface="Calibri" panose="020F0502020204030204" pitchFamily="34" charset="0"/>
                        </a:rPr>
                        <a:t>2.0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1.7</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ctr">
                        <a:buNone/>
                      </a:pPr>
                      <a:r>
                        <a:rPr lang="en-US" sz="1100" b="0" i="0" u="none" strike="noStrike">
                          <a:solidFill>
                            <a:srgbClr val="000000"/>
                          </a:solidFill>
                          <a:effectLst/>
                          <a:latin typeface="Calibri" panose="020F0502020204030204" pitchFamily="34" charset="0"/>
                        </a:rPr>
                        <a:t>2.0</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6</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21390487"/>
                  </a:ext>
                </a:extLst>
              </a:tr>
              <a:tr h="256032">
                <a:tc vMerge="1">
                  <a:txBody>
                    <a:bodyPr/>
                    <a:lstStyle/>
                    <a:p>
                      <a:endParaRPr lang="en-US" sz="1000">
                        <a:effectLst/>
                      </a:endParaRPr>
                    </a:p>
                  </a:txBody>
                  <a:tcPr marL="8373" marR="8373" marT="4187" marB="4187"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EF4FF"/>
                    </a:solidFill>
                  </a:tcPr>
                </a:tc>
                <a:tc>
                  <a:txBody>
                    <a:bodyPr/>
                    <a:lstStyle/>
                    <a:p>
                      <a:r>
                        <a:rPr lang="en-US" sz="1100" b="0">
                          <a:effectLst/>
                        </a:rPr>
                        <a:t>IT Product/Team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3.0</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3.0</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2.8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2.7</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2.9</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37</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732370149"/>
                  </a:ext>
                </a:extLst>
              </a:tr>
              <a:tr h="256032">
                <a:tc rowSpan="3">
                  <a:txBody>
                    <a:bodyPr/>
                    <a:lstStyle/>
                    <a:p>
                      <a:pPr algn="ctr"/>
                      <a:r>
                        <a:rPr lang="en-US" sz="1100" b="1">
                          <a:effectLst/>
                        </a:rPr>
                        <a:t>Change</a:t>
                      </a:r>
                      <a:endParaRPr lang="en-US" sz="1100">
                        <a:effectLst/>
                      </a:endParaRPr>
                    </a:p>
                  </a:txBody>
                  <a:tcPr marL="45720" marR="45720" marT="9144" marB="9144"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0">
                          <a:effectLst/>
                        </a:rPr>
                        <a:t>Network Management </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3.7</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3.0</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3.1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3.1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3.1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2.8</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18</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2339261203"/>
                  </a:ext>
                </a:extLst>
              </a:tr>
              <a:tr h="256032">
                <a:tc vMerge="1">
                  <a:txBody>
                    <a:bodyPr/>
                    <a:lstStyle/>
                    <a:p>
                      <a:endParaRPr lang="en-US" sz="1000">
                        <a:effectLst/>
                      </a:endParaRPr>
                    </a:p>
                  </a:txBody>
                  <a:tcPr marL="8373" marR="8373" marT="4187" marB="4187"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EF4FF"/>
                    </a:solidFill>
                  </a:tcPr>
                </a:tc>
                <a:tc>
                  <a:txBody>
                    <a:bodyPr/>
                    <a:lstStyle/>
                    <a:p>
                      <a:r>
                        <a:rPr lang="en-US" sz="1100" b="0">
                          <a:effectLst/>
                        </a:rPr>
                        <a:t>Hosting Environment Management </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3.1</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2.7</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2.9</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21</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3847703282"/>
                  </a:ext>
                </a:extLst>
              </a:tr>
              <a:tr h="256032">
                <a:tc vMerge="1">
                  <a:txBody>
                    <a:bodyPr/>
                    <a:lstStyle/>
                    <a:p>
                      <a:endParaRPr lang="en-US" sz="1000">
                        <a:effectLst/>
                      </a:endParaRPr>
                    </a:p>
                  </a:txBody>
                  <a:tcPr marL="8373" marR="8373" marT="4187" marB="4187"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EF4FF"/>
                    </a:solidFill>
                  </a:tcPr>
                </a:tc>
                <a:tc>
                  <a:txBody>
                    <a:bodyPr/>
                    <a:lstStyle/>
                    <a:p>
                      <a:r>
                        <a:rPr lang="en-US" sz="1100" b="0">
                          <a:effectLst/>
                        </a:rPr>
                        <a:t>Identity &amp; Access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2.8</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2.6</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18</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866416911"/>
                  </a:ext>
                </a:extLst>
              </a:tr>
              <a:tr h="256032">
                <a:tc>
                  <a:txBody>
                    <a:bodyPr/>
                    <a:lstStyle/>
                    <a:p>
                      <a:pPr algn="ctr"/>
                      <a:r>
                        <a:rPr lang="en-US" sz="1100" b="1">
                          <a:effectLst/>
                        </a:rPr>
                        <a:t>Deliver</a:t>
                      </a:r>
                      <a:endParaRPr lang="en-US" sz="1100">
                        <a:effectLst/>
                      </a:endParaRPr>
                    </a:p>
                  </a:txBody>
                  <a:tcPr marL="45720" marR="45720" marT="9144" marB="9144"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0">
                          <a:effectLst/>
                        </a:rPr>
                        <a:t>Change Readiness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3.2</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3.0</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2.9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2.7</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2.9</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50</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538624502"/>
                  </a:ext>
                </a:extLst>
              </a:tr>
              <a:tr h="256032">
                <a:tc rowSpan="8">
                  <a:txBody>
                    <a:bodyPr/>
                    <a:lstStyle/>
                    <a:p>
                      <a:pPr algn="ctr"/>
                      <a:r>
                        <a:rPr lang="en-US" sz="1100" b="1">
                          <a:effectLst/>
                        </a:rPr>
                        <a:t>Sustain</a:t>
                      </a:r>
                      <a:endParaRPr lang="en-US" sz="1100">
                        <a:effectLst/>
                      </a:endParaRPr>
                    </a:p>
                  </a:txBody>
                  <a:tcPr marL="45720" marR="45720" marT="9144" marB="9144"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0">
                          <a:effectLst/>
                        </a:rPr>
                        <a:t>Knowledge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1.9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1.8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ctr">
                        <a:buNone/>
                      </a:pPr>
                      <a:r>
                        <a:rPr lang="en-US" sz="1100" b="0" i="0" u="none" strike="noStrike">
                          <a:solidFill>
                            <a:srgbClr val="000000"/>
                          </a:solidFill>
                          <a:effectLst/>
                          <a:latin typeface="Calibri" panose="020F0502020204030204" pitchFamily="34" charset="0"/>
                        </a:rPr>
                        <a:t>2.1</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19</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3202160048"/>
                  </a:ext>
                </a:extLst>
              </a:tr>
              <a:tr h="256032">
                <a:tc vMerge="1">
                  <a:txBody>
                    <a:bodyPr/>
                    <a:lstStyle/>
                    <a:p>
                      <a:endParaRPr lang="en-US"/>
                    </a:p>
                  </a:txBody>
                  <a:tcPr/>
                </a:tc>
                <a:tc>
                  <a:txBody>
                    <a:bodyPr/>
                    <a:lstStyle/>
                    <a:p>
                      <a:r>
                        <a:rPr lang="en-US" sz="1100" b="0">
                          <a:effectLst/>
                        </a:rPr>
                        <a:t>Incident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2.8</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2.7</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2.7</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2.3</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22</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3283540436"/>
                  </a:ext>
                </a:extLst>
              </a:tr>
              <a:tr h="256032">
                <a:tc vMerge="1">
                  <a:txBody>
                    <a:bodyPr/>
                    <a:lstStyle/>
                    <a:p>
                      <a:endParaRPr lang="en-US"/>
                    </a:p>
                  </a:txBody>
                  <a:tcPr/>
                </a:tc>
                <a:tc>
                  <a:txBody>
                    <a:bodyPr/>
                    <a:lstStyle/>
                    <a:p>
                      <a:r>
                        <a:rPr lang="en-US" sz="1100" b="0">
                          <a:effectLst/>
                        </a:rPr>
                        <a:t>Monitoring &amp; Event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2.7</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21</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2293198707"/>
                  </a:ext>
                </a:extLst>
              </a:tr>
              <a:tr h="256032">
                <a:tc vMerge="1">
                  <a:txBody>
                    <a:bodyPr/>
                    <a:lstStyle/>
                    <a:p>
                      <a:endParaRPr lang="en-US" sz="1000">
                        <a:effectLst/>
                      </a:endParaRPr>
                    </a:p>
                  </a:txBody>
                  <a:tcPr marL="8373" marR="8373" marT="4187" marB="4187"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EF4FF"/>
                    </a:solidFill>
                  </a:tcPr>
                </a:tc>
                <a:tc>
                  <a:txBody>
                    <a:bodyPr/>
                    <a:lstStyle/>
                    <a:p>
                      <a:r>
                        <a:rPr lang="en-US" sz="1100" b="0">
                          <a:effectLst/>
                        </a:rPr>
                        <a:t>Threat Detection &amp; Response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2.6</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3.0</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2.4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3.0</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2.6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22</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3000122961"/>
                  </a:ext>
                </a:extLst>
              </a:tr>
              <a:tr h="256032">
                <a:tc vMerge="1">
                  <a:txBody>
                    <a:bodyPr/>
                    <a:lstStyle/>
                    <a:p>
                      <a:endParaRPr lang="en-US" sz="1000">
                        <a:effectLst/>
                      </a:endParaRPr>
                    </a:p>
                  </a:txBody>
                  <a:tcPr marL="8373" marR="8373" marT="4187" marB="4187"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EF4FF"/>
                    </a:solidFill>
                  </a:tcPr>
                </a:tc>
                <a:tc>
                  <a:txBody>
                    <a:bodyPr/>
                    <a:lstStyle/>
                    <a:p>
                      <a:r>
                        <a:rPr lang="en-US" sz="1100" b="0">
                          <a:effectLst/>
                        </a:rPr>
                        <a:t>Recovery &amp; Resiliency Management </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2.6</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2.4</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2.7</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22</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1810011591"/>
                  </a:ext>
                </a:extLst>
              </a:tr>
              <a:tr h="256032">
                <a:tc vMerge="1">
                  <a:txBody>
                    <a:bodyPr/>
                    <a:lstStyle/>
                    <a:p>
                      <a:endParaRPr lang="en-US" sz="1000">
                        <a:effectLst/>
                      </a:endParaRPr>
                    </a:p>
                  </a:txBody>
                  <a:tcPr marL="8373" marR="8373" marT="4187" marB="4187"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EF4FF"/>
                    </a:solidFill>
                  </a:tcPr>
                </a:tc>
                <a:tc>
                  <a:txBody>
                    <a:bodyPr/>
                    <a:lstStyle/>
                    <a:p>
                      <a:r>
                        <a:rPr lang="en-US" sz="1100" b="0">
                          <a:effectLst/>
                        </a:rPr>
                        <a:t>Data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3.1</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3.1</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2.8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3.1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2.9</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3.0</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33</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1397399068"/>
                  </a:ext>
                </a:extLst>
              </a:tr>
              <a:tr h="256032">
                <a:tc vMerge="1">
                  <a:txBody>
                    <a:bodyPr/>
                    <a:lstStyle/>
                    <a:p>
                      <a:endParaRPr lang="en-US" sz="1000">
                        <a:effectLst/>
                      </a:endParaRPr>
                    </a:p>
                  </a:txBody>
                  <a:tcPr marL="8373" marR="8373" marT="4187" marB="4187"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EF4FF"/>
                    </a:solidFill>
                  </a:tcPr>
                </a:tc>
                <a:tc>
                  <a:txBody>
                    <a:bodyPr/>
                    <a:lstStyle/>
                    <a:p>
                      <a:r>
                        <a:rPr lang="en-US" sz="1100" b="0">
                          <a:effectLst/>
                        </a:rPr>
                        <a:t>IT Talent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2.1</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2.1</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1.8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ctr">
                        <a:buNone/>
                      </a:pPr>
                      <a:r>
                        <a:rPr lang="en-US" sz="1100" b="0" i="0" u="none" strike="noStrike">
                          <a:solidFill>
                            <a:srgbClr val="000000"/>
                          </a:solidFill>
                          <a:effectLst/>
                          <a:latin typeface="Calibri" panose="020F0502020204030204" pitchFamily="34" charset="0"/>
                        </a:rPr>
                        <a:t>1.8</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ctr">
                        <a:buNone/>
                      </a:pPr>
                      <a:r>
                        <a:rPr lang="en-US" sz="1100" b="0" i="0" u="none" strike="noStrike">
                          <a:solidFill>
                            <a:srgbClr val="000000"/>
                          </a:solidFill>
                          <a:effectLst/>
                          <a:latin typeface="Calibri" panose="020F0502020204030204" pitchFamily="34" charset="0"/>
                        </a:rPr>
                        <a:t>1.6</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ctr">
                        <a:buNone/>
                      </a:pPr>
                      <a:r>
                        <a:rPr lang="en-US" sz="1100" b="0" i="0" u="none" strike="noStrike">
                          <a:solidFill>
                            <a:srgbClr val="000000"/>
                          </a:solidFill>
                          <a:effectLst/>
                          <a:latin typeface="Calibri" panose="020F0502020204030204" pitchFamily="34" charset="0"/>
                        </a:rPr>
                        <a:t>1.8</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ctr">
                        <a:buNone/>
                      </a:pPr>
                      <a:r>
                        <a:rPr lang="en-US" sz="1100" b="0" i="0" u="none" strike="noStrike">
                          <a:solidFill>
                            <a:srgbClr val="000000"/>
                          </a:solidFill>
                          <a:effectLst/>
                          <a:latin typeface="Calibri" panose="020F0502020204030204" pitchFamily="34" charset="0"/>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12</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extLst>
                  <a:ext uri="{0D108BD9-81ED-4DB2-BD59-A6C34878D82A}">
                    <a16:rowId xmlns:a16="http://schemas.microsoft.com/office/drawing/2014/main" val="3635074390"/>
                  </a:ext>
                </a:extLst>
              </a:tr>
              <a:tr h="256032">
                <a:tc vMerge="1">
                  <a:txBody>
                    <a:bodyPr/>
                    <a:lstStyle/>
                    <a:p>
                      <a:endParaRPr lang="en-US" sz="1000">
                        <a:effectLst/>
                      </a:endParaRPr>
                    </a:p>
                  </a:txBody>
                  <a:tcPr marL="8373" marR="8373" marT="4187" marB="4187"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EF4FF"/>
                    </a:solidFill>
                  </a:tcPr>
                </a:tc>
                <a:tc>
                  <a:txBody>
                    <a:bodyPr/>
                    <a:lstStyle/>
                    <a:p>
                      <a:r>
                        <a:rPr lang="en-US" sz="1100" b="0">
                          <a:effectLst/>
                        </a:rPr>
                        <a:t>IT Financial Management</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sz="1100" b="0" i="0" u="none" strike="noStrike">
                          <a:solidFill>
                            <a:srgbClr val="000000"/>
                          </a:solidFill>
                          <a:effectLst/>
                          <a:latin typeface="Calibri" panose="020F0502020204030204" pitchFamily="34" charset="0"/>
                        </a:rPr>
                        <a:t>2.7</a:t>
                      </a:r>
                    </a:p>
                  </a:txBody>
                  <a:tcPr marL="9525" marR="9525" marT="9525" marB="0" anchor="ctr">
                    <a:lnL w="12700"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1.8</a:t>
                      </a:r>
                    </a:p>
                  </a:txBody>
                  <a:tcPr marL="9525" marR="9525" marT="9525"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99"/>
                    </a:solidFill>
                  </a:tcPr>
                </a:tc>
                <a:tc>
                  <a:txBody>
                    <a:bodyPr/>
                    <a:lstStyle/>
                    <a:p>
                      <a:pPr algn="ctr" fontAlgn="ctr">
                        <a:buNone/>
                      </a:pPr>
                      <a:r>
                        <a:rPr lang="en-US" sz="1100" b="0" i="0" u="none" strike="noStrike">
                          <a:solidFill>
                            <a:srgbClr val="000000"/>
                          </a:solidFill>
                          <a:effectLst/>
                          <a:latin typeface="Calibri" panose="020F0502020204030204" pitchFamily="34" charset="0"/>
                        </a:rPr>
                        <a:t>2.1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2.2</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2.1</a:t>
                      </a:r>
                    </a:p>
                  </a:txBody>
                  <a:tcPr marL="9525" marR="9525" marT="9525" marB="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2.0</a:t>
                      </a:r>
                    </a:p>
                  </a:txBody>
                  <a:tcPr marL="9525" marR="9525" marT="9525" marB="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66"/>
                    </a:solidFill>
                  </a:tcPr>
                </a:tc>
                <a:tc>
                  <a:txBody>
                    <a:bodyPr/>
                    <a:lstStyle/>
                    <a:p>
                      <a:pPr algn="ctr" fontAlgn="ctr">
                        <a:buNone/>
                      </a:pPr>
                      <a:r>
                        <a:rPr lang="en-US" sz="1100" b="0" i="0" u="none" strike="noStrike">
                          <a:solidFill>
                            <a:srgbClr val="000000"/>
                          </a:solidFill>
                          <a:effectLst/>
                          <a:latin typeface="Calibri" panose="020F0502020204030204" pitchFamily="34" charset="0"/>
                        </a:rPr>
                        <a:t>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10</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145299414"/>
                  </a:ext>
                </a:extLst>
              </a:tr>
              <a:tr h="274320">
                <a:tc>
                  <a:txBody>
                    <a:bodyPr/>
                    <a:lstStyle/>
                    <a:p>
                      <a:endParaRPr lang="en-US" sz="1000">
                        <a:effectLst/>
                      </a:endParaRPr>
                    </a:p>
                  </a:txBody>
                  <a:tcPr marL="45720" marR="45720" marT="9144" marB="9144"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b="1">
                          <a:effectLst/>
                        </a:rPr>
                        <a:t>Average Maturity</a:t>
                      </a:r>
                    </a:p>
                  </a:txBody>
                  <a:tcPr marL="45720" marR="45720" marT="9144" marB="9144"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tc>
                  <a:txBody>
                    <a:bodyPr/>
                    <a:lstStyle/>
                    <a:p>
                      <a:pPr algn="ctr" fontAlgn="b">
                        <a:buNone/>
                      </a:pPr>
                      <a:r>
                        <a:rPr lang="en-US" sz="1100" b="1" i="0" u="none" strike="noStrike">
                          <a:solidFill>
                            <a:srgbClr val="000000"/>
                          </a:solidFill>
                          <a:effectLst/>
                          <a:latin typeface="Calibri" panose="020F0502020204030204" pitchFamily="34" charset="0"/>
                        </a:rPr>
                        <a:t>2.8</a:t>
                      </a: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2.7</a:t>
                      </a:r>
                    </a:p>
                  </a:txBody>
                  <a:tcPr marL="45720" marR="45720" marT="9144" marB="9144"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2.6</a:t>
                      </a:r>
                    </a:p>
                  </a:txBody>
                  <a:tcPr marL="45720" marR="45720" marT="9144" marB="9144"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2.6</a:t>
                      </a:r>
                    </a:p>
                  </a:txBody>
                  <a:tcPr marL="45720" marR="45720" marT="9144" marB="9144"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2.5</a:t>
                      </a:r>
                    </a:p>
                  </a:txBody>
                  <a:tcPr marL="45720" marR="45720" marT="9144" marB="9144"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2.6</a:t>
                      </a:r>
                    </a:p>
                  </a:txBody>
                  <a:tcPr marL="45720" marR="45720" marT="9144" marB="9144" anchor="ctr">
                    <a:lnL w="9525" cap="flat" cmpd="sng" algn="ctr">
                      <a:solidFill>
                        <a:srgbClr val="D0D0D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2F2F2"/>
                    </a:solidFill>
                  </a:tcPr>
                </a:tc>
                <a:tc>
                  <a:txBody>
                    <a:bodyPr/>
                    <a:lstStyle/>
                    <a:p>
                      <a:pPr algn="ctr" fontAlgn="b">
                        <a:buNone/>
                      </a:pPr>
                      <a:r>
                        <a:rPr lang="en-US" sz="1100" b="1" i="0" u="none" strike="noStrike">
                          <a:solidFill>
                            <a:srgbClr val="000000"/>
                          </a:solidFill>
                          <a:effectLst/>
                          <a:latin typeface="Calibri" panose="020F0502020204030204" pitchFamily="34" charset="0"/>
                        </a:rPr>
                        <a:t>2.6</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66"/>
                    </a:solidFill>
                  </a:tcPr>
                </a:tc>
                <a:tc>
                  <a:txBody>
                    <a:bodyPr/>
                    <a:lstStyle/>
                    <a:p>
                      <a:pPr algn="ctr" fontAlgn="b">
                        <a:buNone/>
                      </a:pPr>
                      <a:endParaRPr lang="en-US" sz="1100" b="1" i="0" u="none" strike="noStrike">
                        <a:solidFill>
                          <a:srgbClr val="000000"/>
                        </a:solidFill>
                        <a:effectLst/>
                        <a:latin typeface="Calibri" panose="020F0502020204030204" pitchFamily="34" charset="0"/>
                      </a:endParaRPr>
                    </a:p>
                  </a:txBody>
                  <a:tcPr marL="45720" marR="45720" marT="9144" marB="9144" anchor="ctr">
                    <a:lnL w="12700" cap="flat" cmpd="sng" algn="ctr">
                      <a:solidFill>
                        <a:schemeClr val="tx1"/>
                      </a:solidFill>
                      <a:prstDash val="solid"/>
                      <a:round/>
                      <a:headEnd type="none" w="med" len="med"/>
                      <a:tailEnd type="none" w="med" len="med"/>
                    </a:lnL>
                    <a:lnR w="9525" cap="flat" cmpd="sng" algn="ctr">
                      <a:solidFill>
                        <a:srgbClr val="D0D0D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chemeClr val="bg1"/>
                    </a:solidFill>
                  </a:tcPr>
                </a:tc>
                <a:extLst>
                  <a:ext uri="{0D108BD9-81ED-4DB2-BD59-A6C34878D82A}">
                    <a16:rowId xmlns:a16="http://schemas.microsoft.com/office/drawing/2014/main" val="4270459153"/>
                  </a:ext>
                </a:extLst>
              </a:tr>
            </a:tbl>
          </a:graphicData>
        </a:graphic>
      </p:graphicFrame>
      <p:grpSp>
        <p:nvGrpSpPr>
          <p:cNvPr id="13" name="Group 12">
            <a:extLst>
              <a:ext uri="{FF2B5EF4-FFF2-40B4-BE49-F238E27FC236}">
                <a16:creationId xmlns:a16="http://schemas.microsoft.com/office/drawing/2014/main" id="{52165E05-9585-2BF2-487D-461F5815E8E8}"/>
              </a:ext>
            </a:extLst>
          </p:cNvPr>
          <p:cNvGrpSpPr/>
          <p:nvPr/>
        </p:nvGrpSpPr>
        <p:grpSpPr>
          <a:xfrm>
            <a:off x="9299599" y="128953"/>
            <a:ext cx="2541463" cy="562708"/>
            <a:chOff x="9136602" y="128953"/>
            <a:chExt cx="2541463" cy="562708"/>
          </a:xfrm>
        </p:grpSpPr>
        <p:sp>
          <p:nvSpPr>
            <p:cNvPr id="7" name="Rectangle 6">
              <a:extLst>
                <a:ext uri="{FF2B5EF4-FFF2-40B4-BE49-F238E27FC236}">
                  <a16:creationId xmlns:a16="http://schemas.microsoft.com/office/drawing/2014/main" id="{361C8DCB-4229-90DD-C087-994C4E400CA8}"/>
                </a:ext>
              </a:extLst>
            </p:cNvPr>
            <p:cNvSpPr/>
            <p:nvPr/>
          </p:nvSpPr>
          <p:spPr>
            <a:xfrm>
              <a:off x="9136602" y="128953"/>
              <a:ext cx="2541463" cy="562708"/>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en-US" sz="1000" b="1">
                <a:solidFill>
                  <a:schemeClr val="tx1"/>
                </a:solidFill>
              </a:endParaRPr>
            </a:p>
            <a:p>
              <a:pPr algn="ctr"/>
              <a:r>
                <a:rPr lang="en-US" sz="1000" b="1">
                  <a:solidFill>
                    <a:schemeClr val="tx1"/>
                  </a:solidFill>
                </a:rPr>
                <a:t>Aggregated Maturity Score</a:t>
              </a:r>
            </a:p>
            <a:p>
              <a:pPr algn="ctr"/>
              <a:endParaRPr lang="en-US" sz="1000" b="1">
                <a:solidFill>
                  <a:schemeClr val="tx1"/>
                </a:solidFill>
              </a:endParaRPr>
            </a:p>
            <a:p>
              <a:pPr algn="ctr"/>
              <a:endParaRPr lang="en-US" sz="1000" b="1">
                <a:solidFill>
                  <a:schemeClr val="tx1"/>
                </a:solidFill>
              </a:endParaRPr>
            </a:p>
            <a:p>
              <a:pPr algn="ctr"/>
              <a:endParaRPr lang="en-US" sz="1000" b="1">
                <a:solidFill>
                  <a:schemeClr val="tx1"/>
                </a:solidFill>
              </a:endParaRPr>
            </a:p>
          </p:txBody>
        </p:sp>
        <p:sp>
          <p:nvSpPr>
            <p:cNvPr id="8" name="Rectangle 7">
              <a:extLst>
                <a:ext uri="{FF2B5EF4-FFF2-40B4-BE49-F238E27FC236}">
                  <a16:creationId xmlns:a16="http://schemas.microsoft.com/office/drawing/2014/main" id="{970B55CD-A489-0622-BB60-1F801F1A134D}"/>
                </a:ext>
              </a:extLst>
            </p:cNvPr>
            <p:cNvSpPr/>
            <p:nvPr/>
          </p:nvSpPr>
          <p:spPr>
            <a:xfrm>
              <a:off x="10454396" y="399485"/>
              <a:ext cx="457200" cy="227248"/>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000" b="1">
                  <a:solidFill>
                    <a:schemeClr val="tx1"/>
                  </a:solidFill>
                </a:rPr>
                <a:t>3-4</a:t>
              </a:r>
            </a:p>
          </p:txBody>
        </p:sp>
        <p:sp>
          <p:nvSpPr>
            <p:cNvPr id="9" name="Rectangle 8">
              <a:extLst>
                <a:ext uri="{FF2B5EF4-FFF2-40B4-BE49-F238E27FC236}">
                  <a16:creationId xmlns:a16="http://schemas.microsoft.com/office/drawing/2014/main" id="{2372468B-9589-75EE-77E1-C63C90104DA9}"/>
                </a:ext>
              </a:extLst>
            </p:cNvPr>
            <p:cNvSpPr/>
            <p:nvPr/>
          </p:nvSpPr>
          <p:spPr>
            <a:xfrm>
              <a:off x="11006846" y="399485"/>
              <a:ext cx="457200" cy="227248"/>
            </a:xfrm>
            <a:prstGeom prst="rect">
              <a:avLst/>
            </a:prstGeom>
            <a:solidFill>
              <a:srgbClr val="60D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000" b="1">
                  <a:solidFill>
                    <a:schemeClr val="tx1"/>
                  </a:solidFill>
                </a:rPr>
                <a:t>4-5</a:t>
              </a:r>
            </a:p>
          </p:txBody>
        </p:sp>
        <p:sp>
          <p:nvSpPr>
            <p:cNvPr id="10" name="Rectangle 9">
              <a:extLst>
                <a:ext uri="{FF2B5EF4-FFF2-40B4-BE49-F238E27FC236}">
                  <a16:creationId xmlns:a16="http://schemas.microsoft.com/office/drawing/2014/main" id="{9CADDE6D-69FF-E6D4-2849-3295B477BDFB}"/>
                </a:ext>
              </a:extLst>
            </p:cNvPr>
            <p:cNvSpPr/>
            <p:nvPr/>
          </p:nvSpPr>
          <p:spPr>
            <a:xfrm>
              <a:off x="9349496" y="399485"/>
              <a:ext cx="457200" cy="227248"/>
            </a:xfrm>
            <a:prstGeom prst="rect">
              <a:avLst/>
            </a:prstGeom>
            <a:solidFill>
              <a:srgbClr val="FF99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000" b="1">
                  <a:solidFill>
                    <a:schemeClr val="tx1"/>
                  </a:solidFill>
                </a:rPr>
                <a:t>1-2</a:t>
              </a:r>
            </a:p>
          </p:txBody>
        </p:sp>
        <p:sp>
          <p:nvSpPr>
            <p:cNvPr id="4" name="Rectangle 3">
              <a:extLst>
                <a:ext uri="{FF2B5EF4-FFF2-40B4-BE49-F238E27FC236}">
                  <a16:creationId xmlns:a16="http://schemas.microsoft.com/office/drawing/2014/main" id="{781CCE92-8697-D662-B99E-7020A34F284D}"/>
                </a:ext>
              </a:extLst>
            </p:cNvPr>
            <p:cNvSpPr/>
            <p:nvPr/>
          </p:nvSpPr>
          <p:spPr>
            <a:xfrm>
              <a:off x="9901946" y="399485"/>
              <a:ext cx="457200" cy="227248"/>
            </a:xfrm>
            <a:prstGeom prst="rect">
              <a:avLst/>
            </a:prstGeom>
            <a:solidFill>
              <a:srgbClr val="FFFF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000" b="1">
                  <a:solidFill>
                    <a:schemeClr val="tx1"/>
                  </a:solidFill>
                </a:rPr>
                <a:t>2-3</a:t>
              </a:r>
            </a:p>
          </p:txBody>
        </p:sp>
      </p:grpSp>
    </p:spTree>
    <p:extLst>
      <p:ext uri="{BB962C8B-B14F-4D97-AF65-F5344CB8AC3E}">
        <p14:creationId xmlns:p14="http://schemas.microsoft.com/office/powerpoint/2010/main" val="1774361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05C8D-BCA0-F7AB-6C43-59A8FE9FE66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CF65D0D-9127-4127-7680-55F847D9BFDB}"/>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The frequency of maturity responses highlighted a few capabilities where there were consensus positives and areas for improvement</a:t>
            </a:r>
          </a:p>
        </p:txBody>
      </p:sp>
      <p:grpSp>
        <p:nvGrpSpPr>
          <p:cNvPr id="5" name="Group 4">
            <a:extLst>
              <a:ext uri="{FF2B5EF4-FFF2-40B4-BE49-F238E27FC236}">
                <a16:creationId xmlns:a16="http://schemas.microsoft.com/office/drawing/2014/main" id="{DFF0AF9B-3892-4C3E-4D03-F077419B55E8}"/>
              </a:ext>
            </a:extLst>
          </p:cNvPr>
          <p:cNvGrpSpPr/>
          <p:nvPr/>
        </p:nvGrpSpPr>
        <p:grpSpPr>
          <a:xfrm>
            <a:off x="7124700" y="6426200"/>
            <a:ext cx="3286125" cy="276225"/>
            <a:chOff x="1876425" y="5781675"/>
            <a:chExt cx="3286125" cy="276225"/>
          </a:xfrm>
        </p:grpSpPr>
        <p:sp>
          <p:nvSpPr>
            <p:cNvPr id="7" name="Rectangle 6">
              <a:extLst>
                <a:ext uri="{FF2B5EF4-FFF2-40B4-BE49-F238E27FC236}">
                  <a16:creationId xmlns:a16="http://schemas.microsoft.com/office/drawing/2014/main" id="{827F9148-F5B8-C5D8-536B-885EDD1D52F9}"/>
                </a:ext>
              </a:extLst>
            </p:cNvPr>
            <p:cNvSpPr/>
            <p:nvPr/>
          </p:nvSpPr>
          <p:spPr>
            <a:xfrm>
              <a:off x="2571750" y="5781675"/>
              <a:ext cx="466725" cy="276225"/>
            </a:xfrm>
            <a:prstGeom prst="rect">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500">
                  <a:solidFill>
                    <a:schemeClr val="tx1"/>
                  </a:solidFill>
                </a:rPr>
                <a:t>1</a:t>
              </a:r>
            </a:p>
          </p:txBody>
        </p:sp>
        <p:sp>
          <p:nvSpPr>
            <p:cNvPr id="8" name="Rectangle 7">
              <a:extLst>
                <a:ext uri="{FF2B5EF4-FFF2-40B4-BE49-F238E27FC236}">
                  <a16:creationId xmlns:a16="http://schemas.microsoft.com/office/drawing/2014/main" id="{C3B57C4B-2DE0-436F-1A7B-26A1DE53C12B}"/>
                </a:ext>
              </a:extLst>
            </p:cNvPr>
            <p:cNvSpPr/>
            <p:nvPr/>
          </p:nvSpPr>
          <p:spPr>
            <a:xfrm>
              <a:off x="3102769" y="5781675"/>
              <a:ext cx="466725" cy="276225"/>
            </a:xfrm>
            <a:prstGeom prst="rect">
              <a:avLst/>
            </a:prstGeom>
            <a:solidFill>
              <a:srgbClr val="FFFF66"/>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500">
                  <a:solidFill>
                    <a:schemeClr val="tx1"/>
                  </a:solidFill>
                </a:rPr>
                <a:t>2</a:t>
              </a:r>
            </a:p>
          </p:txBody>
        </p:sp>
        <p:sp>
          <p:nvSpPr>
            <p:cNvPr id="9" name="Rectangle 8">
              <a:extLst>
                <a:ext uri="{FF2B5EF4-FFF2-40B4-BE49-F238E27FC236}">
                  <a16:creationId xmlns:a16="http://schemas.microsoft.com/office/drawing/2014/main" id="{BA9572B3-F3D3-37B9-4BE2-86820B9B995C}"/>
                </a:ext>
              </a:extLst>
            </p:cNvPr>
            <p:cNvSpPr/>
            <p:nvPr/>
          </p:nvSpPr>
          <p:spPr>
            <a:xfrm>
              <a:off x="3633788" y="5781675"/>
              <a:ext cx="466725" cy="2762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500">
                  <a:solidFill>
                    <a:schemeClr val="tx1"/>
                  </a:solidFill>
                </a:rPr>
                <a:t>3</a:t>
              </a:r>
            </a:p>
          </p:txBody>
        </p:sp>
        <p:sp>
          <p:nvSpPr>
            <p:cNvPr id="10" name="Rectangle 9">
              <a:extLst>
                <a:ext uri="{FF2B5EF4-FFF2-40B4-BE49-F238E27FC236}">
                  <a16:creationId xmlns:a16="http://schemas.microsoft.com/office/drawing/2014/main" id="{9AF448EF-61DF-A9AF-2E0C-ED8B117A7028}"/>
                </a:ext>
              </a:extLst>
            </p:cNvPr>
            <p:cNvSpPr/>
            <p:nvPr/>
          </p:nvSpPr>
          <p:spPr>
            <a:xfrm>
              <a:off x="4164807" y="5781675"/>
              <a:ext cx="466725" cy="276225"/>
            </a:xfrm>
            <a:prstGeom prst="rect">
              <a:avLst/>
            </a:prstGeom>
            <a:solidFill>
              <a:srgbClr val="60D7F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500">
                  <a:solidFill>
                    <a:schemeClr val="tx1"/>
                  </a:solidFill>
                </a:rPr>
                <a:t>4</a:t>
              </a:r>
            </a:p>
          </p:txBody>
        </p:sp>
        <p:sp>
          <p:nvSpPr>
            <p:cNvPr id="11" name="Rectangle 10">
              <a:extLst>
                <a:ext uri="{FF2B5EF4-FFF2-40B4-BE49-F238E27FC236}">
                  <a16:creationId xmlns:a16="http://schemas.microsoft.com/office/drawing/2014/main" id="{24B00658-C4FE-6D3E-1E14-E732D997FC6C}"/>
                </a:ext>
              </a:extLst>
            </p:cNvPr>
            <p:cNvSpPr/>
            <p:nvPr/>
          </p:nvSpPr>
          <p:spPr>
            <a:xfrm>
              <a:off x="4695825" y="5781675"/>
              <a:ext cx="466725" cy="2762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500">
                  <a:solidFill>
                    <a:schemeClr val="bg1"/>
                  </a:solidFill>
                </a:rPr>
                <a:t>5</a:t>
              </a:r>
            </a:p>
          </p:txBody>
        </p:sp>
        <p:sp>
          <p:nvSpPr>
            <p:cNvPr id="12" name="TextBox 11">
              <a:extLst>
                <a:ext uri="{FF2B5EF4-FFF2-40B4-BE49-F238E27FC236}">
                  <a16:creationId xmlns:a16="http://schemas.microsoft.com/office/drawing/2014/main" id="{B1320F04-2BFE-2FB8-7261-447223B4913E}"/>
                </a:ext>
              </a:extLst>
            </p:cNvPr>
            <p:cNvSpPr txBox="1"/>
            <p:nvPr/>
          </p:nvSpPr>
          <p:spPr>
            <a:xfrm>
              <a:off x="1876425" y="5781675"/>
              <a:ext cx="466725" cy="276225"/>
            </a:xfrm>
            <a:prstGeom prst="rect">
              <a:avLst/>
            </a:prstGeom>
          </p:spPr>
          <p:txBody>
            <a:bodyPr vert="horz" wrap="square" lIns="45720" tIns="45720" rIns="45720" bIns="45720" rtlCol="0" anchor="ctr" anchorCtr="0">
              <a:noAutofit/>
            </a:bodyPr>
            <a:lstStyle/>
            <a:p>
              <a:pPr algn="ctr">
                <a:spcAft>
                  <a:spcPts val="600"/>
                </a:spcAft>
              </a:pPr>
              <a:r>
                <a:rPr lang="en-US" sz="1500" b="1">
                  <a:solidFill>
                    <a:schemeClr val="tx2"/>
                  </a:solidFill>
                </a:rPr>
                <a:t>Key</a:t>
              </a:r>
            </a:p>
          </p:txBody>
        </p:sp>
      </p:grpSp>
      <p:sp>
        <p:nvSpPr>
          <p:cNvPr id="13" name="TextBox 12">
            <a:extLst>
              <a:ext uri="{FF2B5EF4-FFF2-40B4-BE49-F238E27FC236}">
                <a16:creationId xmlns:a16="http://schemas.microsoft.com/office/drawing/2014/main" id="{A07318DB-F6D5-1030-DEF1-75F7C37A2809}"/>
              </a:ext>
            </a:extLst>
          </p:cNvPr>
          <p:cNvSpPr txBox="1"/>
          <p:nvPr/>
        </p:nvSpPr>
        <p:spPr>
          <a:xfrm>
            <a:off x="9630383" y="1965664"/>
            <a:ext cx="2425426" cy="3949986"/>
          </a:xfrm>
          <a:prstGeom prst="rect">
            <a:avLst/>
          </a:prstGeom>
          <a:solidFill>
            <a:schemeClr val="accent1"/>
          </a:solidFill>
        </p:spPr>
        <p:txBody>
          <a:bodyPr vert="horz" wrap="square" lIns="91440" tIns="91440" rIns="182880" bIns="91440" rtlCol="0" anchor="t" anchorCtr="0">
            <a:noAutofit/>
          </a:bodyPr>
          <a:lstStyle/>
          <a:p>
            <a:pPr algn="ctr">
              <a:spcAft>
                <a:spcPts val="600"/>
              </a:spcAft>
            </a:pPr>
            <a:r>
              <a:rPr lang="en-US" sz="1200" b="1">
                <a:solidFill>
                  <a:schemeClr val="bg1"/>
                </a:solidFill>
              </a:rPr>
              <a:t>Highlights</a:t>
            </a:r>
          </a:p>
          <a:p>
            <a:pPr marL="182880" indent="-182880">
              <a:spcAft>
                <a:spcPts val="600"/>
              </a:spcAft>
              <a:buFont typeface="+mj-lt"/>
              <a:buAutoNum type="arabicPeriod"/>
            </a:pPr>
            <a:r>
              <a:rPr lang="en-US" sz="1100" i="1">
                <a:solidFill>
                  <a:schemeClr val="bg1"/>
                </a:solidFill>
              </a:rPr>
              <a:t>IT Talent &amp; Communications (9%) IT Portfolio Management (11%) </a:t>
            </a:r>
            <a:r>
              <a:rPr lang="en-US" sz="1100">
                <a:solidFill>
                  <a:schemeClr val="bg1"/>
                </a:solidFill>
              </a:rPr>
              <a:t>and had the highest distribution of scores at a 1 or 2</a:t>
            </a:r>
          </a:p>
          <a:p>
            <a:pPr marL="182880" indent="-182880" algn="l">
              <a:spcAft>
                <a:spcPts val="600"/>
              </a:spcAft>
              <a:buFont typeface="+mj-lt"/>
              <a:buAutoNum type="arabicPeriod"/>
            </a:pPr>
            <a:r>
              <a:rPr lang="en-US" sz="1100" i="1">
                <a:solidFill>
                  <a:schemeClr val="bg1"/>
                </a:solidFill>
              </a:rPr>
              <a:t>Network Management </a:t>
            </a:r>
            <a:r>
              <a:rPr lang="en-US" sz="1100">
                <a:solidFill>
                  <a:schemeClr val="bg1"/>
                </a:solidFill>
              </a:rPr>
              <a:t>(75%), </a:t>
            </a:r>
            <a:r>
              <a:rPr lang="en-US" sz="1100" i="1">
                <a:solidFill>
                  <a:schemeClr val="bg1"/>
                </a:solidFill>
              </a:rPr>
              <a:t>Data Management &amp; Governance </a:t>
            </a:r>
            <a:r>
              <a:rPr lang="en-US" sz="1100">
                <a:solidFill>
                  <a:schemeClr val="bg1"/>
                </a:solidFill>
              </a:rPr>
              <a:t>(67%), and </a:t>
            </a:r>
            <a:r>
              <a:rPr lang="en-US" sz="1100" i="1">
                <a:solidFill>
                  <a:schemeClr val="bg1"/>
                </a:solidFill>
              </a:rPr>
              <a:t>Hosting Environment Management </a:t>
            </a:r>
            <a:r>
              <a:rPr lang="en-US" sz="1100">
                <a:solidFill>
                  <a:schemeClr val="bg1"/>
                </a:solidFill>
              </a:rPr>
              <a:t>(66%) had the most consistent distribution of responses with a 3 or above</a:t>
            </a:r>
          </a:p>
          <a:p>
            <a:pPr marL="182880" indent="-182880" algn="l">
              <a:spcAft>
                <a:spcPts val="600"/>
              </a:spcAft>
              <a:buFont typeface="+mj-lt"/>
              <a:buAutoNum type="arabicPeriod"/>
            </a:pPr>
            <a:r>
              <a:rPr lang="en-US" sz="1100">
                <a:solidFill>
                  <a:schemeClr val="bg1"/>
                </a:solidFill>
              </a:rPr>
              <a:t>IT Vendor Management and IT Talent and Communications had over 25% of responses come in with a 1 or lower</a:t>
            </a:r>
          </a:p>
          <a:p>
            <a:pPr marL="182880" indent="-182880" algn="l">
              <a:spcAft>
                <a:spcPts val="600"/>
              </a:spcAft>
              <a:buFont typeface="+mj-lt"/>
              <a:buAutoNum type="arabicPeriod"/>
            </a:pPr>
            <a:endParaRPr lang="en-US" sz="1200">
              <a:solidFill>
                <a:schemeClr val="bg1"/>
              </a:solidFill>
            </a:endParaRPr>
          </a:p>
        </p:txBody>
      </p:sp>
      <p:graphicFrame>
        <p:nvGraphicFramePr>
          <p:cNvPr id="18" name="Chart 17">
            <a:extLst>
              <a:ext uri="{FF2B5EF4-FFF2-40B4-BE49-F238E27FC236}">
                <a16:creationId xmlns:a16="http://schemas.microsoft.com/office/drawing/2014/main" id="{9097E9AD-A027-4692-8F3F-5245B72F47AF}"/>
              </a:ext>
            </a:extLst>
          </p:cNvPr>
          <p:cNvGraphicFramePr>
            <a:graphicFrameLocks/>
          </p:cNvGraphicFramePr>
          <p:nvPr>
            <p:extLst>
              <p:ext uri="{D42A27DB-BD31-4B8C-83A1-F6EECF244321}">
                <p14:modId xmlns:p14="http://schemas.microsoft.com/office/powerpoint/2010/main" val="3649696395"/>
              </p:ext>
            </p:extLst>
          </p:nvPr>
        </p:nvGraphicFramePr>
        <p:xfrm>
          <a:off x="495300" y="1660618"/>
          <a:ext cx="8550162"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20">
            <a:extLst>
              <a:ext uri="{FF2B5EF4-FFF2-40B4-BE49-F238E27FC236}">
                <a16:creationId xmlns:a16="http://schemas.microsoft.com/office/drawing/2014/main" id="{1572A14F-FA1C-8F53-E244-8A2529A37CE0}"/>
              </a:ext>
            </a:extLst>
          </p:cNvPr>
          <p:cNvSpPr txBox="1"/>
          <p:nvPr/>
        </p:nvSpPr>
        <p:spPr>
          <a:xfrm>
            <a:off x="2096464" y="1371601"/>
            <a:ext cx="5597820" cy="276225"/>
          </a:xfrm>
          <a:prstGeom prst="rect">
            <a:avLst/>
          </a:prstGeom>
        </p:spPr>
        <p:txBody>
          <a:bodyPr vert="horz" wrap="square" lIns="0" tIns="0" rIns="0" bIns="0" rtlCol="0" anchor="t" anchorCtr="0">
            <a:noAutofit/>
          </a:bodyPr>
          <a:lstStyle/>
          <a:p>
            <a:pPr algn="ctr">
              <a:spcAft>
                <a:spcPts val="600"/>
              </a:spcAft>
            </a:pPr>
            <a:r>
              <a:rPr lang="en-US" sz="1500" b="1">
                <a:solidFill>
                  <a:schemeClr val="tx2"/>
                </a:solidFill>
              </a:rPr>
              <a:t>Maturity Score Frequency by Capability</a:t>
            </a:r>
          </a:p>
        </p:txBody>
      </p:sp>
      <p:graphicFrame>
        <p:nvGraphicFramePr>
          <p:cNvPr id="25" name="Table 24">
            <a:extLst>
              <a:ext uri="{FF2B5EF4-FFF2-40B4-BE49-F238E27FC236}">
                <a16:creationId xmlns:a16="http://schemas.microsoft.com/office/drawing/2014/main" id="{55B0CCCD-8C38-22B1-DB1F-04BB75BBAD1A}"/>
              </a:ext>
            </a:extLst>
          </p:cNvPr>
          <p:cNvGraphicFramePr>
            <a:graphicFrameLocks noGrp="1"/>
          </p:cNvGraphicFramePr>
          <p:nvPr>
            <p:extLst>
              <p:ext uri="{D42A27DB-BD31-4B8C-83A1-F6EECF244321}">
                <p14:modId xmlns:p14="http://schemas.microsoft.com/office/powerpoint/2010/main" val="1687865442"/>
              </p:ext>
            </p:extLst>
          </p:nvPr>
        </p:nvGraphicFramePr>
        <p:xfrm>
          <a:off x="9127808" y="2016464"/>
          <a:ext cx="365760" cy="3913632"/>
        </p:xfrm>
        <a:graphic>
          <a:graphicData uri="http://schemas.openxmlformats.org/drawingml/2006/table">
            <a:tbl>
              <a:tblPr>
                <a:tableStyleId>{5C22544A-7EE6-4342-B048-85BDC9FD1C3A}</a:tableStyleId>
              </a:tblPr>
              <a:tblGrid>
                <a:gridCol w="365760">
                  <a:extLst>
                    <a:ext uri="{9D8B030D-6E8A-4147-A177-3AD203B41FA5}">
                      <a16:colId xmlns:a16="http://schemas.microsoft.com/office/drawing/2014/main" val="1260156649"/>
                    </a:ext>
                  </a:extLst>
                </a:gridCol>
              </a:tblGrid>
              <a:tr h="228600">
                <a:tc>
                  <a:txBody>
                    <a:bodyPr/>
                    <a:lstStyle/>
                    <a:p>
                      <a:pPr algn="ctr"/>
                      <a:r>
                        <a:rPr lang="en-US" sz="1000" b="1"/>
                        <a:t>12</a:t>
                      </a:r>
                    </a:p>
                  </a:txBody>
                  <a:tcPr marL="0" marR="0" marT="0" marB="0">
                    <a:noFill/>
                  </a:tcPr>
                </a:tc>
                <a:extLst>
                  <a:ext uri="{0D108BD9-81ED-4DB2-BD59-A6C34878D82A}">
                    <a16:rowId xmlns:a16="http://schemas.microsoft.com/office/drawing/2014/main" val="2811702273"/>
                  </a:ext>
                </a:extLst>
              </a:tr>
              <a:tr h="228600">
                <a:tc>
                  <a:txBody>
                    <a:bodyPr/>
                    <a:lstStyle/>
                    <a:p>
                      <a:pPr algn="ctr"/>
                      <a:r>
                        <a:rPr lang="en-US" sz="1000" b="1"/>
                        <a:t>6</a:t>
                      </a:r>
                    </a:p>
                  </a:txBody>
                  <a:tcPr marL="0" marR="0" marT="0" marB="0">
                    <a:noFill/>
                  </a:tcPr>
                </a:tc>
                <a:extLst>
                  <a:ext uri="{0D108BD9-81ED-4DB2-BD59-A6C34878D82A}">
                    <a16:rowId xmlns:a16="http://schemas.microsoft.com/office/drawing/2014/main" val="999308465"/>
                  </a:ext>
                </a:extLst>
              </a:tr>
              <a:tr h="228600">
                <a:tc>
                  <a:txBody>
                    <a:bodyPr/>
                    <a:lstStyle/>
                    <a:p>
                      <a:pPr algn="ctr"/>
                      <a:r>
                        <a:rPr lang="en-US" sz="1000" b="1"/>
                        <a:t>11</a:t>
                      </a:r>
                    </a:p>
                  </a:txBody>
                  <a:tcPr marL="0" marR="0" marT="0" marB="0">
                    <a:noFill/>
                  </a:tcPr>
                </a:tc>
                <a:extLst>
                  <a:ext uri="{0D108BD9-81ED-4DB2-BD59-A6C34878D82A}">
                    <a16:rowId xmlns:a16="http://schemas.microsoft.com/office/drawing/2014/main" val="1572910038"/>
                  </a:ext>
                </a:extLst>
              </a:tr>
              <a:tr h="228600">
                <a:tc>
                  <a:txBody>
                    <a:bodyPr/>
                    <a:lstStyle/>
                    <a:p>
                      <a:pPr algn="ctr"/>
                      <a:r>
                        <a:rPr lang="en-US" sz="1000" b="1"/>
                        <a:t>10</a:t>
                      </a:r>
                    </a:p>
                  </a:txBody>
                  <a:tcPr marL="0" marR="0" marT="0" marB="0">
                    <a:noFill/>
                  </a:tcPr>
                </a:tc>
                <a:extLst>
                  <a:ext uri="{0D108BD9-81ED-4DB2-BD59-A6C34878D82A}">
                    <a16:rowId xmlns:a16="http://schemas.microsoft.com/office/drawing/2014/main" val="639357858"/>
                  </a:ext>
                </a:extLst>
              </a:tr>
              <a:tr h="228600">
                <a:tc>
                  <a:txBody>
                    <a:bodyPr/>
                    <a:lstStyle/>
                    <a:p>
                      <a:pPr algn="ctr"/>
                      <a:r>
                        <a:rPr lang="en-US" sz="1000" b="1"/>
                        <a:t>9</a:t>
                      </a:r>
                    </a:p>
                  </a:txBody>
                  <a:tcPr marL="0" marR="0" marT="0" marB="0">
                    <a:noFill/>
                  </a:tcPr>
                </a:tc>
                <a:extLst>
                  <a:ext uri="{0D108BD9-81ED-4DB2-BD59-A6C34878D82A}">
                    <a16:rowId xmlns:a16="http://schemas.microsoft.com/office/drawing/2014/main" val="4133721354"/>
                  </a:ext>
                </a:extLst>
              </a:tr>
              <a:tr h="228600">
                <a:tc>
                  <a:txBody>
                    <a:bodyPr/>
                    <a:lstStyle/>
                    <a:p>
                      <a:pPr algn="ctr"/>
                      <a:r>
                        <a:rPr lang="en-US" sz="1000" b="1"/>
                        <a:t>19</a:t>
                      </a:r>
                    </a:p>
                  </a:txBody>
                  <a:tcPr marL="0" marR="0" marT="0" marB="0">
                    <a:noFill/>
                  </a:tcPr>
                </a:tc>
                <a:extLst>
                  <a:ext uri="{0D108BD9-81ED-4DB2-BD59-A6C34878D82A}">
                    <a16:rowId xmlns:a16="http://schemas.microsoft.com/office/drawing/2014/main" val="1921896479"/>
                  </a:ext>
                </a:extLst>
              </a:tr>
              <a:tr h="228600">
                <a:tc>
                  <a:txBody>
                    <a:bodyPr/>
                    <a:lstStyle/>
                    <a:p>
                      <a:pPr algn="ctr"/>
                      <a:r>
                        <a:rPr lang="en-US" sz="1000" b="1"/>
                        <a:t>8</a:t>
                      </a:r>
                    </a:p>
                  </a:txBody>
                  <a:tcPr marL="0" marR="0" marT="0" marB="0">
                    <a:noFill/>
                  </a:tcPr>
                </a:tc>
                <a:extLst>
                  <a:ext uri="{0D108BD9-81ED-4DB2-BD59-A6C34878D82A}">
                    <a16:rowId xmlns:a16="http://schemas.microsoft.com/office/drawing/2014/main" val="1872781131"/>
                  </a:ext>
                </a:extLst>
              </a:tr>
              <a:tr h="237744">
                <a:tc>
                  <a:txBody>
                    <a:bodyPr/>
                    <a:lstStyle/>
                    <a:p>
                      <a:pPr algn="ctr"/>
                      <a:r>
                        <a:rPr lang="en-US" sz="1000" b="1"/>
                        <a:t>22</a:t>
                      </a:r>
                    </a:p>
                  </a:txBody>
                  <a:tcPr marL="0" marR="0" marT="0" marB="0">
                    <a:noFill/>
                  </a:tcPr>
                </a:tc>
                <a:extLst>
                  <a:ext uri="{0D108BD9-81ED-4DB2-BD59-A6C34878D82A}">
                    <a16:rowId xmlns:a16="http://schemas.microsoft.com/office/drawing/2014/main" val="2658468339"/>
                  </a:ext>
                </a:extLst>
              </a:tr>
              <a:tr h="237744">
                <a:tc>
                  <a:txBody>
                    <a:bodyPr/>
                    <a:lstStyle/>
                    <a:p>
                      <a:pPr algn="ctr"/>
                      <a:r>
                        <a:rPr lang="en-US" sz="1000" b="1"/>
                        <a:t>22</a:t>
                      </a:r>
                    </a:p>
                  </a:txBody>
                  <a:tcPr marL="0" marR="0" marT="0" marB="0">
                    <a:noFill/>
                  </a:tcPr>
                </a:tc>
                <a:extLst>
                  <a:ext uri="{0D108BD9-81ED-4DB2-BD59-A6C34878D82A}">
                    <a16:rowId xmlns:a16="http://schemas.microsoft.com/office/drawing/2014/main" val="2056139865"/>
                  </a:ext>
                </a:extLst>
              </a:tr>
              <a:tr h="228600">
                <a:tc>
                  <a:txBody>
                    <a:bodyPr/>
                    <a:lstStyle/>
                    <a:p>
                      <a:pPr algn="ctr"/>
                      <a:r>
                        <a:rPr lang="en-US" sz="1000" b="1"/>
                        <a:t>21</a:t>
                      </a:r>
                    </a:p>
                  </a:txBody>
                  <a:tcPr marL="0" marR="0" marT="0" marB="0">
                    <a:noFill/>
                  </a:tcPr>
                </a:tc>
                <a:extLst>
                  <a:ext uri="{0D108BD9-81ED-4DB2-BD59-A6C34878D82A}">
                    <a16:rowId xmlns:a16="http://schemas.microsoft.com/office/drawing/2014/main" val="520892483"/>
                  </a:ext>
                </a:extLst>
              </a:tr>
              <a:tr h="228600">
                <a:tc>
                  <a:txBody>
                    <a:bodyPr/>
                    <a:lstStyle/>
                    <a:p>
                      <a:pPr algn="ctr"/>
                      <a:r>
                        <a:rPr lang="en-US" sz="1000" b="1"/>
                        <a:t>22</a:t>
                      </a:r>
                    </a:p>
                  </a:txBody>
                  <a:tcPr marL="0" marR="0" marT="0" marB="0">
                    <a:noFill/>
                  </a:tcPr>
                </a:tc>
                <a:extLst>
                  <a:ext uri="{0D108BD9-81ED-4DB2-BD59-A6C34878D82A}">
                    <a16:rowId xmlns:a16="http://schemas.microsoft.com/office/drawing/2014/main" val="2938453631"/>
                  </a:ext>
                </a:extLst>
              </a:tr>
              <a:tr h="237744">
                <a:tc>
                  <a:txBody>
                    <a:bodyPr/>
                    <a:lstStyle/>
                    <a:p>
                      <a:pPr algn="ctr"/>
                      <a:r>
                        <a:rPr lang="en-US" sz="1000" b="1"/>
                        <a:t>18</a:t>
                      </a:r>
                    </a:p>
                  </a:txBody>
                  <a:tcPr marL="0" marR="0" marT="0" marB="0">
                    <a:noFill/>
                  </a:tcPr>
                </a:tc>
                <a:extLst>
                  <a:ext uri="{0D108BD9-81ED-4DB2-BD59-A6C34878D82A}">
                    <a16:rowId xmlns:a16="http://schemas.microsoft.com/office/drawing/2014/main" val="1816263717"/>
                  </a:ext>
                </a:extLst>
              </a:tr>
              <a:tr h="228600">
                <a:tc>
                  <a:txBody>
                    <a:bodyPr/>
                    <a:lstStyle/>
                    <a:p>
                      <a:pPr algn="ctr"/>
                      <a:r>
                        <a:rPr lang="en-US" sz="1000" b="1"/>
                        <a:t>37</a:t>
                      </a:r>
                    </a:p>
                  </a:txBody>
                  <a:tcPr marL="0" marR="0" marT="0" marB="0">
                    <a:noFill/>
                  </a:tcPr>
                </a:tc>
                <a:extLst>
                  <a:ext uri="{0D108BD9-81ED-4DB2-BD59-A6C34878D82A}">
                    <a16:rowId xmlns:a16="http://schemas.microsoft.com/office/drawing/2014/main" val="2891035155"/>
                  </a:ext>
                </a:extLst>
              </a:tr>
              <a:tr h="228600">
                <a:tc>
                  <a:txBody>
                    <a:bodyPr/>
                    <a:lstStyle/>
                    <a:p>
                      <a:pPr algn="ctr"/>
                      <a:r>
                        <a:rPr lang="en-US" sz="1000" b="1"/>
                        <a:t>50</a:t>
                      </a:r>
                    </a:p>
                  </a:txBody>
                  <a:tcPr marL="0" marR="0" marT="0" marB="0">
                    <a:noFill/>
                  </a:tcPr>
                </a:tc>
                <a:extLst>
                  <a:ext uri="{0D108BD9-81ED-4DB2-BD59-A6C34878D82A}">
                    <a16:rowId xmlns:a16="http://schemas.microsoft.com/office/drawing/2014/main" val="2654547788"/>
                  </a:ext>
                </a:extLst>
              </a:tr>
              <a:tr h="228600">
                <a:tc>
                  <a:txBody>
                    <a:bodyPr/>
                    <a:lstStyle/>
                    <a:p>
                      <a:pPr algn="ctr"/>
                      <a:r>
                        <a:rPr lang="en-US" sz="1000" b="1"/>
                        <a:t>21</a:t>
                      </a:r>
                    </a:p>
                  </a:txBody>
                  <a:tcPr marL="0" marR="0" marT="0" marB="0">
                    <a:noFill/>
                  </a:tcPr>
                </a:tc>
                <a:extLst>
                  <a:ext uri="{0D108BD9-81ED-4DB2-BD59-A6C34878D82A}">
                    <a16:rowId xmlns:a16="http://schemas.microsoft.com/office/drawing/2014/main" val="1049237199"/>
                  </a:ext>
                </a:extLst>
              </a:tr>
              <a:tr h="228600">
                <a:tc>
                  <a:txBody>
                    <a:bodyPr/>
                    <a:lstStyle/>
                    <a:p>
                      <a:pPr algn="ctr"/>
                      <a:r>
                        <a:rPr lang="en-US" sz="1000" b="1"/>
                        <a:t>33</a:t>
                      </a:r>
                    </a:p>
                  </a:txBody>
                  <a:tcPr marL="0" marR="0" marT="0" marB="0">
                    <a:noFill/>
                  </a:tcPr>
                </a:tc>
                <a:extLst>
                  <a:ext uri="{0D108BD9-81ED-4DB2-BD59-A6C34878D82A}">
                    <a16:rowId xmlns:a16="http://schemas.microsoft.com/office/drawing/2014/main" val="3188634219"/>
                  </a:ext>
                </a:extLst>
              </a:tr>
              <a:tr h="228600">
                <a:tc>
                  <a:txBody>
                    <a:bodyPr/>
                    <a:lstStyle/>
                    <a:p>
                      <a:pPr algn="ctr"/>
                      <a:r>
                        <a:rPr lang="en-US" sz="1000" b="1"/>
                        <a:t>18</a:t>
                      </a:r>
                    </a:p>
                  </a:txBody>
                  <a:tcPr marL="0" marR="0" marT="0" marB="0">
                    <a:noFill/>
                  </a:tcPr>
                </a:tc>
                <a:extLst>
                  <a:ext uri="{0D108BD9-81ED-4DB2-BD59-A6C34878D82A}">
                    <a16:rowId xmlns:a16="http://schemas.microsoft.com/office/drawing/2014/main" val="325640874"/>
                  </a:ext>
                </a:extLst>
              </a:tr>
            </a:tbl>
          </a:graphicData>
        </a:graphic>
      </p:graphicFrame>
      <p:sp>
        <p:nvSpPr>
          <p:cNvPr id="26" name="TextBox 25">
            <a:extLst>
              <a:ext uri="{FF2B5EF4-FFF2-40B4-BE49-F238E27FC236}">
                <a16:creationId xmlns:a16="http://schemas.microsoft.com/office/drawing/2014/main" id="{CAB127E6-A2E1-C5BF-8097-943C415DAF13}"/>
              </a:ext>
            </a:extLst>
          </p:cNvPr>
          <p:cNvSpPr txBox="1"/>
          <p:nvPr/>
        </p:nvSpPr>
        <p:spPr>
          <a:xfrm>
            <a:off x="8892546" y="1509713"/>
            <a:ext cx="836284" cy="365760"/>
          </a:xfrm>
          <a:prstGeom prst="rect">
            <a:avLst/>
          </a:prstGeom>
        </p:spPr>
        <p:txBody>
          <a:bodyPr vert="horz" wrap="square" lIns="0" tIns="0" rIns="0" bIns="0" rtlCol="0" anchor="t" anchorCtr="0">
            <a:noAutofit/>
          </a:bodyPr>
          <a:lstStyle/>
          <a:p>
            <a:pPr algn="ctr">
              <a:spcAft>
                <a:spcPts val="600"/>
              </a:spcAft>
            </a:pPr>
            <a:r>
              <a:rPr lang="en-US" sz="1100" b="1">
                <a:solidFill>
                  <a:schemeClr val="tx2"/>
                </a:solidFill>
              </a:rPr>
              <a:t>Respondent Count</a:t>
            </a:r>
          </a:p>
        </p:txBody>
      </p:sp>
    </p:spTree>
    <p:extLst>
      <p:ext uri="{BB962C8B-B14F-4D97-AF65-F5344CB8AC3E}">
        <p14:creationId xmlns:p14="http://schemas.microsoft.com/office/powerpoint/2010/main" val="1920788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89B90-8F85-EC81-ADFB-759D3B1A82E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C826DDC-B0A4-2391-D436-D77AF51B4793}"/>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We developed an initial set of key themes and recommendations based on the survey results</a:t>
            </a:r>
          </a:p>
        </p:txBody>
      </p:sp>
      <p:graphicFrame>
        <p:nvGraphicFramePr>
          <p:cNvPr id="3" name="Table 11">
            <a:extLst>
              <a:ext uri="{FF2B5EF4-FFF2-40B4-BE49-F238E27FC236}">
                <a16:creationId xmlns:a16="http://schemas.microsoft.com/office/drawing/2014/main" id="{697A971C-B7EB-A808-ACB8-FA3C7A667F36}"/>
              </a:ext>
            </a:extLst>
          </p:cNvPr>
          <p:cNvGraphicFramePr>
            <a:graphicFrameLocks noGrp="1"/>
          </p:cNvGraphicFramePr>
          <p:nvPr>
            <p:extLst>
              <p:ext uri="{D42A27DB-BD31-4B8C-83A1-F6EECF244321}">
                <p14:modId xmlns:p14="http://schemas.microsoft.com/office/powerpoint/2010/main" val="1628894679"/>
              </p:ext>
            </p:extLst>
          </p:nvPr>
        </p:nvGraphicFramePr>
        <p:xfrm>
          <a:off x="495300" y="960120"/>
          <a:ext cx="11262907" cy="5060433"/>
        </p:xfrm>
        <a:graphic>
          <a:graphicData uri="http://schemas.openxmlformats.org/drawingml/2006/table">
            <a:tbl>
              <a:tblPr firstRow="1" bandRow="1">
                <a:tableStyleId>{BC89EF96-8CEA-46FF-86C4-4CE0E7609802}</a:tableStyleId>
              </a:tblPr>
              <a:tblGrid>
                <a:gridCol w="472987">
                  <a:extLst>
                    <a:ext uri="{9D8B030D-6E8A-4147-A177-3AD203B41FA5}">
                      <a16:colId xmlns:a16="http://schemas.microsoft.com/office/drawing/2014/main" val="111292326"/>
                    </a:ext>
                  </a:extLst>
                </a:gridCol>
                <a:gridCol w="4206240">
                  <a:extLst>
                    <a:ext uri="{9D8B030D-6E8A-4147-A177-3AD203B41FA5}">
                      <a16:colId xmlns:a16="http://schemas.microsoft.com/office/drawing/2014/main" val="3803964853"/>
                    </a:ext>
                  </a:extLst>
                </a:gridCol>
                <a:gridCol w="3291840">
                  <a:extLst>
                    <a:ext uri="{9D8B030D-6E8A-4147-A177-3AD203B41FA5}">
                      <a16:colId xmlns:a16="http://schemas.microsoft.com/office/drawing/2014/main" val="4274134787"/>
                    </a:ext>
                  </a:extLst>
                </a:gridCol>
                <a:gridCol w="548640">
                  <a:extLst>
                    <a:ext uri="{9D8B030D-6E8A-4147-A177-3AD203B41FA5}">
                      <a16:colId xmlns:a16="http://schemas.microsoft.com/office/drawing/2014/main" val="2099905082"/>
                    </a:ext>
                  </a:extLst>
                </a:gridCol>
                <a:gridCol w="548640">
                  <a:extLst>
                    <a:ext uri="{9D8B030D-6E8A-4147-A177-3AD203B41FA5}">
                      <a16:colId xmlns:a16="http://schemas.microsoft.com/office/drawing/2014/main" val="2752579093"/>
                    </a:ext>
                  </a:extLst>
                </a:gridCol>
                <a:gridCol w="548640">
                  <a:extLst>
                    <a:ext uri="{9D8B030D-6E8A-4147-A177-3AD203B41FA5}">
                      <a16:colId xmlns:a16="http://schemas.microsoft.com/office/drawing/2014/main" val="2088148208"/>
                    </a:ext>
                  </a:extLst>
                </a:gridCol>
                <a:gridCol w="548640">
                  <a:extLst>
                    <a:ext uri="{9D8B030D-6E8A-4147-A177-3AD203B41FA5}">
                      <a16:colId xmlns:a16="http://schemas.microsoft.com/office/drawing/2014/main" val="3144681736"/>
                    </a:ext>
                  </a:extLst>
                </a:gridCol>
                <a:gridCol w="548640">
                  <a:extLst>
                    <a:ext uri="{9D8B030D-6E8A-4147-A177-3AD203B41FA5}">
                      <a16:colId xmlns:a16="http://schemas.microsoft.com/office/drawing/2014/main" val="41332285"/>
                    </a:ext>
                  </a:extLst>
                </a:gridCol>
                <a:gridCol w="548640">
                  <a:extLst>
                    <a:ext uri="{9D8B030D-6E8A-4147-A177-3AD203B41FA5}">
                      <a16:colId xmlns:a16="http://schemas.microsoft.com/office/drawing/2014/main" val="965241266"/>
                    </a:ext>
                  </a:extLst>
                </a:gridCol>
              </a:tblGrid>
              <a:tr h="365760">
                <a:tc>
                  <a:txBody>
                    <a:bodyPr/>
                    <a:lstStyle/>
                    <a:p>
                      <a:pPr algn="ctr"/>
                      <a:r>
                        <a:rPr lang="en-US" sz="1100"/>
                        <a:t>No.</a:t>
                      </a:r>
                    </a:p>
                  </a:txBody>
                  <a:tcPr marL="45720" marR="45720" marT="27432" marB="27432"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100"/>
                        <a:t>Initiatives</a:t>
                      </a:r>
                    </a:p>
                  </a:txBody>
                  <a:tcPr marL="45720" marR="45720" marT="27432" marB="27432"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100"/>
                        <a:t>Challenges Addressed</a:t>
                      </a:r>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a:solidFill>
                            <a:schemeClr val="bg1"/>
                          </a:solidFill>
                        </a:rPr>
                        <a:t>Process</a:t>
                      </a:r>
                    </a:p>
                  </a:txBody>
                  <a:tcPr marL="45720" marR="45720" marT="27432" marB="27432"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900">
                          <a:solidFill>
                            <a:schemeClr val="bg1"/>
                          </a:solidFill>
                        </a:rPr>
                        <a:t>People</a:t>
                      </a:r>
                    </a:p>
                  </a:txBody>
                  <a:tcPr marL="45720" marR="45720" marT="27432" marB="27432"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900">
                          <a:solidFill>
                            <a:schemeClr val="bg1"/>
                          </a:solidFill>
                        </a:rPr>
                        <a:t>SDM</a:t>
                      </a:r>
                    </a:p>
                  </a:txBody>
                  <a:tcPr marL="45720" marR="45720" marT="27432" marB="27432"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900">
                          <a:solidFill>
                            <a:schemeClr val="bg1"/>
                          </a:solidFill>
                        </a:rPr>
                        <a:t>Tech</a:t>
                      </a:r>
                    </a:p>
                  </a:txBody>
                  <a:tcPr marL="45720" marR="45720" marT="27432" marB="27432"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US" sz="900">
                          <a:solidFill>
                            <a:schemeClr val="bg1"/>
                          </a:solidFill>
                        </a:rPr>
                        <a:t>Perf / Data</a:t>
                      </a:r>
                    </a:p>
                  </a:txBody>
                  <a:tcPr marL="45720" marR="45720" marT="27432" marB="27432"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US" sz="900">
                          <a:solidFill>
                            <a:schemeClr val="bg1"/>
                          </a:solidFill>
                        </a:rPr>
                        <a:t>Govern</a:t>
                      </a: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661427796"/>
                  </a:ext>
                </a:extLst>
              </a:tr>
              <a:tr h="313597">
                <a:tc gridSpan="2">
                  <a:txBody>
                    <a:bodyPr/>
                    <a:lstStyle/>
                    <a:p>
                      <a:pPr algn="l" fontAlgn="b"/>
                      <a:r>
                        <a:rPr lang="en-US" sz="1100" b="1" i="0" u="none" strike="noStrike">
                          <a:solidFill>
                            <a:schemeClr val="bg1"/>
                          </a:solidFill>
                          <a:effectLst/>
                          <a:latin typeface="+mn-lt"/>
                        </a:rPr>
                        <a:t>Theme #1: Controlling Demand and Supply </a:t>
                      </a:r>
                    </a:p>
                  </a:txBody>
                  <a:tcPr marR="45720" marT="27432" marB="27432"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hMerge="1">
                  <a:txBody>
                    <a:bodyPr/>
                    <a:lstStyle/>
                    <a:p>
                      <a:endParaRPr/>
                    </a:p>
                  </a:txBody>
                  <a:tcPr marR="6350" marT="6350" marB="0" anchor="ctr">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900">
                        <a:solidFill>
                          <a:schemeClr val="bg1"/>
                        </a:solidFill>
                      </a:endParaRPr>
                    </a:p>
                  </a:txBody>
                  <a:tcPr marL="45720" marR="45720" marT="27432" marB="27432"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0">
                        <a:solidFill>
                          <a:schemeClr val="bg1"/>
                        </a:solidFill>
                      </a:endParaRP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endParaRPr lang="en-US" sz="1200" b="0">
                        <a:solidFill>
                          <a:schemeClr val="bg1"/>
                        </a:solidFill>
                      </a:endParaRP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endParaRPr lang="en-US" sz="1200" b="0">
                        <a:solidFill>
                          <a:schemeClr val="bg1"/>
                        </a:solidFill>
                      </a:endParaRP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endParaRPr lang="en-US" sz="1200" b="0">
                        <a:solidFill>
                          <a:schemeClr val="bg1"/>
                        </a:solidFill>
                      </a:endParaRP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endParaRPr lang="en-US" sz="1200" b="0">
                        <a:solidFill>
                          <a:schemeClr val="bg1"/>
                        </a:solidFill>
                      </a:endParaRP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endParaRPr lang="en-US" sz="1200" b="0">
                        <a:solidFill>
                          <a:schemeClr val="bg1"/>
                        </a:solidFill>
                      </a:endParaRP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70084892"/>
                  </a:ext>
                </a:extLst>
              </a:tr>
              <a:tr h="267597">
                <a:tc>
                  <a:txBody>
                    <a:bodyPr/>
                    <a:lstStyle/>
                    <a:p>
                      <a:pPr algn="ctr"/>
                      <a:r>
                        <a:rPr lang="en-US" sz="900" b="1"/>
                        <a:t>1.1</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Establish and enforce clear intake governance to manage demand with the business and IT programs</a:t>
                      </a:r>
                    </a:p>
                  </a:txBody>
                  <a:tcPr marL="45720" marR="45720"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mn-lt"/>
                        </a:rPr>
                        <a:t>Reduces shadow IT, ensures IT is engaged early, improves prioritization and alignment</a:t>
                      </a:r>
                      <a:endParaRPr lang="en-US" sz="900"/>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5D0FF">
                        <a:alpha val="50000"/>
                      </a:srgb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10000"/>
                        <a:lumOff val="9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ctr"/>
                      <a:r>
                        <a:rPr lang="en-US" sz="900" b="0"/>
                        <a:t>X</a:t>
                      </a: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alpha val="50000"/>
                      </a:schemeClr>
                    </a:solidFill>
                  </a:tcPr>
                </a:tc>
                <a:extLst>
                  <a:ext uri="{0D108BD9-81ED-4DB2-BD59-A6C34878D82A}">
                    <a16:rowId xmlns:a16="http://schemas.microsoft.com/office/drawing/2014/main" val="2183215964"/>
                  </a:ext>
                </a:extLst>
              </a:tr>
              <a:tr h="267597">
                <a:tc>
                  <a:txBody>
                    <a:bodyPr/>
                    <a:lstStyle/>
                    <a:p>
                      <a:pPr algn="ctr"/>
                      <a:r>
                        <a:rPr lang="en-US" sz="900" b="1"/>
                        <a:t>1.2</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Implement consistent resource capacity planning standards, governance, and tooling</a:t>
                      </a:r>
                    </a:p>
                  </a:txBody>
                  <a:tcPr marL="45720" marR="45720"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Enables “ability to say no”; prevents overcommitment; supports data-driven staffing decisions</a:t>
                      </a:r>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5D0FF">
                        <a:alpha val="50000"/>
                      </a:srgbClr>
                    </a:solidFill>
                  </a:tcPr>
                </a:tc>
                <a:tc>
                  <a:txBody>
                    <a:bodyPr/>
                    <a:lstStyle/>
                    <a:p>
                      <a:pPr algn="ct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10000"/>
                        <a:lumOff val="9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ctr"/>
                      <a:r>
                        <a:rPr lang="en-US" sz="900" b="0"/>
                        <a:t>X</a:t>
                      </a: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alpha val="50000"/>
                      </a:schemeClr>
                    </a:solidFill>
                  </a:tcPr>
                </a:tc>
                <a:extLst>
                  <a:ext uri="{0D108BD9-81ED-4DB2-BD59-A6C34878D82A}">
                    <a16:rowId xmlns:a16="http://schemas.microsoft.com/office/drawing/2014/main" val="4294180488"/>
                  </a:ext>
                </a:extLst>
              </a:tr>
              <a:tr h="267597">
                <a:tc>
                  <a:txBody>
                    <a:bodyPr/>
                    <a:lstStyle/>
                    <a:p>
                      <a:pPr algn="ctr"/>
                      <a:r>
                        <a:rPr lang="en-US" sz="900" b="1"/>
                        <a:t>1.3</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effectLst/>
                        </a:rPr>
                        <a:t>Define a sourcing strategy to identify key capabilities to augment with additional supplier capacity</a:t>
                      </a:r>
                      <a:endParaRPr lang="en-US" sz="900"/>
                    </a:p>
                  </a:txBody>
                  <a:tcPr marL="45720" marR="45720"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Addresses skill gaps, enables scaling for projects/operations, reduces single points of failure</a:t>
                      </a:r>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5D0FF">
                        <a:alpha val="50000"/>
                      </a:srgbClr>
                    </a:solidFill>
                  </a:tcPr>
                </a:tc>
                <a:tc>
                  <a:txBody>
                    <a:bodyPr/>
                    <a:lstStyle/>
                    <a:p>
                      <a:pPr algn="ct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ct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10000"/>
                        <a:lumOff val="9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ctr"/>
                      <a:endParaRPr lang="en-US" sz="900" b="0"/>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alpha val="50000"/>
                      </a:schemeClr>
                    </a:solidFill>
                  </a:tcPr>
                </a:tc>
                <a:extLst>
                  <a:ext uri="{0D108BD9-81ED-4DB2-BD59-A6C34878D82A}">
                    <a16:rowId xmlns:a16="http://schemas.microsoft.com/office/drawing/2014/main" val="4275086071"/>
                  </a:ext>
                </a:extLst>
              </a:tr>
              <a:tr h="267597">
                <a:tc>
                  <a:txBody>
                    <a:bodyPr/>
                    <a:lstStyle/>
                    <a:p>
                      <a:pPr algn="ctr"/>
                      <a:r>
                        <a:rPr lang="en-US" sz="900" b="1"/>
                        <a:t>1.4</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Launch quarterly IT/business alignment forums to bring leaders together and review priorities, capacity, and resolve conflicts early</a:t>
                      </a:r>
                    </a:p>
                  </a:txBody>
                  <a:tcPr marL="45720" marR="45720"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Proactive review of pipeline and priorities</a:t>
                      </a:r>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5D0FF">
                        <a:alpha val="5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10000"/>
                        <a:lumOff val="9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t>X</a:t>
                      </a: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alpha val="50000"/>
                      </a:schemeClr>
                    </a:solidFill>
                  </a:tcPr>
                </a:tc>
                <a:extLst>
                  <a:ext uri="{0D108BD9-81ED-4DB2-BD59-A6C34878D82A}">
                    <a16:rowId xmlns:a16="http://schemas.microsoft.com/office/drawing/2014/main" val="3086407483"/>
                  </a:ext>
                </a:extLst>
              </a:tr>
              <a:tr h="313597">
                <a:tc gridSpan="2">
                  <a:txBody>
                    <a:bodyPr/>
                    <a:lstStyle/>
                    <a:p>
                      <a:pPr algn="l" fontAlgn="b"/>
                      <a:r>
                        <a:rPr lang="en-US" sz="1100" b="1" i="0" u="none" strike="noStrike">
                          <a:solidFill>
                            <a:schemeClr val="bg1"/>
                          </a:solidFill>
                          <a:effectLst/>
                          <a:latin typeface="+mn-lt"/>
                        </a:rPr>
                        <a:t>Theme #2: Attacking Critical Resiliency Risks</a:t>
                      </a:r>
                    </a:p>
                  </a:txBody>
                  <a:tcPr marR="4572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hMerge="1">
                  <a:txBody>
                    <a:bodyPr/>
                    <a:lstStyle/>
                    <a:p>
                      <a:endParaRPr/>
                    </a:p>
                  </a:txBody>
                  <a:tcPr marR="6350" marT="6350" marB="0" anchor="ctr">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900"/>
                    </a:p>
                  </a:txBody>
                  <a:tcPr marL="45720" marR="45720" marT="27432" marB="27432"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sz="900" b="0"/>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468370"/>
                  </a:ext>
                </a:extLst>
              </a:tr>
              <a:tr h="267597">
                <a:tc>
                  <a:txBody>
                    <a:bodyPr/>
                    <a:lstStyle/>
                    <a:p>
                      <a:pPr algn="ctr"/>
                      <a:r>
                        <a:rPr lang="en-US" sz="900" b="1"/>
                        <a:t>2.1</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Define and test BC/DR plans for both on-prem and cloud hosting environments</a:t>
                      </a:r>
                    </a:p>
                  </a:txBody>
                  <a:tcPr marL="45720" marR="45720"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Reduces risk exposure for business continuity and reinforces timely recovery. Reduces risk with cloud migration</a:t>
                      </a:r>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5D0FF">
                        <a:alpha val="50000"/>
                      </a:srgb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10000"/>
                        <a:lumOff val="9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ctr"/>
                      <a:r>
                        <a:rPr lang="en-US" sz="900" b="0"/>
                        <a:t>X</a:t>
                      </a: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alpha val="50000"/>
                      </a:schemeClr>
                    </a:solidFill>
                  </a:tcPr>
                </a:tc>
                <a:extLst>
                  <a:ext uri="{0D108BD9-81ED-4DB2-BD59-A6C34878D82A}">
                    <a16:rowId xmlns:a16="http://schemas.microsoft.com/office/drawing/2014/main" val="3905415236"/>
                  </a:ext>
                </a:extLst>
              </a:tr>
              <a:tr h="267597">
                <a:tc>
                  <a:txBody>
                    <a:bodyPr/>
                    <a:lstStyle/>
                    <a:p>
                      <a:pPr algn="ctr"/>
                      <a:r>
                        <a:rPr lang="en-US" sz="900" b="1"/>
                        <a:t>2.2</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Review roles that are single points of failure and establish mitigation plans, including required segregation of duties</a:t>
                      </a:r>
                    </a:p>
                  </a:txBody>
                  <a:tcPr marL="45720" marR="45720"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mn-lt"/>
                        </a:rPr>
                        <a:t>Addresses access control risk; reduces operational vulnerability</a:t>
                      </a:r>
                      <a:endParaRPr lang="en-US" sz="900"/>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5D0FF">
                        <a:alpha val="50000"/>
                      </a:srgbClr>
                    </a:solidFill>
                  </a:tcPr>
                </a:tc>
                <a:tc>
                  <a:txBody>
                    <a:bodyPr/>
                    <a:lstStyle/>
                    <a:p>
                      <a:pPr algn="ct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10000"/>
                        <a:lumOff val="9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ctr"/>
                      <a:r>
                        <a:rPr lang="en-US" sz="900" b="0"/>
                        <a:t>X</a:t>
                      </a: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alpha val="50000"/>
                      </a:schemeClr>
                    </a:solidFill>
                  </a:tcPr>
                </a:tc>
                <a:extLst>
                  <a:ext uri="{0D108BD9-81ED-4DB2-BD59-A6C34878D82A}">
                    <a16:rowId xmlns:a16="http://schemas.microsoft.com/office/drawing/2014/main" val="3381127620"/>
                  </a:ext>
                </a:extLst>
              </a:tr>
              <a:tr h="267597">
                <a:tc>
                  <a:txBody>
                    <a:bodyPr/>
                    <a:lstStyle/>
                    <a:p>
                      <a:pPr algn="ctr"/>
                      <a:r>
                        <a:rPr lang="en-US" sz="900" b="1"/>
                        <a:t>2.3</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Centralize and standardize documentation (runbooks, SOPs, architecture, etc.)</a:t>
                      </a:r>
                    </a:p>
                  </a:txBody>
                  <a:tcPr marL="45720" marR="45720"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Reduces siloed knowledge risk, improves onboarding</a:t>
                      </a:r>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5D0FF">
                        <a:alpha val="50000"/>
                      </a:srgbClr>
                    </a:solidFill>
                  </a:tcPr>
                </a:tc>
                <a:tc>
                  <a:txBody>
                    <a:bodyPr/>
                    <a:lstStyle/>
                    <a:p>
                      <a:pPr algn="ct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10000"/>
                        <a:lumOff val="9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ctr"/>
                      <a:r>
                        <a:rPr lang="en-US" sz="900" b="0"/>
                        <a:t>X</a:t>
                      </a: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alpha val="50000"/>
                      </a:schemeClr>
                    </a:solidFill>
                  </a:tcPr>
                </a:tc>
                <a:extLst>
                  <a:ext uri="{0D108BD9-81ED-4DB2-BD59-A6C34878D82A}">
                    <a16:rowId xmlns:a16="http://schemas.microsoft.com/office/drawing/2014/main" val="70424017"/>
                  </a:ext>
                </a:extLst>
              </a:tr>
              <a:tr h="267597">
                <a:tc>
                  <a:txBody>
                    <a:bodyPr/>
                    <a:lstStyle/>
                    <a:p>
                      <a:pPr algn="ctr"/>
                      <a:r>
                        <a:rPr lang="en-US" sz="900" b="1"/>
                        <a:t>2.4</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Enhance analysis of incidents and root cause data using GenAI enabled tooling to identify recurring patterns </a:t>
                      </a:r>
                    </a:p>
                  </a:txBody>
                  <a:tcPr marL="45720" marR="45720"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Surfaces hidden risks, helps prioritize fixes and proactive alerting</a:t>
                      </a:r>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5D0FF">
                        <a:alpha val="50000"/>
                      </a:srgb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10000"/>
                        <a:lumOff val="9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alpha val="50000"/>
                      </a:schemeClr>
                    </a:solidFill>
                  </a:tcPr>
                </a:tc>
                <a:extLst>
                  <a:ext uri="{0D108BD9-81ED-4DB2-BD59-A6C34878D82A}">
                    <a16:rowId xmlns:a16="http://schemas.microsoft.com/office/drawing/2014/main" val="1836433622"/>
                  </a:ext>
                </a:extLst>
              </a:tr>
              <a:tr h="313597">
                <a:tc grid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1" i="0" u="none" strike="noStrike" kern="1200">
                          <a:solidFill>
                            <a:schemeClr val="bg1"/>
                          </a:solidFill>
                          <a:effectLst/>
                          <a:latin typeface="+mn-lt"/>
                          <a:ea typeface="+mn-ea"/>
                          <a:cs typeface="+mn-cs"/>
                        </a:rPr>
                        <a:t>Theme #3: Meeting the Demands of our Customers</a:t>
                      </a:r>
                    </a:p>
                  </a:txBody>
                  <a:tcPr marR="4572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a:p>
                  </a:txBody>
                  <a:tcPr marR="6350" marT="6350" marB="0" anchor="ctr">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900">
                        <a:solidFill>
                          <a:schemeClr val="bg1"/>
                        </a:solidFill>
                      </a:endParaRPr>
                    </a:p>
                  </a:txBody>
                  <a:tcPr marL="45720" marR="45720" marT="27432" marB="27432"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0">
                        <a:solidFill>
                          <a:schemeClr val="bg1"/>
                        </a:solidFill>
                      </a:endParaRP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endParaRPr lang="en-US" sz="900" b="0">
                        <a:solidFill>
                          <a:schemeClr val="bg1"/>
                        </a:solidFill>
                      </a:endParaRP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endParaRPr lang="en-US" sz="900" b="0">
                        <a:solidFill>
                          <a:schemeClr val="bg1"/>
                        </a:solidFill>
                      </a:endParaRP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endParaRPr lang="en-US" sz="900" b="0">
                        <a:solidFill>
                          <a:schemeClr val="bg1"/>
                        </a:solidFill>
                      </a:endParaRP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endParaRPr lang="en-US" sz="900" b="0">
                        <a:solidFill>
                          <a:schemeClr val="bg1"/>
                        </a:solidFill>
                      </a:endParaRP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endParaRPr lang="en-US" sz="900" b="0">
                        <a:solidFill>
                          <a:schemeClr val="bg1"/>
                        </a:solidFill>
                      </a:endParaRP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3767611"/>
                  </a:ext>
                </a:extLst>
              </a:tr>
              <a:tr h="267597">
                <a:tc>
                  <a:txBody>
                    <a:bodyPr/>
                    <a:lstStyle/>
                    <a:p>
                      <a:pPr algn="ctr"/>
                      <a:r>
                        <a:rPr lang="en-US" sz="900" b="1"/>
                        <a:t>3.1</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Establish a single source of truth for store technology assets (e.g., devices)</a:t>
                      </a:r>
                    </a:p>
                  </a:txBody>
                  <a:tcPr marL="45720" marR="45720"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900"/>
                        <a:t>Improves asset visibility, enables proactive support, reduces shadow IT</a:t>
                      </a:r>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latin typeface="+mn-lt"/>
                        </a:rPr>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B5D0FF">
                        <a:alpha val="50000"/>
                      </a:srgb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t>X</a:t>
                      </a:r>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lumMod val="10000"/>
                        <a:lumOff val="90000"/>
                        <a:alpha val="50000"/>
                      </a:schemeClr>
                    </a:solidFill>
                  </a:tcPr>
                </a:tc>
                <a:tc>
                  <a:txBody>
                    <a:bodyPr/>
                    <a:lstStyle/>
                    <a:p>
                      <a:pPr algn="ctr"/>
                      <a:endParaRPr lang="en-US" sz="900" b="0"/>
                    </a:p>
                  </a:txBody>
                  <a:tcPr marL="45720" marR="45720" marT="27432" marB="27432"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ctr"/>
                      <a:r>
                        <a:rPr lang="en-US" sz="900" b="0"/>
                        <a:t>X</a:t>
                      </a: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5">
                        <a:lumMod val="20000"/>
                        <a:lumOff val="80000"/>
                        <a:alpha val="50000"/>
                      </a:schemeClr>
                    </a:solidFill>
                  </a:tcPr>
                </a:tc>
                <a:extLst>
                  <a:ext uri="{0D108BD9-81ED-4DB2-BD59-A6C34878D82A}">
                    <a16:rowId xmlns:a16="http://schemas.microsoft.com/office/drawing/2014/main" val="444355203"/>
                  </a:ext>
                </a:extLst>
              </a:tr>
              <a:tr h="267597">
                <a:tc>
                  <a:txBody>
                    <a:bodyPr/>
                    <a:lstStyle/>
                    <a:p>
                      <a:pPr algn="ctr"/>
                      <a:r>
                        <a:rPr lang="en-US" sz="900" b="1"/>
                        <a:t>3.2</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l" fontAlgn="b"/>
                      <a:r>
                        <a:rPr lang="en-US" sz="900"/>
                        <a:t>Create a “model store” to enable testing of new capabilities, devices, and tools</a:t>
                      </a:r>
                      <a:endParaRPr lang="en-US" sz="900" b="0" i="0" u="none" strike="noStrike">
                        <a:solidFill>
                          <a:srgbClr val="000000"/>
                        </a:solidFill>
                        <a:effectLst/>
                        <a:latin typeface="+mn-lt"/>
                      </a:endParaRPr>
                    </a:p>
                  </a:txBody>
                  <a:tcPr marL="45720" marR="45720"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l" fontAlgn="b"/>
                      <a:r>
                        <a:rPr lang="en-US" sz="900"/>
                        <a:t>Reduces rollout risk, improves quality, accelerates innovation</a:t>
                      </a:r>
                      <a:endParaRPr lang="en-US" sz="900" b="0" i="0" u="none" strike="noStrike">
                        <a:solidFill>
                          <a:srgbClr val="000000"/>
                        </a:solidFill>
                        <a:effectLst/>
                        <a:latin typeface="+mn-lt"/>
                      </a:endParaRPr>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latin typeface="+mn-lt"/>
                        </a:rPr>
                        <a:t>X</a:t>
                      </a:r>
                    </a:p>
                  </a:txBody>
                  <a:tcPr marL="45720" marR="4572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B5D0FF">
                        <a:alpha val="50000"/>
                      </a:srgbClr>
                    </a:solidFill>
                  </a:tcPr>
                </a:tc>
                <a:tc>
                  <a:txBody>
                    <a:bodyPr/>
                    <a:lstStyle/>
                    <a:p>
                      <a:pPr algn="ctr"/>
                      <a:endParaRPr lang="en-US" sz="900" b="0"/>
                    </a:p>
                  </a:txBody>
                  <a:tcPr marL="45720" marR="4572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t>X</a:t>
                      </a:r>
                    </a:p>
                  </a:txBody>
                  <a:tcPr marL="45720" marR="4572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10000"/>
                        <a:lumOff val="90000"/>
                        <a:alpha val="50000"/>
                      </a:schemeClr>
                    </a:solidFill>
                  </a:tcPr>
                </a:tc>
                <a:tc>
                  <a:txBody>
                    <a:bodyPr/>
                    <a:lstStyle/>
                    <a:p>
                      <a:pPr algn="ctr"/>
                      <a:endParaRPr lang="en-US" sz="900" b="0"/>
                    </a:p>
                  </a:txBody>
                  <a:tcPr marL="45720" marR="4572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t>X</a:t>
                      </a:r>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alpha val="50000"/>
                      </a:schemeClr>
                    </a:solidFill>
                  </a:tcPr>
                </a:tc>
                <a:extLst>
                  <a:ext uri="{0D108BD9-81ED-4DB2-BD59-A6C34878D82A}">
                    <a16:rowId xmlns:a16="http://schemas.microsoft.com/office/drawing/2014/main" val="1848969"/>
                  </a:ext>
                </a:extLst>
              </a:tr>
              <a:tr h="267597">
                <a:tc>
                  <a:txBody>
                    <a:bodyPr/>
                    <a:lstStyle/>
                    <a:p>
                      <a:pPr algn="ctr"/>
                      <a:r>
                        <a:rPr lang="en-US" sz="900" b="1"/>
                        <a:t>3.3</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mn-lt"/>
                        </a:rPr>
                        <a:t>Develop and deploy </a:t>
                      </a:r>
                      <a:r>
                        <a:rPr lang="en-US" sz="900"/>
                        <a:t>self-service IT support portals and knowledge bases for store staff, enhanced with GenAI</a:t>
                      </a:r>
                      <a:endParaRPr lang="en-US" sz="900" b="0" i="0" u="none" strike="noStrike">
                        <a:solidFill>
                          <a:srgbClr val="000000"/>
                        </a:solidFill>
                        <a:effectLst/>
                        <a:latin typeface="+mn-lt"/>
                      </a:endParaRPr>
                    </a:p>
                  </a:txBody>
                  <a:tcPr marL="45720" marR="45720" anchor="ctr">
                    <a:lnL w="12700" cap="flat" cmpd="sng" algn="ctr">
                      <a:solidFill>
                        <a:schemeClr val="bg1">
                          <a:lumMod val="7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l" fontAlgn="b"/>
                      <a:r>
                        <a:rPr lang="en-US" sz="900"/>
                        <a:t>Reduces support wait times, empowers users, and improves customer satisfaction</a:t>
                      </a:r>
                      <a:endParaRPr lang="en-US" sz="900" b="0" i="0" u="none" strike="noStrike">
                        <a:solidFill>
                          <a:srgbClr val="000000"/>
                        </a:solidFill>
                        <a:effectLst/>
                        <a:latin typeface="+mn-lt"/>
                      </a:endParaRPr>
                    </a:p>
                  </a:txBody>
                  <a:tcPr marL="45720" marR="45720" marT="27432" marB="27432" anchor="ctr">
                    <a:lnL w="635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latin typeface="+mn-lt"/>
                        </a:rPr>
                        <a:t>X</a:t>
                      </a:r>
                    </a:p>
                  </a:txBody>
                  <a:tcPr marL="45720" marR="4572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B5D0FF">
                        <a:alpha val="50000"/>
                      </a:srgbClr>
                    </a:solidFill>
                  </a:tcPr>
                </a:tc>
                <a:tc>
                  <a:txBody>
                    <a:bodyPr/>
                    <a:lstStyle/>
                    <a:p>
                      <a:pPr algn="ctr"/>
                      <a:endParaRPr lang="en-US" sz="900" b="0"/>
                    </a:p>
                  </a:txBody>
                  <a:tcPr marL="45720" marR="4572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50000"/>
                      </a:schemeClr>
                    </a:solidFill>
                  </a:tcPr>
                </a:tc>
                <a:tc>
                  <a:txBody>
                    <a:bodyPr/>
                    <a:lstStyle/>
                    <a:p>
                      <a:pPr algn="ctr"/>
                      <a:endParaRPr lang="en-US" sz="900" b="0"/>
                    </a:p>
                  </a:txBody>
                  <a:tcPr marL="45720" marR="4572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2">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a:latin typeface="+mn-lt"/>
                        </a:rPr>
                        <a:t>X</a:t>
                      </a:r>
                    </a:p>
                  </a:txBody>
                  <a:tcPr marL="45720" marR="4572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10000"/>
                        <a:lumOff val="90000"/>
                        <a:alpha val="50000"/>
                      </a:schemeClr>
                    </a:solidFill>
                  </a:tcPr>
                </a:tc>
                <a:tc>
                  <a:txBody>
                    <a:bodyPr/>
                    <a:lstStyle/>
                    <a:p>
                      <a:pPr algn="ctr"/>
                      <a:endParaRPr lang="en-US" sz="900" b="0"/>
                    </a:p>
                  </a:txBody>
                  <a:tcPr marL="45720" marR="45720" marT="27432" marB="27432"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b="0"/>
                    </a:p>
                  </a:txBody>
                  <a:tcPr marL="45720" marR="45720" marT="27432" marB="27432"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20000"/>
                        <a:lumOff val="80000"/>
                        <a:alpha val="50000"/>
                      </a:schemeClr>
                    </a:solidFill>
                  </a:tcPr>
                </a:tc>
                <a:extLst>
                  <a:ext uri="{0D108BD9-81ED-4DB2-BD59-A6C34878D82A}">
                    <a16:rowId xmlns:a16="http://schemas.microsoft.com/office/drawing/2014/main" val="4007122941"/>
                  </a:ext>
                </a:extLst>
              </a:tr>
            </a:tbl>
          </a:graphicData>
        </a:graphic>
      </p:graphicFrame>
    </p:spTree>
    <p:extLst>
      <p:ext uri="{BB962C8B-B14F-4D97-AF65-F5344CB8AC3E}">
        <p14:creationId xmlns:p14="http://schemas.microsoft.com/office/powerpoint/2010/main" val="3953648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EA6A2-1731-2943-B5AF-AA2590CFCC4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FDA3C11-5C3E-D53F-FEEA-89629EE90EEB}"/>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Detailed review of capability scores, insights, and implications (1 of 5)</a:t>
            </a:r>
          </a:p>
        </p:txBody>
      </p:sp>
      <p:graphicFrame>
        <p:nvGraphicFramePr>
          <p:cNvPr id="2" name="Table 1">
            <a:extLst>
              <a:ext uri="{FF2B5EF4-FFF2-40B4-BE49-F238E27FC236}">
                <a16:creationId xmlns:a16="http://schemas.microsoft.com/office/drawing/2014/main" id="{E3F705BA-A19B-FDFD-1AF4-5AC64467B926}"/>
              </a:ext>
            </a:extLst>
          </p:cNvPr>
          <p:cNvGraphicFramePr>
            <a:graphicFrameLocks noGrp="1"/>
          </p:cNvGraphicFramePr>
          <p:nvPr>
            <p:extLst>
              <p:ext uri="{D42A27DB-BD31-4B8C-83A1-F6EECF244321}">
                <p14:modId xmlns:p14="http://schemas.microsoft.com/office/powerpoint/2010/main" val="245936439"/>
              </p:ext>
            </p:extLst>
          </p:nvPr>
        </p:nvGraphicFramePr>
        <p:xfrm>
          <a:off x="495300" y="960120"/>
          <a:ext cx="11064240" cy="46634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4025228862"/>
                    </a:ext>
                  </a:extLst>
                </a:gridCol>
                <a:gridCol w="1371600">
                  <a:extLst>
                    <a:ext uri="{9D8B030D-6E8A-4147-A177-3AD203B41FA5}">
                      <a16:colId xmlns:a16="http://schemas.microsoft.com/office/drawing/2014/main" val="3580726984"/>
                    </a:ext>
                  </a:extLst>
                </a:gridCol>
                <a:gridCol w="3840480">
                  <a:extLst>
                    <a:ext uri="{9D8B030D-6E8A-4147-A177-3AD203B41FA5}">
                      <a16:colId xmlns:a16="http://schemas.microsoft.com/office/drawing/2014/main" val="1689672458"/>
                    </a:ext>
                  </a:extLst>
                </a:gridCol>
                <a:gridCol w="4206240">
                  <a:extLst>
                    <a:ext uri="{9D8B030D-6E8A-4147-A177-3AD203B41FA5}">
                      <a16:colId xmlns:a16="http://schemas.microsoft.com/office/drawing/2014/main" val="3797913146"/>
                    </a:ext>
                  </a:extLst>
                </a:gridCol>
              </a:tblGrid>
              <a:tr h="548640">
                <a:tc>
                  <a:txBody>
                    <a:bodyPr/>
                    <a:lstStyle/>
                    <a:p>
                      <a:r>
                        <a:rPr lang="en-US" sz="1200"/>
                        <a:t>Capability</a:t>
                      </a:r>
                    </a:p>
                  </a:txBody>
                  <a:tcPr anchor="ctr"/>
                </a:tc>
                <a:tc>
                  <a:txBody>
                    <a:bodyPr/>
                    <a:lstStyle/>
                    <a:p>
                      <a:pPr algn="ctr"/>
                      <a:r>
                        <a:rPr lang="en-US" sz="1200"/>
                        <a:t>Average Maturity Rating</a:t>
                      </a:r>
                    </a:p>
                  </a:txBody>
                  <a:tcPr anchor="ctr"/>
                </a:tc>
                <a:tc>
                  <a:txBody>
                    <a:bodyPr/>
                    <a:lstStyle/>
                    <a:p>
                      <a:pPr algn="ctr"/>
                      <a:r>
                        <a:rPr lang="en-US" sz="1200"/>
                        <a:t>Insights</a:t>
                      </a:r>
                    </a:p>
                  </a:txBody>
                  <a:tcPr anchor="ctr"/>
                </a:tc>
                <a:tc>
                  <a:txBody>
                    <a:bodyPr/>
                    <a:lstStyle/>
                    <a:p>
                      <a:pPr algn="ctr"/>
                      <a:r>
                        <a:rPr lang="en-US" sz="1200"/>
                        <a:t>Actions to address</a:t>
                      </a:r>
                    </a:p>
                  </a:txBody>
                  <a:tcPr anchor="ctr"/>
                </a:tc>
                <a:extLst>
                  <a:ext uri="{0D108BD9-81ED-4DB2-BD59-A6C34878D82A}">
                    <a16:rowId xmlns:a16="http://schemas.microsoft.com/office/drawing/2014/main" val="1767711685"/>
                  </a:ext>
                </a:extLst>
              </a:tr>
              <a:tr h="1371600">
                <a:tc>
                  <a:txBody>
                    <a:bodyPr/>
                    <a:lstStyle/>
                    <a:p>
                      <a:pPr algn="l"/>
                      <a:r>
                        <a:rPr lang="en-US" sz="1200" b="1">
                          <a:solidFill>
                            <a:schemeClr val="bg1"/>
                          </a:solidFill>
                        </a:rPr>
                        <a:t>Strategy &amp; Investment Management</a:t>
                      </a:r>
                    </a:p>
                  </a:txBody>
                  <a:tcPr anchor="ctr">
                    <a:solidFill>
                      <a:schemeClr val="accent2"/>
                    </a:solidFill>
                  </a:tcPr>
                </a:tc>
                <a:tc>
                  <a:txBody>
                    <a:bodyPr/>
                    <a:lstStyle/>
                    <a:p>
                      <a:pPr algn="ctr"/>
                      <a:r>
                        <a:rPr lang="en-US" sz="1200"/>
                        <a:t>2.5</a:t>
                      </a:r>
                    </a:p>
                  </a:txBody>
                  <a:tcPr anchor="ctr"/>
                </a:tc>
                <a:tc>
                  <a:txBody>
                    <a:bodyPr/>
                    <a:lstStyle/>
                    <a:p>
                      <a:pPr marL="171450" indent="-171450" algn="l">
                        <a:spcAft>
                          <a:spcPts val="300"/>
                        </a:spcAft>
                        <a:buFont typeface="Arial" panose="020B0604020202020204" pitchFamily="34" charset="0"/>
                        <a:buChar char="•"/>
                      </a:pPr>
                      <a:r>
                        <a:rPr lang="en-US" sz="1000"/>
                        <a:t>Prioritization is difficult due to inability to manage the intake funnel effectively</a:t>
                      </a:r>
                    </a:p>
                    <a:p>
                      <a:pPr marL="171450" indent="-171450" algn="l">
                        <a:spcAft>
                          <a:spcPts val="300"/>
                        </a:spcAft>
                        <a:buFont typeface="Arial" panose="020B0604020202020204" pitchFamily="34" charset="0"/>
                        <a:buChar char="•"/>
                      </a:pPr>
                      <a:r>
                        <a:rPr lang="en-US" sz="1000"/>
                        <a:t>While some formalized strategy and investment activities exist, adoption is inconsistent. Performance indicators are only partially used, and insights are often manual, isolated, or not actionable, limiting the ability to adjust priorities based on real outcomes</a:t>
                      </a:r>
                    </a:p>
                  </a:txBody>
                  <a:tcPr anchor="ct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a:t>Deploy tools and processes for data-driven resource/demand planning and clarify/enforce decision rights to align investments with business priorities.</a:t>
                      </a:r>
                    </a:p>
                    <a:p>
                      <a:pPr marL="171450" indent="-171450" algn="l">
                        <a:spcAft>
                          <a:spcPts val="300"/>
                        </a:spcAft>
                        <a:buFont typeface="Arial" panose="020B0604020202020204" pitchFamily="34" charset="0"/>
                        <a:buChar char="•"/>
                      </a:pPr>
                      <a:r>
                        <a:rPr lang="en-US" sz="1000"/>
                        <a:t>Establish a point of contact to work directly with business and store development teams to ensure IT is at the table and included in investment planning </a:t>
                      </a:r>
                    </a:p>
                  </a:txBody>
                  <a:tcPr anchor="ctr"/>
                </a:tc>
                <a:extLst>
                  <a:ext uri="{0D108BD9-81ED-4DB2-BD59-A6C34878D82A}">
                    <a16:rowId xmlns:a16="http://schemas.microsoft.com/office/drawing/2014/main" val="3490231302"/>
                  </a:ext>
                </a:extLst>
              </a:tr>
              <a:tr h="1371600">
                <a:tc>
                  <a:txBody>
                    <a:bodyPr/>
                    <a:lstStyle/>
                    <a:p>
                      <a:pPr algn="l"/>
                      <a:r>
                        <a:rPr lang="en-US" sz="1200" b="1">
                          <a:solidFill>
                            <a:schemeClr val="bg1"/>
                          </a:solidFill>
                        </a:rPr>
                        <a:t>Enterprise Architecture &amp; IT Operating Model Management</a:t>
                      </a:r>
                    </a:p>
                  </a:txBody>
                  <a:tcPr anchor="ctr">
                    <a:solidFill>
                      <a:schemeClr val="accent2"/>
                    </a:solidFill>
                  </a:tcPr>
                </a:tc>
                <a:tc>
                  <a:txBody>
                    <a:bodyPr/>
                    <a:lstStyle/>
                    <a:p>
                      <a:pPr algn="ctr"/>
                      <a:r>
                        <a:rPr lang="en-US" sz="1200"/>
                        <a:t>2.3</a:t>
                      </a:r>
                    </a:p>
                  </a:txBody>
                  <a:tcPr anchor="ctr"/>
                </a:tc>
                <a:tc>
                  <a:txBody>
                    <a:bodyPr/>
                    <a:lstStyle/>
                    <a:p>
                      <a:pPr marL="171450" indent="-171450" algn="l">
                        <a:spcAft>
                          <a:spcPts val="300"/>
                        </a:spcAft>
                        <a:buFont typeface="Arial" panose="020B0604020202020204" pitchFamily="34" charset="0"/>
                        <a:buChar char="•"/>
                      </a:pPr>
                      <a:r>
                        <a:rPr lang="en-US" sz="1000"/>
                        <a:t>IT silos prevent sharing of leading practices (e.g., SAP vs. E-commerce)</a:t>
                      </a:r>
                    </a:p>
                    <a:p>
                      <a:pPr marL="171450" indent="-171450" algn="l">
                        <a:spcAft>
                          <a:spcPts val="300"/>
                        </a:spcAft>
                        <a:buFont typeface="Arial" panose="020B0604020202020204" pitchFamily="34" charset="0"/>
                        <a:buChar char="•"/>
                      </a:pPr>
                      <a:r>
                        <a:rPr lang="en-US" sz="1000"/>
                        <a:t>Enterprise Architecture sits within the Infrastructure and Operations organization, limiting visibility and decision-making authority</a:t>
                      </a:r>
                    </a:p>
                  </a:txBody>
                  <a:tcPr anchor="ctr"/>
                </a:tc>
                <a:tc>
                  <a:txBody>
                    <a:bodyPr/>
                    <a:lstStyle/>
                    <a:p>
                      <a:pPr marL="171450" indent="-171450" algn="l">
                        <a:spcAft>
                          <a:spcPts val="300"/>
                        </a:spcAft>
                        <a:buFont typeface="Arial" panose="020B0604020202020204" pitchFamily="34" charset="0"/>
                        <a:buChar char="•"/>
                      </a:pPr>
                      <a:r>
                        <a:rPr lang="en-US" sz="1000"/>
                        <a:t>Establish communities of practice around key shared capabilities (e.g., PMO, deployment, change, release) and empower owners to drive change </a:t>
                      </a:r>
                    </a:p>
                    <a:p>
                      <a:pPr marL="171450" indent="-171450" algn="l">
                        <a:spcAft>
                          <a:spcPts val="300"/>
                        </a:spcAft>
                        <a:buFont typeface="Arial" panose="020B0604020202020204" pitchFamily="34" charset="0"/>
                        <a:buChar char="•"/>
                      </a:pPr>
                      <a:r>
                        <a:rPr lang="en-US" sz="1000"/>
                        <a:t>Evaluate organization design to identify best fit for enterprise architecture to ensure there is the right level authority for architecture decision-making and governance</a:t>
                      </a:r>
                    </a:p>
                  </a:txBody>
                  <a:tcPr anchor="ctr"/>
                </a:tc>
                <a:extLst>
                  <a:ext uri="{0D108BD9-81ED-4DB2-BD59-A6C34878D82A}">
                    <a16:rowId xmlns:a16="http://schemas.microsoft.com/office/drawing/2014/main" val="3608311930"/>
                  </a:ext>
                </a:extLst>
              </a:tr>
              <a:tr h="1371600">
                <a:tc>
                  <a:txBody>
                    <a:bodyPr/>
                    <a:lstStyle/>
                    <a:p>
                      <a:pPr algn="l"/>
                      <a:r>
                        <a:rPr lang="en-US" sz="1200" b="1">
                          <a:solidFill>
                            <a:schemeClr val="bg1"/>
                          </a:solidFill>
                        </a:rPr>
                        <a:t>IT Vendor Management</a:t>
                      </a:r>
                    </a:p>
                  </a:txBody>
                  <a:tcPr anchor="ctr">
                    <a:solidFill>
                      <a:schemeClr val="accent2"/>
                    </a:solidFill>
                  </a:tcPr>
                </a:tc>
                <a:tc>
                  <a:txBody>
                    <a:bodyPr/>
                    <a:lstStyle/>
                    <a:p>
                      <a:pPr marL="0" indent="0" algn="ctr">
                        <a:buFont typeface="Arial" panose="020B0604020202020204" pitchFamily="34" charset="0"/>
                        <a:buNone/>
                      </a:pPr>
                      <a:r>
                        <a:rPr lang="en-US" sz="1200"/>
                        <a:t>2.0</a:t>
                      </a:r>
                    </a:p>
                  </a:txBody>
                  <a:tcPr anchor="ctr"/>
                </a:tc>
                <a:tc>
                  <a:txBody>
                    <a:bodyPr/>
                    <a:lstStyle/>
                    <a:p>
                      <a:pPr marL="171450" indent="-171450" algn="l">
                        <a:spcAft>
                          <a:spcPts val="300"/>
                        </a:spcAft>
                        <a:buFont typeface="Arial" panose="020B0604020202020204" pitchFamily="34" charset="0"/>
                        <a:buChar char="•"/>
                      </a:pPr>
                      <a:r>
                        <a:rPr lang="en-US" sz="1000"/>
                        <a:t>Reluctance to share full information with third-parties due to belief that they have limited stake in outcomes, reducing value of assessment findings and delivery </a:t>
                      </a:r>
                    </a:p>
                    <a:p>
                      <a:pPr marL="171450" indent="-171450" algn="l">
                        <a:spcAft>
                          <a:spcPts val="300"/>
                        </a:spcAft>
                        <a:buFont typeface="Arial" panose="020B0604020202020204" pitchFamily="34" charset="0"/>
                        <a:buChar char="•"/>
                      </a:pPr>
                      <a:r>
                        <a:rPr lang="en-US" sz="1000"/>
                        <a:t>Most vendor relationships are managed individually by staff with limited formal training, resulting in inconsistent practices and fragmented ownership</a:t>
                      </a:r>
                    </a:p>
                  </a:txBody>
                  <a:tcPr anchor="ctr"/>
                </a:tc>
                <a:tc>
                  <a:txBody>
                    <a:bodyPr/>
                    <a:lstStyle/>
                    <a:p>
                      <a:pPr marL="171450" indent="-171450" algn="l">
                        <a:spcAft>
                          <a:spcPts val="300"/>
                        </a:spcAft>
                        <a:buFont typeface="Arial" panose="020B0604020202020204" pitchFamily="34" charset="0"/>
                        <a:buChar char="•"/>
                      </a:pPr>
                      <a:r>
                        <a:rPr lang="en-US" sz="1000"/>
                        <a:t>Develop a sourcing strategy to identify additional scope that can be augmented by supplier partnerships to address capacity gaps</a:t>
                      </a:r>
                    </a:p>
                    <a:p>
                      <a:pPr marL="171450" indent="-171450" algn="l">
                        <a:spcAft>
                          <a:spcPts val="300"/>
                        </a:spcAft>
                        <a:buFont typeface="Arial" panose="020B0604020202020204" pitchFamily="34" charset="0"/>
                        <a:buChar char="•"/>
                      </a:pPr>
                      <a:r>
                        <a:rPr lang="en-US" sz="1000"/>
                        <a:t>Stabilize new supplier relationships by establishing strong vendor relationship management practices to build trusted partnerships that encourage knowledge sharing </a:t>
                      </a:r>
                    </a:p>
                  </a:txBody>
                  <a:tcPr anchor="ctr"/>
                </a:tc>
                <a:extLst>
                  <a:ext uri="{0D108BD9-81ED-4DB2-BD59-A6C34878D82A}">
                    <a16:rowId xmlns:a16="http://schemas.microsoft.com/office/drawing/2014/main" val="1316165581"/>
                  </a:ext>
                </a:extLst>
              </a:tr>
            </a:tbl>
          </a:graphicData>
        </a:graphic>
      </p:graphicFrame>
      <p:grpSp>
        <p:nvGrpSpPr>
          <p:cNvPr id="3" name="Group 2">
            <a:extLst>
              <a:ext uri="{FF2B5EF4-FFF2-40B4-BE49-F238E27FC236}">
                <a16:creationId xmlns:a16="http://schemas.microsoft.com/office/drawing/2014/main" id="{0C052AFE-43CE-627C-4469-1EC833CC3FF5}"/>
              </a:ext>
            </a:extLst>
          </p:cNvPr>
          <p:cNvGrpSpPr/>
          <p:nvPr/>
        </p:nvGrpSpPr>
        <p:grpSpPr>
          <a:xfrm>
            <a:off x="4563863" y="6509385"/>
            <a:ext cx="6995677" cy="320040"/>
            <a:chOff x="995364" y="6490335"/>
            <a:chExt cx="6995677" cy="320040"/>
          </a:xfrm>
        </p:grpSpPr>
        <p:grpSp>
          <p:nvGrpSpPr>
            <p:cNvPr id="4" name="Group 3">
              <a:extLst>
                <a:ext uri="{FF2B5EF4-FFF2-40B4-BE49-F238E27FC236}">
                  <a16:creationId xmlns:a16="http://schemas.microsoft.com/office/drawing/2014/main" id="{BD7709E0-5997-B338-DAB5-B0DE6C075E4C}"/>
                </a:ext>
              </a:extLst>
            </p:cNvPr>
            <p:cNvGrpSpPr/>
            <p:nvPr/>
          </p:nvGrpSpPr>
          <p:grpSpPr>
            <a:xfrm>
              <a:off x="995364" y="6490335"/>
              <a:ext cx="1371600" cy="320040"/>
              <a:chOff x="995364" y="6490335"/>
              <a:chExt cx="1371600" cy="320040"/>
            </a:xfrm>
          </p:grpSpPr>
          <p:sp>
            <p:nvSpPr>
              <p:cNvPr id="39" name="Rectangle 38">
                <a:extLst>
                  <a:ext uri="{FF2B5EF4-FFF2-40B4-BE49-F238E27FC236}">
                    <a16:creationId xmlns:a16="http://schemas.microsoft.com/office/drawing/2014/main" id="{A61F5FB7-A214-8A7C-59A2-C2FF96CB71EA}"/>
                  </a:ext>
                </a:extLst>
              </p:cNvPr>
              <p:cNvSpPr>
                <a:spLocks/>
              </p:cNvSpPr>
              <p:nvPr/>
            </p:nvSpPr>
            <p:spPr>
              <a:xfrm>
                <a:off x="995364" y="6490335"/>
                <a:ext cx="1371600" cy="32004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KPMG Bold"/>
                    <a:ea typeface="+mn-ea"/>
                    <a:cs typeface="+mn-cs"/>
                  </a:rPr>
                  <a:t>Align</a:t>
                </a:r>
              </a:p>
            </p:txBody>
          </p:sp>
          <p:sp>
            <p:nvSpPr>
              <p:cNvPr id="40" name="Isosceles Triangle 39">
                <a:extLst>
                  <a:ext uri="{FF2B5EF4-FFF2-40B4-BE49-F238E27FC236}">
                    <a16:creationId xmlns:a16="http://schemas.microsoft.com/office/drawing/2014/main" id="{A5949CEC-2DE0-2A82-672E-5F694D9622E8}"/>
                  </a:ext>
                </a:extLst>
              </p:cNvPr>
              <p:cNvSpPr/>
              <p:nvPr/>
            </p:nvSpPr>
            <p:spPr>
              <a:xfrm rot="5400000">
                <a:off x="2171463" y="6604122"/>
                <a:ext cx="138287" cy="924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41" name="Group 40">
                <a:extLst>
                  <a:ext uri="{FF2B5EF4-FFF2-40B4-BE49-F238E27FC236}">
                    <a16:creationId xmlns:a16="http://schemas.microsoft.com/office/drawing/2014/main" id="{5535BFA3-88C7-EC68-4F34-F04C63A4EB99}"/>
                  </a:ext>
                </a:extLst>
              </p:cNvPr>
              <p:cNvGrpSpPr/>
              <p:nvPr/>
            </p:nvGrpSpPr>
            <p:grpSpPr>
              <a:xfrm>
                <a:off x="1763337" y="6554700"/>
                <a:ext cx="303131" cy="191311"/>
                <a:chOff x="1763337" y="6577560"/>
                <a:chExt cx="303131" cy="191311"/>
              </a:xfrm>
            </p:grpSpPr>
            <p:cxnSp>
              <p:nvCxnSpPr>
                <p:cNvPr id="42" name="Straight Connector 41">
                  <a:extLst>
                    <a:ext uri="{FF2B5EF4-FFF2-40B4-BE49-F238E27FC236}">
                      <a16:creationId xmlns:a16="http://schemas.microsoft.com/office/drawing/2014/main" id="{DEA89432-5209-04F2-84E5-6ED09105D581}"/>
                    </a:ext>
                  </a:extLst>
                </p:cNvPr>
                <p:cNvCxnSpPr>
                  <a:cxnSpLocks/>
                </p:cNvCxnSpPr>
                <p:nvPr/>
              </p:nvCxnSpPr>
              <p:spPr>
                <a:xfrm rot="5400000">
                  <a:off x="1667681" y="6673216"/>
                  <a:ext cx="191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757D25E9-03FF-1CBC-D895-8FAC3F614938}"/>
                    </a:ext>
                  </a:extLst>
                </p:cNvPr>
                <p:cNvSpPr/>
                <p:nvPr/>
              </p:nvSpPr>
              <p:spPr>
                <a:xfrm rot="5400000">
                  <a:off x="1925365" y="6513261"/>
                  <a:ext cx="46082" cy="236124"/>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Arial"/>
                    <a:ea typeface="+mn-ea"/>
                    <a:cs typeface="+mn-cs"/>
                  </a:endParaRPr>
                </a:p>
              </p:txBody>
            </p:sp>
            <p:sp>
              <p:nvSpPr>
                <p:cNvPr id="44" name="Rectangle 43">
                  <a:extLst>
                    <a:ext uri="{FF2B5EF4-FFF2-40B4-BE49-F238E27FC236}">
                      <a16:creationId xmlns:a16="http://schemas.microsoft.com/office/drawing/2014/main" id="{BDAA2C15-448B-DEA0-D8F1-2988EB1E6F1F}"/>
                    </a:ext>
                  </a:extLst>
                </p:cNvPr>
                <p:cNvSpPr/>
                <p:nvPr/>
              </p:nvSpPr>
              <p:spPr>
                <a:xfrm rot="5400000">
                  <a:off x="1880692" y="6641718"/>
                  <a:ext cx="46082" cy="14678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Arial"/>
                    <a:ea typeface="+mn-ea"/>
                    <a:cs typeface="+mn-cs"/>
                  </a:endParaRPr>
                </a:p>
              </p:txBody>
            </p:sp>
          </p:grpSp>
        </p:grpSp>
        <p:grpSp>
          <p:nvGrpSpPr>
            <p:cNvPr id="5" name="Group 4">
              <a:extLst>
                <a:ext uri="{FF2B5EF4-FFF2-40B4-BE49-F238E27FC236}">
                  <a16:creationId xmlns:a16="http://schemas.microsoft.com/office/drawing/2014/main" id="{26EDB134-FF4A-0989-BF14-D5BC1BAB16A4}"/>
                </a:ext>
              </a:extLst>
            </p:cNvPr>
            <p:cNvGrpSpPr/>
            <p:nvPr/>
          </p:nvGrpSpPr>
          <p:grpSpPr>
            <a:xfrm>
              <a:off x="2401383" y="6490335"/>
              <a:ext cx="1371600" cy="320040"/>
              <a:chOff x="2644271" y="6490335"/>
              <a:chExt cx="1371600" cy="320040"/>
            </a:xfrm>
          </p:grpSpPr>
          <p:sp>
            <p:nvSpPr>
              <p:cNvPr id="27" name="Rectangle 26">
                <a:extLst>
                  <a:ext uri="{FF2B5EF4-FFF2-40B4-BE49-F238E27FC236}">
                    <a16:creationId xmlns:a16="http://schemas.microsoft.com/office/drawing/2014/main" id="{5D22C865-9982-ADA9-5061-E2EAD03E9FF0}"/>
                  </a:ext>
                </a:extLst>
              </p:cNvPr>
              <p:cNvSpPr>
                <a:spLocks/>
              </p:cNvSpPr>
              <p:nvPr/>
            </p:nvSpPr>
            <p:spPr>
              <a:xfrm>
                <a:off x="2644271" y="6490335"/>
                <a:ext cx="1371600" cy="320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Define</a:t>
                </a:r>
              </a:p>
            </p:txBody>
          </p:sp>
          <p:sp>
            <p:nvSpPr>
              <p:cNvPr id="28" name="Isosceles Triangle 27">
                <a:extLst>
                  <a:ext uri="{FF2B5EF4-FFF2-40B4-BE49-F238E27FC236}">
                    <a16:creationId xmlns:a16="http://schemas.microsoft.com/office/drawing/2014/main" id="{183EDD31-8A53-8D54-0E57-A804A7C8D007}"/>
                  </a:ext>
                </a:extLst>
              </p:cNvPr>
              <p:cNvSpPr>
                <a:spLocks noChangeAspect="1"/>
              </p:cNvSpPr>
              <p:nvPr/>
            </p:nvSpPr>
            <p:spPr>
              <a:xfrm rot="5400000">
                <a:off x="3779431"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29" name="Graphic 5">
                <a:extLst>
                  <a:ext uri="{FF2B5EF4-FFF2-40B4-BE49-F238E27FC236}">
                    <a16:creationId xmlns:a16="http://schemas.microsoft.com/office/drawing/2014/main" id="{B59443CF-E34E-FC2B-660D-A813A0FCAFCF}"/>
                  </a:ext>
                </a:extLst>
              </p:cNvPr>
              <p:cNvGrpSpPr>
                <a:grpSpLocks noChangeAspect="1"/>
              </p:cNvGrpSpPr>
              <p:nvPr/>
            </p:nvGrpSpPr>
            <p:grpSpPr>
              <a:xfrm>
                <a:off x="3465385" y="6579956"/>
                <a:ext cx="171179" cy="140799"/>
                <a:chOff x="3800475" y="1485138"/>
                <a:chExt cx="4730981" cy="3894305"/>
              </a:xfrm>
              <a:solidFill>
                <a:schemeClr val="accent5"/>
              </a:solidFill>
            </p:grpSpPr>
            <p:sp>
              <p:nvSpPr>
                <p:cNvPr id="30" name="Freeform: Shape 29">
                  <a:extLst>
                    <a:ext uri="{FF2B5EF4-FFF2-40B4-BE49-F238E27FC236}">
                      <a16:creationId xmlns:a16="http://schemas.microsoft.com/office/drawing/2014/main" id="{257BE09D-F7CE-3A8B-EE19-9A6AE58C4F2B}"/>
                    </a:ext>
                  </a:extLst>
                </p:cNvPr>
                <p:cNvSpPr/>
                <p:nvPr/>
              </p:nvSpPr>
              <p:spPr>
                <a:xfrm>
                  <a:off x="5176161" y="1485138"/>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31" name="Freeform: Shape 30">
                  <a:extLst>
                    <a:ext uri="{FF2B5EF4-FFF2-40B4-BE49-F238E27FC236}">
                      <a16:creationId xmlns:a16="http://schemas.microsoft.com/office/drawing/2014/main" id="{A15C2AE1-9507-02B9-3814-583ABCA29BBF}"/>
                    </a:ext>
                  </a:extLst>
                </p:cNvPr>
                <p:cNvSpPr/>
                <p:nvPr/>
              </p:nvSpPr>
              <p:spPr>
                <a:xfrm>
                  <a:off x="5176161" y="2259996"/>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32" name="Freeform: Shape 31">
                  <a:extLst>
                    <a:ext uri="{FF2B5EF4-FFF2-40B4-BE49-F238E27FC236}">
                      <a16:creationId xmlns:a16="http://schemas.microsoft.com/office/drawing/2014/main" id="{6FC62162-78D5-1414-A3E2-6F6EA309CC1D}"/>
                    </a:ext>
                  </a:extLst>
                </p:cNvPr>
                <p:cNvSpPr/>
                <p:nvPr/>
              </p:nvSpPr>
              <p:spPr>
                <a:xfrm>
                  <a:off x="5176161" y="3034865"/>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33" name="Freeform: Shape 32">
                  <a:extLst>
                    <a:ext uri="{FF2B5EF4-FFF2-40B4-BE49-F238E27FC236}">
                      <a16:creationId xmlns:a16="http://schemas.microsoft.com/office/drawing/2014/main" id="{2AEA6882-C971-FE12-8D55-D1D0B792B540}"/>
                    </a:ext>
                  </a:extLst>
                </p:cNvPr>
                <p:cNvSpPr/>
                <p:nvPr/>
              </p:nvSpPr>
              <p:spPr>
                <a:xfrm>
                  <a:off x="5176161" y="3809723"/>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34" name="Freeform: Shape 33">
                  <a:extLst>
                    <a:ext uri="{FF2B5EF4-FFF2-40B4-BE49-F238E27FC236}">
                      <a16:creationId xmlns:a16="http://schemas.microsoft.com/office/drawing/2014/main" id="{06FEA669-0E53-73A9-6475-03F68E47FF37}"/>
                    </a:ext>
                  </a:extLst>
                </p:cNvPr>
                <p:cNvSpPr/>
                <p:nvPr/>
              </p:nvSpPr>
              <p:spPr>
                <a:xfrm>
                  <a:off x="3800475" y="1485138"/>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35" name="Freeform: Shape 34">
                  <a:extLst>
                    <a:ext uri="{FF2B5EF4-FFF2-40B4-BE49-F238E27FC236}">
                      <a16:creationId xmlns:a16="http://schemas.microsoft.com/office/drawing/2014/main" id="{D1A845A1-0695-F1CF-AAFC-4F7DCBA0D2E7}"/>
                    </a:ext>
                  </a:extLst>
                </p:cNvPr>
                <p:cNvSpPr/>
                <p:nvPr/>
              </p:nvSpPr>
              <p:spPr>
                <a:xfrm>
                  <a:off x="3800475" y="3023425"/>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36" name="Freeform: Shape 35">
                  <a:extLst>
                    <a:ext uri="{FF2B5EF4-FFF2-40B4-BE49-F238E27FC236}">
                      <a16:creationId xmlns:a16="http://schemas.microsoft.com/office/drawing/2014/main" id="{40F04569-AA92-AE44-42FF-B6DAEEB2986C}"/>
                    </a:ext>
                  </a:extLst>
                </p:cNvPr>
                <p:cNvSpPr/>
                <p:nvPr/>
              </p:nvSpPr>
              <p:spPr>
                <a:xfrm>
                  <a:off x="5176161" y="4595060"/>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37" name="Freeform: Shape 36">
                  <a:extLst>
                    <a:ext uri="{FF2B5EF4-FFF2-40B4-BE49-F238E27FC236}">
                      <a16:creationId xmlns:a16="http://schemas.microsoft.com/office/drawing/2014/main" id="{16BE6D4D-4D15-A2BE-A42E-D092AB74AF5B}"/>
                    </a:ext>
                  </a:extLst>
                </p:cNvPr>
                <p:cNvSpPr/>
                <p:nvPr/>
              </p:nvSpPr>
              <p:spPr>
                <a:xfrm>
                  <a:off x="5176161" y="5369918"/>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38" name="Freeform: Shape 37">
                  <a:extLst>
                    <a:ext uri="{FF2B5EF4-FFF2-40B4-BE49-F238E27FC236}">
                      <a16:creationId xmlns:a16="http://schemas.microsoft.com/office/drawing/2014/main" id="{75CD433B-E7AD-DDA6-B6D5-E5E2607DB9C1}"/>
                    </a:ext>
                  </a:extLst>
                </p:cNvPr>
                <p:cNvSpPr/>
                <p:nvPr/>
              </p:nvSpPr>
              <p:spPr>
                <a:xfrm>
                  <a:off x="3800475" y="4583620"/>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7" name="Group 6">
              <a:extLst>
                <a:ext uri="{FF2B5EF4-FFF2-40B4-BE49-F238E27FC236}">
                  <a16:creationId xmlns:a16="http://schemas.microsoft.com/office/drawing/2014/main" id="{FCC40250-64B7-791C-FB27-F22802E3F2D4}"/>
                </a:ext>
              </a:extLst>
            </p:cNvPr>
            <p:cNvGrpSpPr/>
            <p:nvPr/>
          </p:nvGrpSpPr>
          <p:grpSpPr>
            <a:xfrm>
              <a:off x="3807402" y="6490335"/>
              <a:ext cx="1371600" cy="320040"/>
              <a:chOff x="4293178" y="6490335"/>
              <a:chExt cx="1371600" cy="320040"/>
            </a:xfrm>
          </p:grpSpPr>
          <p:sp>
            <p:nvSpPr>
              <p:cNvPr id="18" name="Rectangle 17">
                <a:extLst>
                  <a:ext uri="{FF2B5EF4-FFF2-40B4-BE49-F238E27FC236}">
                    <a16:creationId xmlns:a16="http://schemas.microsoft.com/office/drawing/2014/main" id="{E539FB57-3B1A-AA28-B615-3EC3ECDE4748}"/>
                  </a:ext>
                </a:extLst>
              </p:cNvPr>
              <p:cNvSpPr>
                <a:spLocks/>
              </p:cNvSpPr>
              <p:nvPr/>
            </p:nvSpPr>
            <p:spPr>
              <a:xfrm>
                <a:off x="4293178" y="6490335"/>
                <a:ext cx="1371600" cy="3200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Change</a:t>
                </a:r>
              </a:p>
            </p:txBody>
          </p:sp>
          <p:sp>
            <p:nvSpPr>
              <p:cNvPr id="19" name="Isosceles Triangle 18">
                <a:extLst>
                  <a:ext uri="{FF2B5EF4-FFF2-40B4-BE49-F238E27FC236}">
                    <a16:creationId xmlns:a16="http://schemas.microsoft.com/office/drawing/2014/main" id="{E9410DD0-2BE0-1652-C09D-DA4F7844A90F}"/>
                  </a:ext>
                </a:extLst>
              </p:cNvPr>
              <p:cNvSpPr>
                <a:spLocks noChangeAspect="1"/>
              </p:cNvSpPr>
              <p:nvPr/>
            </p:nvSpPr>
            <p:spPr>
              <a:xfrm rot="5400000">
                <a:off x="5419575"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20" name="Group 19">
                <a:extLst>
                  <a:ext uri="{FF2B5EF4-FFF2-40B4-BE49-F238E27FC236}">
                    <a16:creationId xmlns:a16="http://schemas.microsoft.com/office/drawing/2014/main" id="{B7ED9B08-9D70-0564-C631-57D3737E2E29}"/>
                  </a:ext>
                </a:extLst>
              </p:cNvPr>
              <p:cNvGrpSpPr>
                <a:grpSpLocks noChangeAspect="1"/>
              </p:cNvGrpSpPr>
              <p:nvPr/>
            </p:nvGrpSpPr>
            <p:grpSpPr>
              <a:xfrm>
                <a:off x="5128218" y="6560571"/>
                <a:ext cx="176552" cy="179568"/>
                <a:chOff x="6042573" y="1717468"/>
                <a:chExt cx="590930" cy="601026"/>
              </a:xfrm>
              <a:solidFill>
                <a:schemeClr val="accent4"/>
              </a:solidFill>
            </p:grpSpPr>
            <p:grpSp>
              <p:nvGrpSpPr>
                <p:cNvPr id="21" name="Graphic 97">
                  <a:extLst>
                    <a:ext uri="{FF2B5EF4-FFF2-40B4-BE49-F238E27FC236}">
                      <a16:creationId xmlns:a16="http://schemas.microsoft.com/office/drawing/2014/main" id="{F309A4FE-D8E4-CB7C-0537-68BB336E1D2A}"/>
                    </a:ext>
                  </a:extLst>
                </p:cNvPr>
                <p:cNvGrpSpPr/>
                <p:nvPr/>
              </p:nvGrpSpPr>
              <p:grpSpPr>
                <a:xfrm>
                  <a:off x="6042573" y="1717468"/>
                  <a:ext cx="590930" cy="479964"/>
                  <a:chOff x="6042573" y="1717468"/>
                  <a:chExt cx="590930" cy="479964"/>
                </a:xfrm>
                <a:grpFill/>
              </p:grpSpPr>
              <p:sp>
                <p:nvSpPr>
                  <p:cNvPr id="25" name="Freeform: Shape 24">
                    <a:extLst>
                      <a:ext uri="{FF2B5EF4-FFF2-40B4-BE49-F238E27FC236}">
                        <a16:creationId xmlns:a16="http://schemas.microsoft.com/office/drawing/2014/main" id="{51F879E4-61D7-E989-AF2B-12F090F49021}"/>
                      </a:ext>
                    </a:extLst>
                  </p:cNvPr>
                  <p:cNvSpPr/>
                  <p:nvPr/>
                </p:nvSpPr>
                <p:spPr>
                  <a:xfrm>
                    <a:off x="6042573" y="1834911"/>
                    <a:ext cx="590930" cy="362521"/>
                  </a:xfrm>
                  <a:custGeom>
                    <a:avLst/>
                    <a:gdLst>
                      <a:gd name="connsiteX0" fmla="*/ 0 w 590930"/>
                      <a:gd name="connsiteY0" fmla="*/ 362522 h 362521"/>
                      <a:gd name="connsiteX1" fmla="*/ 131445 w 590930"/>
                      <a:gd name="connsiteY1" fmla="*/ 362522 h 362521"/>
                      <a:gd name="connsiteX2" fmla="*/ 162020 w 590930"/>
                      <a:gd name="connsiteY2" fmla="*/ 345948 h 362521"/>
                      <a:gd name="connsiteX3" fmla="*/ 376714 w 590930"/>
                      <a:gd name="connsiteY3" fmla="*/ 16573 h 362521"/>
                      <a:gd name="connsiteX4" fmla="*/ 407289 w 590930"/>
                      <a:gd name="connsiteY4" fmla="*/ 0 h 362521"/>
                      <a:gd name="connsiteX5" fmla="*/ 590931 w 590930"/>
                      <a:gd name="connsiteY5" fmla="*/ 0 h 36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521">
                        <a:moveTo>
                          <a:pt x="0" y="362522"/>
                        </a:moveTo>
                        <a:lnTo>
                          <a:pt x="131445" y="362522"/>
                        </a:lnTo>
                        <a:cubicBezTo>
                          <a:pt x="143828" y="362522"/>
                          <a:pt x="155258" y="356330"/>
                          <a:pt x="162020" y="345948"/>
                        </a:cubicBezTo>
                        <a:lnTo>
                          <a:pt x="376714" y="16573"/>
                        </a:lnTo>
                        <a:cubicBezTo>
                          <a:pt x="383477" y="6286"/>
                          <a:pt x="394907" y="0"/>
                          <a:pt x="407289" y="0"/>
                        </a:cubicBezTo>
                        <a:lnTo>
                          <a:pt x="590931"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26" name="Freeform: Shape 25">
                    <a:extLst>
                      <a:ext uri="{FF2B5EF4-FFF2-40B4-BE49-F238E27FC236}">
                        <a16:creationId xmlns:a16="http://schemas.microsoft.com/office/drawing/2014/main" id="{7A767069-C635-2031-044C-4F6451FA3E8B}"/>
                      </a:ext>
                    </a:extLst>
                  </p:cNvPr>
                  <p:cNvSpPr/>
                  <p:nvPr/>
                </p:nvSpPr>
                <p:spPr>
                  <a:xfrm>
                    <a:off x="6519680" y="1717468"/>
                    <a:ext cx="113823" cy="242220"/>
                  </a:xfrm>
                  <a:custGeom>
                    <a:avLst/>
                    <a:gdLst>
                      <a:gd name="connsiteX0" fmla="*/ 3810 w 113823"/>
                      <a:gd name="connsiteY0" fmla="*/ 242221 h 242220"/>
                      <a:gd name="connsiteX1" fmla="*/ 113824 w 113823"/>
                      <a:gd name="connsiteY1" fmla="*/ 117539 h 242220"/>
                      <a:gd name="connsiteX2" fmla="*/ 0 w 113823"/>
                      <a:gd name="connsiteY2" fmla="*/ 0 h 242220"/>
                    </a:gdLst>
                    <a:ahLst/>
                    <a:cxnLst>
                      <a:cxn ang="0">
                        <a:pos x="connsiteX0" y="connsiteY0"/>
                      </a:cxn>
                      <a:cxn ang="0">
                        <a:pos x="connsiteX1" y="connsiteY1"/>
                      </a:cxn>
                      <a:cxn ang="0">
                        <a:pos x="connsiteX2" y="connsiteY2"/>
                      </a:cxn>
                    </a:cxnLst>
                    <a:rect l="l" t="t" r="r" b="b"/>
                    <a:pathLst>
                      <a:path w="113823" h="242220">
                        <a:moveTo>
                          <a:pt x="3810" y="242221"/>
                        </a:moveTo>
                        <a:lnTo>
                          <a:pt x="113824" y="117539"/>
                        </a:lnTo>
                        <a:lnTo>
                          <a:pt x="0"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22" name="Graphic 97">
                  <a:extLst>
                    <a:ext uri="{FF2B5EF4-FFF2-40B4-BE49-F238E27FC236}">
                      <a16:creationId xmlns:a16="http://schemas.microsoft.com/office/drawing/2014/main" id="{69E40721-98E0-890F-C5EB-ED89C7419A7A}"/>
                    </a:ext>
                  </a:extLst>
                </p:cNvPr>
                <p:cNvGrpSpPr/>
                <p:nvPr/>
              </p:nvGrpSpPr>
              <p:grpSpPr>
                <a:xfrm>
                  <a:off x="6042573" y="1838530"/>
                  <a:ext cx="590930" cy="479964"/>
                  <a:chOff x="6042573" y="1838530"/>
                  <a:chExt cx="590930" cy="479964"/>
                </a:xfrm>
                <a:grpFill/>
              </p:grpSpPr>
              <p:sp>
                <p:nvSpPr>
                  <p:cNvPr id="23" name="Freeform: Shape 22">
                    <a:extLst>
                      <a:ext uri="{FF2B5EF4-FFF2-40B4-BE49-F238E27FC236}">
                        <a16:creationId xmlns:a16="http://schemas.microsoft.com/office/drawing/2014/main" id="{22E2CB54-535F-DEFF-F587-509050345FD1}"/>
                      </a:ext>
                    </a:extLst>
                  </p:cNvPr>
                  <p:cNvSpPr/>
                  <p:nvPr/>
                </p:nvSpPr>
                <p:spPr>
                  <a:xfrm>
                    <a:off x="6042573" y="1838530"/>
                    <a:ext cx="590930" cy="362426"/>
                  </a:xfrm>
                  <a:custGeom>
                    <a:avLst/>
                    <a:gdLst>
                      <a:gd name="connsiteX0" fmla="*/ 0 w 590930"/>
                      <a:gd name="connsiteY0" fmla="*/ 0 h 362426"/>
                      <a:gd name="connsiteX1" fmla="*/ 131445 w 590930"/>
                      <a:gd name="connsiteY1" fmla="*/ 0 h 362426"/>
                      <a:gd name="connsiteX2" fmla="*/ 162020 w 590930"/>
                      <a:gd name="connsiteY2" fmla="*/ 16573 h 362426"/>
                      <a:gd name="connsiteX3" fmla="*/ 376714 w 590930"/>
                      <a:gd name="connsiteY3" fmla="*/ 345853 h 362426"/>
                      <a:gd name="connsiteX4" fmla="*/ 407289 w 590930"/>
                      <a:gd name="connsiteY4" fmla="*/ 362426 h 362426"/>
                      <a:gd name="connsiteX5" fmla="*/ 590931 w 590930"/>
                      <a:gd name="connsiteY5" fmla="*/ 362426 h 36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426">
                        <a:moveTo>
                          <a:pt x="0" y="0"/>
                        </a:moveTo>
                        <a:lnTo>
                          <a:pt x="131445" y="0"/>
                        </a:lnTo>
                        <a:cubicBezTo>
                          <a:pt x="143828" y="0"/>
                          <a:pt x="155258" y="6191"/>
                          <a:pt x="162020" y="16573"/>
                        </a:cubicBezTo>
                        <a:lnTo>
                          <a:pt x="376714" y="345853"/>
                        </a:lnTo>
                        <a:cubicBezTo>
                          <a:pt x="383477" y="356140"/>
                          <a:pt x="394907" y="362426"/>
                          <a:pt x="407289" y="362426"/>
                        </a:cubicBezTo>
                        <a:lnTo>
                          <a:pt x="590931" y="362426"/>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Shape 23">
                    <a:extLst>
                      <a:ext uri="{FF2B5EF4-FFF2-40B4-BE49-F238E27FC236}">
                        <a16:creationId xmlns:a16="http://schemas.microsoft.com/office/drawing/2014/main" id="{4ABCA757-7672-6DCA-7908-D0F4FB59433A}"/>
                      </a:ext>
                    </a:extLst>
                  </p:cNvPr>
                  <p:cNvSpPr/>
                  <p:nvPr/>
                </p:nvSpPr>
                <p:spPr>
                  <a:xfrm>
                    <a:off x="6519680" y="2076274"/>
                    <a:ext cx="113823" cy="242220"/>
                  </a:xfrm>
                  <a:custGeom>
                    <a:avLst/>
                    <a:gdLst>
                      <a:gd name="connsiteX0" fmla="*/ 3810 w 113823"/>
                      <a:gd name="connsiteY0" fmla="*/ 0 h 242220"/>
                      <a:gd name="connsiteX1" fmla="*/ 113824 w 113823"/>
                      <a:gd name="connsiteY1" fmla="*/ 124682 h 242220"/>
                      <a:gd name="connsiteX2" fmla="*/ 0 w 113823"/>
                      <a:gd name="connsiteY2" fmla="*/ 242221 h 242220"/>
                    </a:gdLst>
                    <a:ahLst/>
                    <a:cxnLst>
                      <a:cxn ang="0">
                        <a:pos x="connsiteX0" y="connsiteY0"/>
                      </a:cxn>
                      <a:cxn ang="0">
                        <a:pos x="connsiteX1" y="connsiteY1"/>
                      </a:cxn>
                      <a:cxn ang="0">
                        <a:pos x="connsiteX2" y="connsiteY2"/>
                      </a:cxn>
                    </a:cxnLst>
                    <a:rect l="l" t="t" r="r" b="b"/>
                    <a:pathLst>
                      <a:path w="113823" h="242220">
                        <a:moveTo>
                          <a:pt x="3810" y="0"/>
                        </a:moveTo>
                        <a:lnTo>
                          <a:pt x="113824" y="124682"/>
                        </a:lnTo>
                        <a:lnTo>
                          <a:pt x="0" y="242221"/>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grpSp>
        <p:grpSp>
          <p:nvGrpSpPr>
            <p:cNvPr id="8" name="Group 7">
              <a:extLst>
                <a:ext uri="{FF2B5EF4-FFF2-40B4-BE49-F238E27FC236}">
                  <a16:creationId xmlns:a16="http://schemas.microsoft.com/office/drawing/2014/main" id="{504989D7-9BA6-8A6A-F407-C59B8824B645}"/>
                </a:ext>
              </a:extLst>
            </p:cNvPr>
            <p:cNvGrpSpPr/>
            <p:nvPr/>
          </p:nvGrpSpPr>
          <p:grpSpPr>
            <a:xfrm>
              <a:off x="5213421" y="6490335"/>
              <a:ext cx="1371600" cy="320040"/>
              <a:chOff x="5942085" y="6490335"/>
              <a:chExt cx="1371600" cy="320040"/>
            </a:xfrm>
          </p:grpSpPr>
          <p:sp>
            <p:nvSpPr>
              <p:cNvPr id="14" name="Rectangle 13">
                <a:extLst>
                  <a:ext uri="{FF2B5EF4-FFF2-40B4-BE49-F238E27FC236}">
                    <a16:creationId xmlns:a16="http://schemas.microsoft.com/office/drawing/2014/main" id="{E4448183-E544-8DC7-5E85-9E333944D6DB}"/>
                  </a:ext>
                </a:extLst>
              </p:cNvPr>
              <p:cNvSpPr>
                <a:spLocks/>
              </p:cNvSpPr>
              <p:nvPr/>
            </p:nvSpPr>
            <p:spPr>
              <a:xfrm>
                <a:off x="5942085" y="6490335"/>
                <a:ext cx="1371600" cy="3200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Deliver</a:t>
                </a:r>
              </a:p>
            </p:txBody>
          </p:sp>
          <p:sp>
            <p:nvSpPr>
              <p:cNvPr id="15" name="Isosceles Triangle 14">
                <a:extLst>
                  <a:ext uri="{FF2B5EF4-FFF2-40B4-BE49-F238E27FC236}">
                    <a16:creationId xmlns:a16="http://schemas.microsoft.com/office/drawing/2014/main" id="{4AF1B14B-BBFB-05BE-50C1-D9238916F68D}"/>
                  </a:ext>
                </a:extLst>
              </p:cNvPr>
              <p:cNvSpPr>
                <a:spLocks noChangeAspect="1"/>
              </p:cNvSpPr>
              <p:nvPr/>
            </p:nvSpPr>
            <p:spPr>
              <a:xfrm rot="5400000">
                <a:off x="7041430"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16" name="Freeform: Shape 15">
                <a:extLst>
                  <a:ext uri="{FF2B5EF4-FFF2-40B4-BE49-F238E27FC236}">
                    <a16:creationId xmlns:a16="http://schemas.microsoft.com/office/drawing/2014/main" id="{A4E61928-6EDC-D8FB-5525-0142DA5B48D1}"/>
                  </a:ext>
                </a:extLst>
              </p:cNvPr>
              <p:cNvSpPr>
                <a:spLocks noChangeAspect="1"/>
              </p:cNvSpPr>
              <p:nvPr/>
            </p:nvSpPr>
            <p:spPr>
              <a:xfrm>
                <a:off x="6751037" y="6591168"/>
                <a:ext cx="169030" cy="118375"/>
              </a:xfrm>
              <a:custGeom>
                <a:avLst/>
                <a:gdLst>
                  <a:gd name="connsiteX0" fmla="*/ 558546 w 558545"/>
                  <a:gd name="connsiteY0" fmla="*/ 391160 h 391160"/>
                  <a:gd name="connsiteX1" fmla="*/ 0 w 558545"/>
                  <a:gd name="connsiteY1" fmla="*/ 391160 h 391160"/>
                  <a:gd name="connsiteX2" fmla="*/ 0 w 558545"/>
                  <a:gd name="connsiteY2" fmla="*/ 391160 h 391160"/>
                  <a:gd name="connsiteX3" fmla="*/ 0 w 558545"/>
                  <a:gd name="connsiteY3" fmla="*/ 0 h 391160"/>
                  <a:gd name="connsiteX4" fmla="*/ 558546 w 558545"/>
                  <a:gd name="connsiteY4" fmla="*/ 0 h 391160"/>
                  <a:gd name="connsiteX5" fmla="*/ 558546 w 558545"/>
                  <a:gd name="connsiteY5" fmla="*/ 0 h 391160"/>
                  <a:gd name="connsiteX6" fmla="*/ 558546 w 558545"/>
                  <a:gd name="connsiteY6" fmla="*/ 391160 h 391160"/>
                  <a:gd name="connsiteX7" fmla="*/ 558546 w 558545"/>
                  <a:gd name="connsiteY7" fmla="*/ 391160 h 39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545" h="391160">
                    <a:moveTo>
                      <a:pt x="558546" y="391160"/>
                    </a:moveTo>
                    <a:lnTo>
                      <a:pt x="0" y="391160"/>
                    </a:lnTo>
                    <a:lnTo>
                      <a:pt x="0" y="391160"/>
                    </a:lnTo>
                    <a:lnTo>
                      <a:pt x="0" y="0"/>
                    </a:lnTo>
                    <a:lnTo>
                      <a:pt x="558546" y="0"/>
                    </a:lnTo>
                    <a:lnTo>
                      <a:pt x="558546" y="0"/>
                    </a:lnTo>
                    <a:lnTo>
                      <a:pt x="558546" y="391160"/>
                    </a:lnTo>
                    <a:lnTo>
                      <a:pt x="558546" y="391160"/>
                    </a:lnTo>
                    <a:close/>
                  </a:path>
                </a:pathLst>
              </a:custGeom>
              <a:solidFill>
                <a:schemeClr val="accent6"/>
              </a:solid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Shape 16">
                <a:extLst>
                  <a:ext uri="{FF2B5EF4-FFF2-40B4-BE49-F238E27FC236}">
                    <a16:creationId xmlns:a16="http://schemas.microsoft.com/office/drawing/2014/main" id="{6A809257-7E3E-219B-1343-B51E98BE546E}"/>
                  </a:ext>
                </a:extLst>
              </p:cNvPr>
              <p:cNvSpPr>
                <a:spLocks noChangeAspect="1"/>
              </p:cNvSpPr>
              <p:nvPr/>
            </p:nvSpPr>
            <p:spPr>
              <a:xfrm>
                <a:off x="6753733" y="6613383"/>
                <a:ext cx="165418" cy="73944"/>
              </a:xfrm>
              <a:custGeom>
                <a:avLst/>
                <a:gdLst>
                  <a:gd name="connsiteX0" fmla="*/ 0 w 546607"/>
                  <a:gd name="connsiteY0" fmla="*/ 0 h 244347"/>
                  <a:gd name="connsiteX1" fmla="*/ 273304 w 546607"/>
                  <a:gd name="connsiteY1" fmla="*/ 244348 h 244347"/>
                  <a:gd name="connsiteX2" fmla="*/ 546608 w 546607"/>
                  <a:gd name="connsiteY2" fmla="*/ 0 h 244347"/>
                </a:gdLst>
                <a:ahLst/>
                <a:cxnLst>
                  <a:cxn ang="0">
                    <a:pos x="connsiteX0" y="connsiteY0"/>
                  </a:cxn>
                  <a:cxn ang="0">
                    <a:pos x="connsiteX1" y="connsiteY1"/>
                  </a:cxn>
                  <a:cxn ang="0">
                    <a:pos x="connsiteX2" y="connsiteY2"/>
                  </a:cxn>
                </a:cxnLst>
                <a:rect l="l" t="t" r="r" b="b"/>
                <a:pathLst>
                  <a:path w="546607" h="244347">
                    <a:moveTo>
                      <a:pt x="0" y="0"/>
                    </a:moveTo>
                    <a:lnTo>
                      <a:pt x="273304" y="244348"/>
                    </a:lnTo>
                    <a:lnTo>
                      <a:pt x="546608" y="0"/>
                    </a:lnTo>
                  </a:path>
                </a:pathLst>
              </a:custGeom>
              <a:solidFill>
                <a:schemeClr val="accent6"/>
              </a:solid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9" name="Group 8">
              <a:extLst>
                <a:ext uri="{FF2B5EF4-FFF2-40B4-BE49-F238E27FC236}">
                  <a16:creationId xmlns:a16="http://schemas.microsoft.com/office/drawing/2014/main" id="{9202B211-F12E-C3F6-1B30-918609A1D4A5}"/>
                </a:ext>
              </a:extLst>
            </p:cNvPr>
            <p:cNvGrpSpPr/>
            <p:nvPr/>
          </p:nvGrpSpPr>
          <p:grpSpPr>
            <a:xfrm>
              <a:off x="6619441" y="6490335"/>
              <a:ext cx="1371600" cy="320040"/>
              <a:chOff x="7590991" y="6490335"/>
              <a:chExt cx="1371600" cy="320040"/>
            </a:xfrm>
          </p:grpSpPr>
          <p:sp>
            <p:nvSpPr>
              <p:cNvPr id="10" name="Rectangle 9">
                <a:extLst>
                  <a:ext uri="{FF2B5EF4-FFF2-40B4-BE49-F238E27FC236}">
                    <a16:creationId xmlns:a16="http://schemas.microsoft.com/office/drawing/2014/main" id="{81CD2D64-8204-486D-41F3-D531A407837F}"/>
                  </a:ext>
                </a:extLst>
              </p:cNvPr>
              <p:cNvSpPr>
                <a:spLocks/>
              </p:cNvSpPr>
              <p:nvPr/>
            </p:nvSpPr>
            <p:spPr>
              <a:xfrm>
                <a:off x="7590991" y="6490335"/>
                <a:ext cx="1371600" cy="3200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Sustain</a:t>
                </a:r>
              </a:p>
            </p:txBody>
          </p:sp>
          <p:grpSp>
            <p:nvGrpSpPr>
              <p:cNvPr id="11" name="Graphic 3">
                <a:extLst>
                  <a:ext uri="{FF2B5EF4-FFF2-40B4-BE49-F238E27FC236}">
                    <a16:creationId xmlns:a16="http://schemas.microsoft.com/office/drawing/2014/main" id="{38EB3D5E-9B0A-931E-189C-8B8D9823F11D}"/>
                  </a:ext>
                </a:extLst>
              </p:cNvPr>
              <p:cNvGrpSpPr>
                <a:grpSpLocks noChangeAspect="1"/>
              </p:cNvGrpSpPr>
              <p:nvPr/>
            </p:nvGrpSpPr>
            <p:grpSpPr>
              <a:xfrm>
                <a:off x="8432241" y="6553566"/>
                <a:ext cx="193664" cy="193578"/>
                <a:chOff x="7411466" y="1863089"/>
                <a:chExt cx="590998" cy="590733"/>
              </a:xfrm>
              <a:solidFill>
                <a:schemeClr val="accent3"/>
              </a:solidFill>
            </p:grpSpPr>
            <p:sp>
              <p:nvSpPr>
                <p:cNvPr id="12" name="Freeform: Shape 11">
                  <a:extLst>
                    <a:ext uri="{FF2B5EF4-FFF2-40B4-BE49-F238E27FC236}">
                      <a16:creationId xmlns:a16="http://schemas.microsoft.com/office/drawing/2014/main" id="{A692B9A6-C8BD-F42A-C743-4CDE35DD88EA}"/>
                    </a:ext>
                  </a:extLst>
                </p:cNvPr>
                <p:cNvSpPr/>
                <p:nvPr/>
              </p:nvSpPr>
              <p:spPr>
                <a:xfrm>
                  <a:off x="7411466" y="1863089"/>
                  <a:ext cx="589788" cy="589788"/>
                </a:xfrm>
                <a:custGeom>
                  <a:avLst/>
                  <a:gdLst>
                    <a:gd name="connsiteX0" fmla="*/ 508127 w 589788"/>
                    <a:gd name="connsiteY0" fmla="*/ 375158 h 589788"/>
                    <a:gd name="connsiteX1" fmla="*/ 513461 w 589788"/>
                    <a:gd name="connsiteY1" fmla="*/ 362458 h 589788"/>
                    <a:gd name="connsiteX2" fmla="*/ 525145 w 589788"/>
                    <a:gd name="connsiteY2" fmla="*/ 352044 h 589788"/>
                    <a:gd name="connsiteX3" fmla="*/ 581279 w 589788"/>
                    <a:gd name="connsiteY3" fmla="*/ 336423 h 589788"/>
                    <a:gd name="connsiteX4" fmla="*/ 589788 w 589788"/>
                    <a:gd name="connsiteY4" fmla="*/ 325755 h 589788"/>
                    <a:gd name="connsiteX5" fmla="*/ 589788 w 589788"/>
                    <a:gd name="connsiteY5" fmla="*/ 264287 h 589788"/>
                    <a:gd name="connsiteX6" fmla="*/ 581279 w 589788"/>
                    <a:gd name="connsiteY6" fmla="*/ 253619 h 589788"/>
                    <a:gd name="connsiteX7" fmla="*/ 525272 w 589788"/>
                    <a:gd name="connsiteY7" fmla="*/ 237998 h 589788"/>
                    <a:gd name="connsiteX8" fmla="*/ 513588 w 589788"/>
                    <a:gd name="connsiteY8" fmla="*/ 227584 h 589788"/>
                    <a:gd name="connsiteX9" fmla="*/ 497205 w 589788"/>
                    <a:gd name="connsiteY9" fmla="*/ 187960 h 589788"/>
                    <a:gd name="connsiteX10" fmla="*/ 498094 w 589788"/>
                    <a:gd name="connsiteY10" fmla="*/ 172339 h 589788"/>
                    <a:gd name="connsiteX11" fmla="*/ 526796 w 589788"/>
                    <a:gd name="connsiteY11" fmla="*/ 121666 h 589788"/>
                    <a:gd name="connsiteX12" fmla="*/ 525272 w 589788"/>
                    <a:gd name="connsiteY12" fmla="*/ 108204 h 589788"/>
                    <a:gd name="connsiteX13" fmla="*/ 481711 w 589788"/>
                    <a:gd name="connsiteY13" fmla="*/ 64643 h 589788"/>
                    <a:gd name="connsiteX14" fmla="*/ 468249 w 589788"/>
                    <a:gd name="connsiteY14" fmla="*/ 63119 h 589788"/>
                    <a:gd name="connsiteX15" fmla="*/ 417576 w 589788"/>
                    <a:gd name="connsiteY15" fmla="*/ 91821 h 589788"/>
                    <a:gd name="connsiteX16" fmla="*/ 401955 w 589788"/>
                    <a:gd name="connsiteY16" fmla="*/ 92710 h 589788"/>
                    <a:gd name="connsiteX17" fmla="*/ 362458 w 589788"/>
                    <a:gd name="connsiteY17" fmla="*/ 76327 h 589788"/>
                    <a:gd name="connsiteX18" fmla="*/ 352044 w 589788"/>
                    <a:gd name="connsiteY18" fmla="*/ 64643 h 589788"/>
                    <a:gd name="connsiteX19" fmla="*/ 336423 w 589788"/>
                    <a:gd name="connsiteY19" fmla="*/ 8509 h 589788"/>
                    <a:gd name="connsiteX20" fmla="*/ 325755 w 589788"/>
                    <a:gd name="connsiteY20" fmla="*/ 0 h 589788"/>
                    <a:gd name="connsiteX21" fmla="*/ 264287 w 589788"/>
                    <a:gd name="connsiteY21" fmla="*/ 0 h 589788"/>
                    <a:gd name="connsiteX22" fmla="*/ 253746 w 589788"/>
                    <a:gd name="connsiteY22" fmla="*/ 8509 h 589788"/>
                    <a:gd name="connsiteX23" fmla="*/ 238125 w 589788"/>
                    <a:gd name="connsiteY23" fmla="*/ 64516 h 589788"/>
                    <a:gd name="connsiteX24" fmla="*/ 227711 w 589788"/>
                    <a:gd name="connsiteY24" fmla="*/ 76200 h 589788"/>
                    <a:gd name="connsiteX25" fmla="*/ 188087 w 589788"/>
                    <a:gd name="connsiteY25" fmla="*/ 92583 h 589788"/>
                    <a:gd name="connsiteX26" fmla="*/ 172465 w 589788"/>
                    <a:gd name="connsiteY26" fmla="*/ 91694 h 589788"/>
                    <a:gd name="connsiteX27" fmla="*/ 121793 w 589788"/>
                    <a:gd name="connsiteY27" fmla="*/ 62992 h 589788"/>
                    <a:gd name="connsiteX28" fmla="*/ 108331 w 589788"/>
                    <a:gd name="connsiteY28" fmla="*/ 64516 h 589788"/>
                    <a:gd name="connsiteX29" fmla="*/ 64770 w 589788"/>
                    <a:gd name="connsiteY29" fmla="*/ 108077 h 589788"/>
                    <a:gd name="connsiteX30" fmla="*/ 63246 w 589788"/>
                    <a:gd name="connsiteY30" fmla="*/ 121539 h 589788"/>
                    <a:gd name="connsiteX31" fmla="*/ 91948 w 589788"/>
                    <a:gd name="connsiteY31" fmla="*/ 172212 h 589788"/>
                    <a:gd name="connsiteX32" fmla="*/ 92837 w 589788"/>
                    <a:gd name="connsiteY32" fmla="*/ 187833 h 589788"/>
                    <a:gd name="connsiteX33" fmla="*/ 76327 w 589788"/>
                    <a:gd name="connsiteY33" fmla="*/ 227457 h 589788"/>
                    <a:gd name="connsiteX34" fmla="*/ 64643 w 589788"/>
                    <a:gd name="connsiteY34" fmla="*/ 237871 h 589788"/>
                    <a:gd name="connsiteX35" fmla="*/ 8509 w 589788"/>
                    <a:gd name="connsiteY35" fmla="*/ 253492 h 589788"/>
                    <a:gd name="connsiteX36" fmla="*/ 0 w 589788"/>
                    <a:gd name="connsiteY36" fmla="*/ 264033 h 589788"/>
                    <a:gd name="connsiteX37" fmla="*/ 0 w 589788"/>
                    <a:gd name="connsiteY37" fmla="*/ 325501 h 589788"/>
                    <a:gd name="connsiteX38" fmla="*/ 8509 w 589788"/>
                    <a:gd name="connsiteY38" fmla="*/ 336169 h 589788"/>
                    <a:gd name="connsiteX39" fmla="*/ 64515 w 589788"/>
                    <a:gd name="connsiteY39" fmla="*/ 351790 h 589788"/>
                    <a:gd name="connsiteX40" fmla="*/ 76200 w 589788"/>
                    <a:gd name="connsiteY40" fmla="*/ 362204 h 589788"/>
                    <a:gd name="connsiteX41" fmla="*/ 92583 w 589788"/>
                    <a:gd name="connsiteY41" fmla="*/ 401828 h 589788"/>
                    <a:gd name="connsiteX42" fmla="*/ 91694 w 589788"/>
                    <a:gd name="connsiteY42" fmla="*/ 417449 h 589788"/>
                    <a:gd name="connsiteX43" fmla="*/ 62992 w 589788"/>
                    <a:gd name="connsiteY43" fmla="*/ 468122 h 589788"/>
                    <a:gd name="connsiteX44" fmla="*/ 64515 w 589788"/>
                    <a:gd name="connsiteY44" fmla="*/ 481584 h 589788"/>
                    <a:gd name="connsiteX45" fmla="*/ 108077 w 589788"/>
                    <a:gd name="connsiteY45" fmla="*/ 525145 h 589788"/>
                    <a:gd name="connsiteX46" fmla="*/ 121539 w 589788"/>
                    <a:gd name="connsiteY46" fmla="*/ 526669 h 589788"/>
                    <a:gd name="connsiteX47" fmla="*/ 172212 w 589788"/>
                    <a:gd name="connsiteY47" fmla="*/ 497967 h 589788"/>
                    <a:gd name="connsiteX48" fmla="*/ 187833 w 589788"/>
                    <a:gd name="connsiteY48" fmla="*/ 497078 h 589788"/>
                    <a:gd name="connsiteX49" fmla="*/ 227330 w 589788"/>
                    <a:gd name="connsiteY49" fmla="*/ 513461 h 589788"/>
                    <a:gd name="connsiteX50" fmla="*/ 237744 w 589788"/>
                    <a:gd name="connsiteY50" fmla="*/ 525145 h 589788"/>
                    <a:gd name="connsiteX51" fmla="*/ 253365 w 589788"/>
                    <a:gd name="connsiteY51" fmla="*/ 581279 h 589788"/>
                    <a:gd name="connsiteX52" fmla="*/ 263906 w 589788"/>
                    <a:gd name="connsiteY52" fmla="*/ 589788 h 589788"/>
                    <a:gd name="connsiteX53" fmla="*/ 325374 w 589788"/>
                    <a:gd name="connsiteY53" fmla="*/ 589788 h 589788"/>
                    <a:gd name="connsiteX54" fmla="*/ 335915 w 589788"/>
                    <a:gd name="connsiteY54" fmla="*/ 581279 h 589788"/>
                    <a:gd name="connsiteX55" fmla="*/ 351536 w 589788"/>
                    <a:gd name="connsiteY55" fmla="*/ 525272 h 589788"/>
                    <a:gd name="connsiteX56" fmla="*/ 361950 w 589788"/>
                    <a:gd name="connsiteY56" fmla="*/ 513588 h 589788"/>
                    <a:gd name="connsiteX57" fmla="*/ 374650 w 589788"/>
                    <a:gd name="connsiteY57" fmla="*/ 508381 h 589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589788" h="589788">
                      <a:moveTo>
                        <a:pt x="508127" y="375158"/>
                      </a:moveTo>
                      <a:lnTo>
                        <a:pt x="513461" y="362458"/>
                      </a:lnTo>
                      <a:cubicBezTo>
                        <a:pt x="515112" y="357759"/>
                        <a:pt x="520319" y="353060"/>
                        <a:pt x="525145" y="352044"/>
                      </a:cubicBezTo>
                      <a:lnTo>
                        <a:pt x="581279" y="336423"/>
                      </a:lnTo>
                      <a:cubicBezTo>
                        <a:pt x="585977" y="335407"/>
                        <a:pt x="589788" y="330581"/>
                        <a:pt x="589788" y="325755"/>
                      </a:cubicBezTo>
                      <a:lnTo>
                        <a:pt x="589788" y="264287"/>
                      </a:lnTo>
                      <a:cubicBezTo>
                        <a:pt x="589788" y="259461"/>
                        <a:pt x="585977" y="254762"/>
                        <a:pt x="581279" y="253619"/>
                      </a:cubicBezTo>
                      <a:lnTo>
                        <a:pt x="525272" y="237998"/>
                      </a:lnTo>
                      <a:cubicBezTo>
                        <a:pt x="520446" y="236982"/>
                        <a:pt x="515239" y="232283"/>
                        <a:pt x="513588" y="227584"/>
                      </a:cubicBezTo>
                      <a:lnTo>
                        <a:pt x="497205" y="187960"/>
                      </a:lnTo>
                      <a:cubicBezTo>
                        <a:pt x="495046" y="183515"/>
                        <a:pt x="495427" y="176530"/>
                        <a:pt x="498094" y="172339"/>
                      </a:cubicBezTo>
                      <a:lnTo>
                        <a:pt x="526796" y="121666"/>
                      </a:lnTo>
                      <a:cubicBezTo>
                        <a:pt x="529336" y="117602"/>
                        <a:pt x="528701" y="111506"/>
                        <a:pt x="525272" y="108204"/>
                      </a:cubicBezTo>
                      <a:lnTo>
                        <a:pt x="481711" y="64643"/>
                      </a:lnTo>
                      <a:cubicBezTo>
                        <a:pt x="478282" y="61214"/>
                        <a:pt x="472186" y="60579"/>
                        <a:pt x="468249" y="63119"/>
                      </a:cubicBezTo>
                      <a:lnTo>
                        <a:pt x="417576" y="91821"/>
                      </a:lnTo>
                      <a:cubicBezTo>
                        <a:pt x="413385" y="94488"/>
                        <a:pt x="406400" y="94869"/>
                        <a:pt x="401955" y="92710"/>
                      </a:cubicBezTo>
                      <a:lnTo>
                        <a:pt x="362458" y="76327"/>
                      </a:lnTo>
                      <a:cubicBezTo>
                        <a:pt x="357759" y="74676"/>
                        <a:pt x="353060" y="69469"/>
                        <a:pt x="352044" y="64643"/>
                      </a:cubicBezTo>
                      <a:lnTo>
                        <a:pt x="336423" y="8509"/>
                      </a:lnTo>
                      <a:cubicBezTo>
                        <a:pt x="335407" y="3810"/>
                        <a:pt x="330581" y="0"/>
                        <a:pt x="325755" y="0"/>
                      </a:cubicBezTo>
                      <a:lnTo>
                        <a:pt x="264287" y="0"/>
                      </a:lnTo>
                      <a:cubicBezTo>
                        <a:pt x="259461" y="0"/>
                        <a:pt x="254762" y="3810"/>
                        <a:pt x="253746" y="8509"/>
                      </a:cubicBezTo>
                      <a:lnTo>
                        <a:pt x="238125" y="64516"/>
                      </a:lnTo>
                      <a:cubicBezTo>
                        <a:pt x="236982" y="69342"/>
                        <a:pt x="232283" y="74549"/>
                        <a:pt x="227711" y="76200"/>
                      </a:cubicBezTo>
                      <a:lnTo>
                        <a:pt x="188087" y="92583"/>
                      </a:lnTo>
                      <a:cubicBezTo>
                        <a:pt x="183642" y="94742"/>
                        <a:pt x="176657" y="94361"/>
                        <a:pt x="172465" y="91694"/>
                      </a:cubicBezTo>
                      <a:lnTo>
                        <a:pt x="121793" y="62992"/>
                      </a:lnTo>
                      <a:cubicBezTo>
                        <a:pt x="117728" y="60452"/>
                        <a:pt x="111633" y="61087"/>
                        <a:pt x="108331" y="64516"/>
                      </a:cubicBezTo>
                      <a:lnTo>
                        <a:pt x="64770" y="108077"/>
                      </a:lnTo>
                      <a:cubicBezTo>
                        <a:pt x="61340" y="111506"/>
                        <a:pt x="60706" y="117475"/>
                        <a:pt x="63246" y="121539"/>
                      </a:cubicBezTo>
                      <a:lnTo>
                        <a:pt x="91948" y="172212"/>
                      </a:lnTo>
                      <a:cubicBezTo>
                        <a:pt x="94615" y="176403"/>
                        <a:pt x="94996" y="183388"/>
                        <a:pt x="92837" y="187833"/>
                      </a:cubicBezTo>
                      <a:lnTo>
                        <a:pt x="76327" y="227457"/>
                      </a:lnTo>
                      <a:cubicBezTo>
                        <a:pt x="74676" y="232156"/>
                        <a:pt x="69469" y="236855"/>
                        <a:pt x="64643" y="237871"/>
                      </a:cubicBezTo>
                      <a:lnTo>
                        <a:pt x="8509" y="253492"/>
                      </a:lnTo>
                      <a:cubicBezTo>
                        <a:pt x="3810" y="254508"/>
                        <a:pt x="0" y="259334"/>
                        <a:pt x="0" y="264033"/>
                      </a:cubicBezTo>
                      <a:lnTo>
                        <a:pt x="0" y="325501"/>
                      </a:lnTo>
                      <a:cubicBezTo>
                        <a:pt x="0" y="330327"/>
                        <a:pt x="3810" y="335026"/>
                        <a:pt x="8509" y="336169"/>
                      </a:cubicBezTo>
                      <a:lnTo>
                        <a:pt x="64515" y="351790"/>
                      </a:lnTo>
                      <a:cubicBezTo>
                        <a:pt x="69342" y="352806"/>
                        <a:pt x="74549" y="357505"/>
                        <a:pt x="76200" y="362204"/>
                      </a:cubicBezTo>
                      <a:lnTo>
                        <a:pt x="92583" y="401828"/>
                      </a:lnTo>
                      <a:cubicBezTo>
                        <a:pt x="94742" y="406273"/>
                        <a:pt x="94361" y="413258"/>
                        <a:pt x="91694" y="417449"/>
                      </a:cubicBezTo>
                      <a:lnTo>
                        <a:pt x="62992" y="468122"/>
                      </a:lnTo>
                      <a:cubicBezTo>
                        <a:pt x="60452" y="472186"/>
                        <a:pt x="61087" y="478282"/>
                        <a:pt x="64515" y="481584"/>
                      </a:cubicBezTo>
                      <a:lnTo>
                        <a:pt x="108077" y="525145"/>
                      </a:lnTo>
                      <a:cubicBezTo>
                        <a:pt x="111506" y="528574"/>
                        <a:pt x="117602" y="529209"/>
                        <a:pt x="121539" y="526669"/>
                      </a:cubicBezTo>
                      <a:lnTo>
                        <a:pt x="172212" y="497967"/>
                      </a:lnTo>
                      <a:cubicBezTo>
                        <a:pt x="176402" y="495300"/>
                        <a:pt x="183388" y="494919"/>
                        <a:pt x="187833" y="497078"/>
                      </a:cubicBezTo>
                      <a:lnTo>
                        <a:pt x="227330" y="513461"/>
                      </a:lnTo>
                      <a:cubicBezTo>
                        <a:pt x="232028" y="515112"/>
                        <a:pt x="236727" y="520319"/>
                        <a:pt x="237744" y="525145"/>
                      </a:cubicBezTo>
                      <a:lnTo>
                        <a:pt x="253365" y="581279"/>
                      </a:lnTo>
                      <a:cubicBezTo>
                        <a:pt x="254381" y="585978"/>
                        <a:pt x="259207" y="589788"/>
                        <a:pt x="263906" y="589788"/>
                      </a:cubicBezTo>
                      <a:lnTo>
                        <a:pt x="325374" y="589788"/>
                      </a:lnTo>
                      <a:cubicBezTo>
                        <a:pt x="330200" y="589788"/>
                        <a:pt x="334899" y="585978"/>
                        <a:pt x="335915" y="581279"/>
                      </a:cubicBezTo>
                      <a:lnTo>
                        <a:pt x="351536" y="525272"/>
                      </a:lnTo>
                      <a:cubicBezTo>
                        <a:pt x="352552" y="520446"/>
                        <a:pt x="357251" y="515239"/>
                        <a:pt x="361950" y="513588"/>
                      </a:cubicBezTo>
                      <a:lnTo>
                        <a:pt x="374650" y="508381"/>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3" name="Freeform: Shape 12">
                  <a:extLst>
                    <a:ext uri="{FF2B5EF4-FFF2-40B4-BE49-F238E27FC236}">
                      <a16:creationId xmlns:a16="http://schemas.microsoft.com/office/drawing/2014/main" id="{EFC2126D-6390-531D-F38A-C03BC34CE92D}"/>
                    </a:ext>
                  </a:extLst>
                </p:cNvPr>
                <p:cNvSpPr/>
                <p:nvPr/>
              </p:nvSpPr>
              <p:spPr>
                <a:xfrm>
                  <a:off x="7564758" y="2016192"/>
                  <a:ext cx="437706" cy="437630"/>
                </a:xfrm>
                <a:custGeom>
                  <a:avLst/>
                  <a:gdLst>
                    <a:gd name="connsiteX0" fmla="*/ 108073 w 437706"/>
                    <a:gd name="connsiteY0" fmla="*/ 17840 h 437630"/>
                    <a:gd name="connsiteX1" fmla="*/ 178685 w 437706"/>
                    <a:gd name="connsiteY1" fmla="*/ 88452 h 437630"/>
                    <a:gd name="connsiteX2" fmla="*/ 182241 w 437706"/>
                    <a:gd name="connsiteY2" fmla="*/ 101787 h 437630"/>
                    <a:gd name="connsiteX3" fmla="*/ 101342 w 437706"/>
                    <a:gd name="connsiteY3" fmla="*/ 182685 h 437630"/>
                    <a:gd name="connsiteX4" fmla="*/ 88007 w 437706"/>
                    <a:gd name="connsiteY4" fmla="*/ 179129 h 437630"/>
                    <a:gd name="connsiteX5" fmla="*/ 17522 w 437706"/>
                    <a:gd name="connsiteY5" fmla="*/ 108644 h 437630"/>
                    <a:gd name="connsiteX6" fmla="*/ 2917 w 437706"/>
                    <a:gd name="connsiteY6" fmla="*/ 112962 h 437630"/>
                    <a:gd name="connsiteX7" fmla="*/ 41398 w 437706"/>
                    <a:gd name="connsiteY7" fmla="*/ 241740 h 437630"/>
                    <a:gd name="connsiteX8" fmla="*/ 193290 w 437706"/>
                    <a:gd name="connsiteY8" fmla="*/ 273363 h 437630"/>
                    <a:gd name="connsiteX9" fmla="*/ 340483 w 437706"/>
                    <a:gd name="connsiteY9" fmla="*/ 420556 h 437630"/>
                    <a:gd name="connsiteX10" fmla="*/ 419985 w 437706"/>
                    <a:gd name="connsiteY10" fmla="*/ 422462 h 437630"/>
                    <a:gd name="connsiteX11" fmla="*/ 421128 w 437706"/>
                    <a:gd name="connsiteY11" fmla="*/ 341562 h 437630"/>
                    <a:gd name="connsiteX12" fmla="*/ 273173 w 437706"/>
                    <a:gd name="connsiteY12" fmla="*/ 193607 h 437630"/>
                    <a:gd name="connsiteX13" fmla="*/ 241550 w 437706"/>
                    <a:gd name="connsiteY13" fmla="*/ 41462 h 437630"/>
                    <a:gd name="connsiteX14" fmla="*/ 112391 w 437706"/>
                    <a:gd name="connsiteY14" fmla="*/ 2981 h 437630"/>
                    <a:gd name="connsiteX15" fmla="*/ 108073 w 437706"/>
                    <a:gd name="connsiteY15" fmla="*/ 17585 h 43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706" h="437630">
                      <a:moveTo>
                        <a:pt x="108073" y="17840"/>
                      </a:moveTo>
                      <a:lnTo>
                        <a:pt x="178685" y="88452"/>
                      </a:lnTo>
                      <a:cubicBezTo>
                        <a:pt x="182241" y="92007"/>
                        <a:pt x="183511" y="97087"/>
                        <a:pt x="182241" y="101787"/>
                      </a:cubicBezTo>
                      <a:cubicBezTo>
                        <a:pt x="171700" y="141284"/>
                        <a:pt x="140839" y="172144"/>
                        <a:pt x="101342" y="182685"/>
                      </a:cubicBezTo>
                      <a:cubicBezTo>
                        <a:pt x="96516" y="183956"/>
                        <a:pt x="91436" y="182685"/>
                        <a:pt x="88007" y="179129"/>
                      </a:cubicBezTo>
                      <a:lnTo>
                        <a:pt x="17522" y="108644"/>
                      </a:lnTo>
                      <a:cubicBezTo>
                        <a:pt x="12696" y="103818"/>
                        <a:pt x="4314" y="106231"/>
                        <a:pt x="2917" y="112962"/>
                      </a:cubicBezTo>
                      <a:cubicBezTo>
                        <a:pt x="-6354" y="158047"/>
                        <a:pt x="6473" y="206815"/>
                        <a:pt x="41398" y="241740"/>
                      </a:cubicBezTo>
                      <a:cubicBezTo>
                        <a:pt x="82419" y="282762"/>
                        <a:pt x="142490" y="293303"/>
                        <a:pt x="193290" y="273363"/>
                      </a:cubicBezTo>
                      <a:lnTo>
                        <a:pt x="340483" y="420556"/>
                      </a:lnTo>
                      <a:cubicBezTo>
                        <a:pt x="362200" y="442274"/>
                        <a:pt x="397633" y="443671"/>
                        <a:pt x="419985" y="422462"/>
                      </a:cubicBezTo>
                      <a:cubicBezTo>
                        <a:pt x="443226" y="400490"/>
                        <a:pt x="443607" y="363915"/>
                        <a:pt x="421128" y="341562"/>
                      </a:cubicBezTo>
                      <a:lnTo>
                        <a:pt x="273173" y="193607"/>
                      </a:lnTo>
                      <a:cubicBezTo>
                        <a:pt x="293239" y="142807"/>
                        <a:pt x="282698" y="82609"/>
                        <a:pt x="241550" y="41462"/>
                      </a:cubicBezTo>
                      <a:cubicBezTo>
                        <a:pt x="206498" y="6409"/>
                        <a:pt x="157603" y="-6418"/>
                        <a:pt x="112391" y="2981"/>
                      </a:cubicBezTo>
                      <a:cubicBezTo>
                        <a:pt x="105660" y="4378"/>
                        <a:pt x="103247" y="12759"/>
                        <a:pt x="108073" y="17585"/>
                      </a:cubicBezTo>
                      <a:close/>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grpSp>
      </p:grpSp>
    </p:spTree>
    <p:extLst>
      <p:ext uri="{BB962C8B-B14F-4D97-AF65-F5344CB8AC3E}">
        <p14:creationId xmlns:p14="http://schemas.microsoft.com/office/powerpoint/2010/main" val="998676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47B37-416B-0FBB-C966-48C9038C4A1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750C0D8-F232-D4F8-29E8-C388208F42D9}"/>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Detailed review of capability scores, insights, and implications (2 of 5)</a:t>
            </a:r>
          </a:p>
        </p:txBody>
      </p:sp>
      <p:graphicFrame>
        <p:nvGraphicFramePr>
          <p:cNvPr id="2" name="Table 1">
            <a:extLst>
              <a:ext uri="{FF2B5EF4-FFF2-40B4-BE49-F238E27FC236}">
                <a16:creationId xmlns:a16="http://schemas.microsoft.com/office/drawing/2014/main" id="{CD17795D-4C83-FED8-27C3-EEB80804DA31}"/>
              </a:ext>
            </a:extLst>
          </p:cNvPr>
          <p:cNvGraphicFramePr>
            <a:graphicFrameLocks noGrp="1"/>
          </p:cNvGraphicFramePr>
          <p:nvPr>
            <p:extLst>
              <p:ext uri="{D42A27DB-BD31-4B8C-83A1-F6EECF244321}">
                <p14:modId xmlns:p14="http://schemas.microsoft.com/office/powerpoint/2010/main" val="3315694085"/>
              </p:ext>
            </p:extLst>
          </p:nvPr>
        </p:nvGraphicFramePr>
        <p:xfrm>
          <a:off x="495300" y="960120"/>
          <a:ext cx="11064240" cy="36576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4025228862"/>
                    </a:ext>
                  </a:extLst>
                </a:gridCol>
                <a:gridCol w="1371600">
                  <a:extLst>
                    <a:ext uri="{9D8B030D-6E8A-4147-A177-3AD203B41FA5}">
                      <a16:colId xmlns:a16="http://schemas.microsoft.com/office/drawing/2014/main" val="3580726984"/>
                    </a:ext>
                  </a:extLst>
                </a:gridCol>
                <a:gridCol w="3840480">
                  <a:extLst>
                    <a:ext uri="{9D8B030D-6E8A-4147-A177-3AD203B41FA5}">
                      <a16:colId xmlns:a16="http://schemas.microsoft.com/office/drawing/2014/main" val="1689672458"/>
                    </a:ext>
                  </a:extLst>
                </a:gridCol>
                <a:gridCol w="4206240">
                  <a:extLst>
                    <a:ext uri="{9D8B030D-6E8A-4147-A177-3AD203B41FA5}">
                      <a16:colId xmlns:a16="http://schemas.microsoft.com/office/drawing/2014/main" val="3797913146"/>
                    </a:ext>
                  </a:extLst>
                </a:gridCol>
              </a:tblGrid>
              <a:tr h="548640">
                <a:tc>
                  <a:txBody>
                    <a:bodyPr/>
                    <a:lstStyle/>
                    <a:p>
                      <a:r>
                        <a:rPr lang="en-US" sz="1200"/>
                        <a:t>Capability</a:t>
                      </a:r>
                    </a:p>
                  </a:txBody>
                  <a:tcPr anchor="ctr"/>
                </a:tc>
                <a:tc>
                  <a:txBody>
                    <a:bodyPr/>
                    <a:lstStyle/>
                    <a:p>
                      <a:pPr algn="ctr"/>
                      <a:r>
                        <a:rPr lang="en-US" sz="1200"/>
                        <a:t>Average Maturity Rating</a:t>
                      </a:r>
                    </a:p>
                  </a:txBody>
                  <a:tcPr anchor="ctr"/>
                </a:tc>
                <a:tc>
                  <a:txBody>
                    <a:bodyPr/>
                    <a:lstStyle/>
                    <a:p>
                      <a:pPr algn="ctr"/>
                      <a:r>
                        <a:rPr lang="en-US" sz="1200"/>
                        <a:t>Insights</a:t>
                      </a:r>
                    </a:p>
                  </a:txBody>
                  <a:tcPr anchor="ctr"/>
                </a:tc>
                <a:tc>
                  <a:txBody>
                    <a:bodyPr/>
                    <a:lstStyle/>
                    <a:p>
                      <a:pPr algn="ctr"/>
                      <a:r>
                        <a:rPr lang="en-US" sz="1200"/>
                        <a:t>Actions to address</a:t>
                      </a:r>
                    </a:p>
                  </a:txBody>
                  <a:tcPr anchor="ctr"/>
                </a:tc>
                <a:extLst>
                  <a:ext uri="{0D108BD9-81ED-4DB2-BD59-A6C34878D82A}">
                    <a16:rowId xmlns:a16="http://schemas.microsoft.com/office/drawing/2014/main" val="1767711685"/>
                  </a:ext>
                </a:extLst>
              </a:tr>
              <a:tr h="1554480">
                <a:tc>
                  <a:txBody>
                    <a:bodyPr/>
                    <a:lstStyle/>
                    <a:p>
                      <a:pPr algn="l"/>
                      <a:r>
                        <a:rPr lang="en-US" sz="1200" b="1">
                          <a:solidFill>
                            <a:schemeClr val="bg1"/>
                          </a:solidFill>
                        </a:rPr>
                        <a:t>IT Portfolio Management</a:t>
                      </a:r>
                    </a:p>
                  </a:txBody>
                  <a:tcPr anchor="ctr">
                    <a:solidFill>
                      <a:schemeClr val="accent5"/>
                    </a:solidFill>
                  </a:tcPr>
                </a:tc>
                <a:tc>
                  <a:txBody>
                    <a:bodyPr/>
                    <a:lstStyle/>
                    <a:p>
                      <a:pPr marL="0" indent="0" algn="ctr">
                        <a:buFont typeface="Arial" panose="020B0604020202020204" pitchFamily="34" charset="0"/>
                        <a:buNone/>
                      </a:pPr>
                      <a:r>
                        <a:rPr lang="en-US" sz="1200"/>
                        <a:t>1.9</a:t>
                      </a:r>
                    </a:p>
                  </a:txBody>
                  <a:tcPr anchor="ctr"/>
                </a:tc>
                <a:tc>
                  <a:txBody>
                    <a:bodyPr/>
                    <a:lstStyle/>
                    <a:p>
                      <a:pPr marL="171450" indent="-171450" algn="l">
                        <a:spcAft>
                          <a:spcPts val="300"/>
                        </a:spcAft>
                        <a:buFont typeface="Arial" panose="020B0604020202020204" pitchFamily="34" charset="0"/>
                        <a:buChar char="•"/>
                      </a:pPr>
                      <a:r>
                        <a:rPr lang="en-US" sz="1000"/>
                        <a:t>Limited resource allocation data is available to justify requests to increase resource capacity</a:t>
                      </a:r>
                    </a:p>
                    <a:p>
                      <a:pPr marL="171450" indent="-171450" algn="l">
                        <a:spcAft>
                          <a:spcPts val="300"/>
                        </a:spcAft>
                        <a:buFont typeface="Arial" panose="020B0604020202020204" pitchFamily="34" charset="0"/>
                        <a:buChar char="•"/>
                      </a:pPr>
                      <a:r>
                        <a:rPr lang="en-US" sz="1000"/>
                        <a:t>Portfolio data is mostly tracked in spreadsheets or manually, making it difficult to get a real-time, enterprise-wide view of IT demand, capacity, and value delivery.</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a:t>Effective resource planning is difficult due to unstructured planning methods </a:t>
                      </a:r>
                    </a:p>
                  </a:txBody>
                  <a:tcPr anchor="ctr"/>
                </a:tc>
                <a:tc>
                  <a:txBody>
                    <a:bodyPr/>
                    <a:lstStyle/>
                    <a:p>
                      <a:pPr marL="171450" indent="-171450" algn="l">
                        <a:spcAft>
                          <a:spcPts val="300"/>
                        </a:spcAft>
                        <a:buFont typeface="Arial" panose="020B0604020202020204" pitchFamily="34" charset="0"/>
                        <a:buChar char="•"/>
                      </a:pPr>
                      <a:r>
                        <a:rPr lang="en-US" sz="1000"/>
                        <a:t>Define key portfolios and align reporting requirements across each portfolio to standardize how outcomes and measures are reports</a:t>
                      </a:r>
                    </a:p>
                    <a:p>
                      <a:pPr marL="171450" indent="-171450" algn="l">
                        <a:spcAft>
                          <a:spcPts val="300"/>
                        </a:spcAft>
                        <a:buFont typeface="Arial" panose="020B0604020202020204" pitchFamily="34" charset="0"/>
                        <a:buChar char="•"/>
                      </a:pPr>
                      <a:r>
                        <a:rPr lang="en-US" sz="1000"/>
                        <a:t>Move from spreadsheets to a centralized, purpose-built tool that provides real-time visibility into portfolio demand, progress, and value. Integrate with program and team management systems for end-to-end traceability</a:t>
                      </a:r>
                    </a:p>
                  </a:txBody>
                  <a:tcPr anchor="ctr"/>
                </a:tc>
                <a:extLst>
                  <a:ext uri="{0D108BD9-81ED-4DB2-BD59-A6C34878D82A}">
                    <a16:rowId xmlns:a16="http://schemas.microsoft.com/office/drawing/2014/main" val="439549627"/>
                  </a:ext>
                </a:extLst>
              </a:tr>
              <a:tr h="1554480">
                <a:tc>
                  <a:txBody>
                    <a:bodyPr/>
                    <a:lstStyle/>
                    <a:p>
                      <a:pPr algn="l"/>
                      <a:r>
                        <a:rPr lang="en-US" sz="1200" b="1">
                          <a:solidFill>
                            <a:schemeClr val="bg1"/>
                          </a:solidFill>
                        </a:rPr>
                        <a:t>IT Product/Team Management</a:t>
                      </a:r>
                    </a:p>
                  </a:txBody>
                  <a:tcPr anchor="ctr">
                    <a:solidFill>
                      <a:schemeClr val="accent5"/>
                    </a:solidFill>
                  </a:tcPr>
                </a:tc>
                <a:tc>
                  <a:txBody>
                    <a:bodyPr/>
                    <a:lstStyle/>
                    <a:p>
                      <a:pPr marL="0" indent="0" algn="ctr">
                        <a:buFont typeface="Arial" panose="020B0604020202020204" pitchFamily="34" charset="0"/>
                        <a:buNone/>
                      </a:pPr>
                      <a:r>
                        <a:rPr lang="en-US" sz="1200"/>
                        <a:t>2.9</a:t>
                      </a:r>
                    </a:p>
                  </a:txBody>
                  <a:tcPr anchor="ct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a:t>While some teams have adopted dedicated product/team management tools and real-time analytics, many still rely on manual tracking and lack integrated solutions.</a:t>
                      </a:r>
                    </a:p>
                  </a:txBody>
                  <a:tcPr anchor="ctr"/>
                </a:tc>
                <a:tc>
                  <a:txBody>
                    <a:bodyPr/>
                    <a:lstStyle/>
                    <a:p>
                      <a:pPr marL="171450" indent="-171450" algn="l">
                        <a:spcAft>
                          <a:spcPts val="300"/>
                        </a:spcAft>
                        <a:buFont typeface="Arial" panose="020B0604020202020204" pitchFamily="34" charset="0"/>
                        <a:buChar char="•"/>
                      </a:pPr>
                      <a:r>
                        <a:rPr lang="en-US" sz="1000"/>
                        <a:t>Adopt a unified, purpose-built team management platform integrated with portfolio/program management. Provide training and enable communities of practice to drive adoption</a:t>
                      </a:r>
                    </a:p>
                    <a:p>
                      <a:pPr marL="171450" indent="-171450" algn="l">
                        <a:spcAft>
                          <a:spcPts val="300"/>
                        </a:spcAft>
                        <a:buFont typeface="Arial" panose="020B0604020202020204" pitchFamily="34" charset="0"/>
                        <a:buChar char="•"/>
                      </a:pPr>
                      <a:r>
                        <a:rPr lang="en-US" sz="1000"/>
                        <a:t>Define and enforce formal governance structures, roles, and escalation paths for team management. Regularly review compliance and use transparent metrics to drive accountability and improvement</a:t>
                      </a:r>
                    </a:p>
                  </a:txBody>
                  <a:tcPr anchor="ctr"/>
                </a:tc>
                <a:extLst>
                  <a:ext uri="{0D108BD9-81ED-4DB2-BD59-A6C34878D82A}">
                    <a16:rowId xmlns:a16="http://schemas.microsoft.com/office/drawing/2014/main" val="255395022"/>
                  </a:ext>
                </a:extLst>
              </a:tr>
            </a:tbl>
          </a:graphicData>
        </a:graphic>
      </p:graphicFrame>
      <p:grpSp>
        <p:nvGrpSpPr>
          <p:cNvPr id="45" name="Group 44">
            <a:extLst>
              <a:ext uri="{FF2B5EF4-FFF2-40B4-BE49-F238E27FC236}">
                <a16:creationId xmlns:a16="http://schemas.microsoft.com/office/drawing/2014/main" id="{2D4118EC-D535-74A0-B218-AD777789DABF}"/>
              </a:ext>
            </a:extLst>
          </p:cNvPr>
          <p:cNvGrpSpPr/>
          <p:nvPr/>
        </p:nvGrpSpPr>
        <p:grpSpPr>
          <a:xfrm>
            <a:off x="4563863" y="6509385"/>
            <a:ext cx="6995677" cy="320040"/>
            <a:chOff x="995364" y="6490335"/>
            <a:chExt cx="6995677" cy="320040"/>
          </a:xfrm>
        </p:grpSpPr>
        <p:grpSp>
          <p:nvGrpSpPr>
            <p:cNvPr id="46" name="Group 45">
              <a:extLst>
                <a:ext uri="{FF2B5EF4-FFF2-40B4-BE49-F238E27FC236}">
                  <a16:creationId xmlns:a16="http://schemas.microsoft.com/office/drawing/2014/main" id="{3ECDCB5A-ECE5-EAE7-CCEF-96ABA32FFF79}"/>
                </a:ext>
              </a:extLst>
            </p:cNvPr>
            <p:cNvGrpSpPr/>
            <p:nvPr/>
          </p:nvGrpSpPr>
          <p:grpSpPr>
            <a:xfrm>
              <a:off x="995364" y="6490335"/>
              <a:ext cx="1371600" cy="320040"/>
              <a:chOff x="995364" y="6490335"/>
              <a:chExt cx="1371600" cy="320040"/>
            </a:xfrm>
          </p:grpSpPr>
          <p:sp>
            <p:nvSpPr>
              <p:cNvPr id="80" name="Rectangle 79">
                <a:extLst>
                  <a:ext uri="{FF2B5EF4-FFF2-40B4-BE49-F238E27FC236}">
                    <a16:creationId xmlns:a16="http://schemas.microsoft.com/office/drawing/2014/main" id="{0C56BC21-6C2B-76AD-BC54-8697D9415C2F}"/>
                  </a:ext>
                </a:extLst>
              </p:cNvPr>
              <p:cNvSpPr>
                <a:spLocks/>
              </p:cNvSpPr>
              <p:nvPr/>
            </p:nvSpPr>
            <p:spPr>
              <a:xfrm>
                <a:off x="995364" y="6490335"/>
                <a:ext cx="1371600" cy="32004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KPMG Bold"/>
                    <a:ea typeface="+mn-ea"/>
                    <a:cs typeface="+mn-cs"/>
                  </a:rPr>
                  <a:t>Align</a:t>
                </a:r>
              </a:p>
            </p:txBody>
          </p:sp>
          <p:sp>
            <p:nvSpPr>
              <p:cNvPr id="81" name="Isosceles Triangle 80">
                <a:extLst>
                  <a:ext uri="{FF2B5EF4-FFF2-40B4-BE49-F238E27FC236}">
                    <a16:creationId xmlns:a16="http://schemas.microsoft.com/office/drawing/2014/main" id="{43774E4D-1A72-5E35-7BE3-4F1DF7E3DC25}"/>
                  </a:ext>
                </a:extLst>
              </p:cNvPr>
              <p:cNvSpPr/>
              <p:nvPr/>
            </p:nvSpPr>
            <p:spPr>
              <a:xfrm rot="5400000">
                <a:off x="2171463" y="6604122"/>
                <a:ext cx="138287" cy="924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82" name="Group 81">
                <a:extLst>
                  <a:ext uri="{FF2B5EF4-FFF2-40B4-BE49-F238E27FC236}">
                    <a16:creationId xmlns:a16="http://schemas.microsoft.com/office/drawing/2014/main" id="{2E0A619A-A185-57CD-81FA-F3CCDC375F36}"/>
                  </a:ext>
                </a:extLst>
              </p:cNvPr>
              <p:cNvGrpSpPr/>
              <p:nvPr/>
            </p:nvGrpSpPr>
            <p:grpSpPr>
              <a:xfrm>
                <a:off x="1763337" y="6554700"/>
                <a:ext cx="303131" cy="191311"/>
                <a:chOff x="1763337" y="6577560"/>
                <a:chExt cx="303131" cy="191311"/>
              </a:xfrm>
            </p:grpSpPr>
            <p:cxnSp>
              <p:nvCxnSpPr>
                <p:cNvPr id="83" name="Straight Connector 82">
                  <a:extLst>
                    <a:ext uri="{FF2B5EF4-FFF2-40B4-BE49-F238E27FC236}">
                      <a16:creationId xmlns:a16="http://schemas.microsoft.com/office/drawing/2014/main" id="{59E8CF02-B991-BF00-493E-6F7B33C1D8B8}"/>
                    </a:ext>
                  </a:extLst>
                </p:cNvPr>
                <p:cNvCxnSpPr>
                  <a:cxnSpLocks/>
                </p:cNvCxnSpPr>
                <p:nvPr/>
              </p:nvCxnSpPr>
              <p:spPr>
                <a:xfrm rot="5400000">
                  <a:off x="1667681" y="6673216"/>
                  <a:ext cx="191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4" name="Rectangle 83">
                  <a:extLst>
                    <a:ext uri="{FF2B5EF4-FFF2-40B4-BE49-F238E27FC236}">
                      <a16:creationId xmlns:a16="http://schemas.microsoft.com/office/drawing/2014/main" id="{3B5DC37B-A74A-8CB0-8F37-3E711CB7ED11}"/>
                    </a:ext>
                  </a:extLst>
                </p:cNvPr>
                <p:cNvSpPr/>
                <p:nvPr/>
              </p:nvSpPr>
              <p:spPr>
                <a:xfrm rot="5400000">
                  <a:off x="1925365" y="6513261"/>
                  <a:ext cx="46082" cy="236124"/>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Arial"/>
                    <a:ea typeface="+mn-ea"/>
                    <a:cs typeface="+mn-cs"/>
                  </a:endParaRPr>
                </a:p>
              </p:txBody>
            </p:sp>
            <p:sp>
              <p:nvSpPr>
                <p:cNvPr id="85" name="Rectangle 84">
                  <a:extLst>
                    <a:ext uri="{FF2B5EF4-FFF2-40B4-BE49-F238E27FC236}">
                      <a16:creationId xmlns:a16="http://schemas.microsoft.com/office/drawing/2014/main" id="{5C9FD05F-BF94-DEDB-4085-9E898D111426}"/>
                    </a:ext>
                  </a:extLst>
                </p:cNvPr>
                <p:cNvSpPr/>
                <p:nvPr/>
              </p:nvSpPr>
              <p:spPr>
                <a:xfrm rot="5400000">
                  <a:off x="1880692" y="6641718"/>
                  <a:ext cx="46082" cy="14678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Arial"/>
                    <a:ea typeface="+mn-ea"/>
                    <a:cs typeface="+mn-cs"/>
                  </a:endParaRPr>
                </a:p>
              </p:txBody>
            </p:sp>
          </p:grpSp>
        </p:grpSp>
        <p:grpSp>
          <p:nvGrpSpPr>
            <p:cNvPr id="47" name="Group 46">
              <a:extLst>
                <a:ext uri="{FF2B5EF4-FFF2-40B4-BE49-F238E27FC236}">
                  <a16:creationId xmlns:a16="http://schemas.microsoft.com/office/drawing/2014/main" id="{06B1E203-93B7-8751-2A18-4ABC444078BF}"/>
                </a:ext>
              </a:extLst>
            </p:cNvPr>
            <p:cNvGrpSpPr/>
            <p:nvPr/>
          </p:nvGrpSpPr>
          <p:grpSpPr>
            <a:xfrm>
              <a:off x="2401383" y="6490335"/>
              <a:ext cx="1371600" cy="320040"/>
              <a:chOff x="2644271" y="6490335"/>
              <a:chExt cx="1371600" cy="320040"/>
            </a:xfrm>
          </p:grpSpPr>
          <p:sp>
            <p:nvSpPr>
              <p:cNvPr id="68" name="Rectangle 67">
                <a:extLst>
                  <a:ext uri="{FF2B5EF4-FFF2-40B4-BE49-F238E27FC236}">
                    <a16:creationId xmlns:a16="http://schemas.microsoft.com/office/drawing/2014/main" id="{0484531F-B389-D3ED-5C56-E3BAC945E0FE}"/>
                  </a:ext>
                </a:extLst>
              </p:cNvPr>
              <p:cNvSpPr>
                <a:spLocks/>
              </p:cNvSpPr>
              <p:nvPr/>
            </p:nvSpPr>
            <p:spPr>
              <a:xfrm>
                <a:off x="2644271" y="6490335"/>
                <a:ext cx="1371600" cy="320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Define</a:t>
                </a:r>
              </a:p>
            </p:txBody>
          </p:sp>
          <p:sp>
            <p:nvSpPr>
              <p:cNvPr id="69" name="Isosceles Triangle 68">
                <a:extLst>
                  <a:ext uri="{FF2B5EF4-FFF2-40B4-BE49-F238E27FC236}">
                    <a16:creationId xmlns:a16="http://schemas.microsoft.com/office/drawing/2014/main" id="{7E5DEE71-6B75-0924-D3AA-0F6EA7D61DDB}"/>
                  </a:ext>
                </a:extLst>
              </p:cNvPr>
              <p:cNvSpPr>
                <a:spLocks noChangeAspect="1"/>
              </p:cNvSpPr>
              <p:nvPr/>
            </p:nvSpPr>
            <p:spPr>
              <a:xfrm rot="5400000">
                <a:off x="3779431"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70" name="Graphic 5">
                <a:extLst>
                  <a:ext uri="{FF2B5EF4-FFF2-40B4-BE49-F238E27FC236}">
                    <a16:creationId xmlns:a16="http://schemas.microsoft.com/office/drawing/2014/main" id="{575B66C5-9D3F-D7C1-02F9-C587B9A82143}"/>
                  </a:ext>
                </a:extLst>
              </p:cNvPr>
              <p:cNvGrpSpPr>
                <a:grpSpLocks noChangeAspect="1"/>
              </p:cNvGrpSpPr>
              <p:nvPr/>
            </p:nvGrpSpPr>
            <p:grpSpPr>
              <a:xfrm>
                <a:off x="3465385" y="6579956"/>
                <a:ext cx="171179" cy="140799"/>
                <a:chOff x="3800475" y="1485138"/>
                <a:chExt cx="4730981" cy="3894305"/>
              </a:xfrm>
              <a:solidFill>
                <a:schemeClr val="accent5"/>
              </a:solidFill>
            </p:grpSpPr>
            <p:sp>
              <p:nvSpPr>
                <p:cNvPr id="71" name="Freeform: Shape 70">
                  <a:extLst>
                    <a:ext uri="{FF2B5EF4-FFF2-40B4-BE49-F238E27FC236}">
                      <a16:creationId xmlns:a16="http://schemas.microsoft.com/office/drawing/2014/main" id="{14542490-1871-75E6-A8F8-667FAE2D9DBF}"/>
                    </a:ext>
                  </a:extLst>
                </p:cNvPr>
                <p:cNvSpPr/>
                <p:nvPr/>
              </p:nvSpPr>
              <p:spPr>
                <a:xfrm>
                  <a:off x="5176161" y="1485138"/>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Shape 71">
                  <a:extLst>
                    <a:ext uri="{FF2B5EF4-FFF2-40B4-BE49-F238E27FC236}">
                      <a16:creationId xmlns:a16="http://schemas.microsoft.com/office/drawing/2014/main" id="{BCB7E769-0F64-4F16-1A09-0264FB7058D6}"/>
                    </a:ext>
                  </a:extLst>
                </p:cNvPr>
                <p:cNvSpPr/>
                <p:nvPr/>
              </p:nvSpPr>
              <p:spPr>
                <a:xfrm>
                  <a:off x="5176161" y="2259996"/>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Shape 72">
                  <a:extLst>
                    <a:ext uri="{FF2B5EF4-FFF2-40B4-BE49-F238E27FC236}">
                      <a16:creationId xmlns:a16="http://schemas.microsoft.com/office/drawing/2014/main" id="{5F9CD054-E69B-CC61-B6D2-75BC9ABCE062}"/>
                    </a:ext>
                  </a:extLst>
                </p:cNvPr>
                <p:cNvSpPr/>
                <p:nvPr/>
              </p:nvSpPr>
              <p:spPr>
                <a:xfrm>
                  <a:off x="5176161" y="3034865"/>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7237EC96-57E7-C4EE-313A-63D5C893F1EA}"/>
                    </a:ext>
                  </a:extLst>
                </p:cNvPr>
                <p:cNvSpPr/>
                <p:nvPr/>
              </p:nvSpPr>
              <p:spPr>
                <a:xfrm>
                  <a:off x="5176161" y="3809723"/>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ED6DCEE8-62DA-AC50-608B-0F53C6A6C8B1}"/>
                    </a:ext>
                  </a:extLst>
                </p:cNvPr>
                <p:cNvSpPr/>
                <p:nvPr/>
              </p:nvSpPr>
              <p:spPr>
                <a:xfrm>
                  <a:off x="3800475" y="1485138"/>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594D2C04-C9DD-E2BF-5B32-FA5DDB270A9D}"/>
                    </a:ext>
                  </a:extLst>
                </p:cNvPr>
                <p:cNvSpPr/>
                <p:nvPr/>
              </p:nvSpPr>
              <p:spPr>
                <a:xfrm>
                  <a:off x="3800475" y="3023425"/>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5C8A56A4-5F64-8632-7DE9-14F659EA1A82}"/>
                    </a:ext>
                  </a:extLst>
                </p:cNvPr>
                <p:cNvSpPr/>
                <p:nvPr/>
              </p:nvSpPr>
              <p:spPr>
                <a:xfrm>
                  <a:off x="5176161" y="4595060"/>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801A9F77-141E-DDA9-FCE4-9D71A142D72A}"/>
                    </a:ext>
                  </a:extLst>
                </p:cNvPr>
                <p:cNvSpPr/>
                <p:nvPr/>
              </p:nvSpPr>
              <p:spPr>
                <a:xfrm>
                  <a:off x="5176161" y="5369918"/>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D5F5198B-B098-93B2-1746-67473EA908DF}"/>
                    </a:ext>
                  </a:extLst>
                </p:cNvPr>
                <p:cNvSpPr/>
                <p:nvPr/>
              </p:nvSpPr>
              <p:spPr>
                <a:xfrm>
                  <a:off x="3800475" y="4583620"/>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48" name="Group 47">
              <a:extLst>
                <a:ext uri="{FF2B5EF4-FFF2-40B4-BE49-F238E27FC236}">
                  <a16:creationId xmlns:a16="http://schemas.microsoft.com/office/drawing/2014/main" id="{061AB4D4-D695-62C9-10F5-B7BC07836275}"/>
                </a:ext>
              </a:extLst>
            </p:cNvPr>
            <p:cNvGrpSpPr/>
            <p:nvPr/>
          </p:nvGrpSpPr>
          <p:grpSpPr>
            <a:xfrm>
              <a:off x="3807402" y="6490335"/>
              <a:ext cx="1371600" cy="320040"/>
              <a:chOff x="4293178" y="6490335"/>
              <a:chExt cx="1371600" cy="320040"/>
            </a:xfrm>
          </p:grpSpPr>
          <p:sp>
            <p:nvSpPr>
              <p:cNvPr id="59" name="Rectangle 58">
                <a:extLst>
                  <a:ext uri="{FF2B5EF4-FFF2-40B4-BE49-F238E27FC236}">
                    <a16:creationId xmlns:a16="http://schemas.microsoft.com/office/drawing/2014/main" id="{77DD7C48-B1DA-0C64-AA94-A9875FFA1B38}"/>
                  </a:ext>
                </a:extLst>
              </p:cNvPr>
              <p:cNvSpPr>
                <a:spLocks/>
              </p:cNvSpPr>
              <p:nvPr/>
            </p:nvSpPr>
            <p:spPr>
              <a:xfrm>
                <a:off x="4293178" y="6490335"/>
                <a:ext cx="1371600" cy="3200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Change</a:t>
                </a:r>
              </a:p>
            </p:txBody>
          </p:sp>
          <p:sp>
            <p:nvSpPr>
              <p:cNvPr id="60" name="Isosceles Triangle 59">
                <a:extLst>
                  <a:ext uri="{FF2B5EF4-FFF2-40B4-BE49-F238E27FC236}">
                    <a16:creationId xmlns:a16="http://schemas.microsoft.com/office/drawing/2014/main" id="{E53543C0-4A40-DF9F-CDB1-5AAAE83E7080}"/>
                  </a:ext>
                </a:extLst>
              </p:cNvPr>
              <p:cNvSpPr>
                <a:spLocks noChangeAspect="1"/>
              </p:cNvSpPr>
              <p:nvPr/>
            </p:nvSpPr>
            <p:spPr>
              <a:xfrm rot="5400000">
                <a:off x="5419575"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61" name="Group 60">
                <a:extLst>
                  <a:ext uri="{FF2B5EF4-FFF2-40B4-BE49-F238E27FC236}">
                    <a16:creationId xmlns:a16="http://schemas.microsoft.com/office/drawing/2014/main" id="{47B02C45-FAC9-A4BC-B473-02D3E66353E8}"/>
                  </a:ext>
                </a:extLst>
              </p:cNvPr>
              <p:cNvGrpSpPr>
                <a:grpSpLocks noChangeAspect="1"/>
              </p:cNvGrpSpPr>
              <p:nvPr/>
            </p:nvGrpSpPr>
            <p:grpSpPr>
              <a:xfrm>
                <a:off x="5128218" y="6560571"/>
                <a:ext cx="176552" cy="179568"/>
                <a:chOff x="6042573" y="1717468"/>
                <a:chExt cx="590930" cy="601026"/>
              </a:xfrm>
              <a:solidFill>
                <a:schemeClr val="accent4"/>
              </a:solidFill>
            </p:grpSpPr>
            <p:grpSp>
              <p:nvGrpSpPr>
                <p:cNvPr id="62" name="Graphic 97">
                  <a:extLst>
                    <a:ext uri="{FF2B5EF4-FFF2-40B4-BE49-F238E27FC236}">
                      <a16:creationId xmlns:a16="http://schemas.microsoft.com/office/drawing/2014/main" id="{B0E4392E-0461-E199-C7D0-DD80E08C7C86}"/>
                    </a:ext>
                  </a:extLst>
                </p:cNvPr>
                <p:cNvGrpSpPr/>
                <p:nvPr/>
              </p:nvGrpSpPr>
              <p:grpSpPr>
                <a:xfrm>
                  <a:off x="6042573" y="1717468"/>
                  <a:ext cx="590930" cy="479964"/>
                  <a:chOff x="6042573" y="1717468"/>
                  <a:chExt cx="590930" cy="479964"/>
                </a:xfrm>
                <a:grpFill/>
              </p:grpSpPr>
              <p:sp>
                <p:nvSpPr>
                  <p:cNvPr id="66" name="Freeform: Shape 65">
                    <a:extLst>
                      <a:ext uri="{FF2B5EF4-FFF2-40B4-BE49-F238E27FC236}">
                        <a16:creationId xmlns:a16="http://schemas.microsoft.com/office/drawing/2014/main" id="{68742E2E-48B6-D68B-C8B1-26E88CE9B868}"/>
                      </a:ext>
                    </a:extLst>
                  </p:cNvPr>
                  <p:cNvSpPr/>
                  <p:nvPr/>
                </p:nvSpPr>
                <p:spPr>
                  <a:xfrm>
                    <a:off x="6042573" y="1834911"/>
                    <a:ext cx="590930" cy="362521"/>
                  </a:xfrm>
                  <a:custGeom>
                    <a:avLst/>
                    <a:gdLst>
                      <a:gd name="connsiteX0" fmla="*/ 0 w 590930"/>
                      <a:gd name="connsiteY0" fmla="*/ 362522 h 362521"/>
                      <a:gd name="connsiteX1" fmla="*/ 131445 w 590930"/>
                      <a:gd name="connsiteY1" fmla="*/ 362522 h 362521"/>
                      <a:gd name="connsiteX2" fmla="*/ 162020 w 590930"/>
                      <a:gd name="connsiteY2" fmla="*/ 345948 h 362521"/>
                      <a:gd name="connsiteX3" fmla="*/ 376714 w 590930"/>
                      <a:gd name="connsiteY3" fmla="*/ 16573 h 362521"/>
                      <a:gd name="connsiteX4" fmla="*/ 407289 w 590930"/>
                      <a:gd name="connsiteY4" fmla="*/ 0 h 362521"/>
                      <a:gd name="connsiteX5" fmla="*/ 590931 w 590930"/>
                      <a:gd name="connsiteY5" fmla="*/ 0 h 36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521">
                        <a:moveTo>
                          <a:pt x="0" y="362522"/>
                        </a:moveTo>
                        <a:lnTo>
                          <a:pt x="131445" y="362522"/>
                        </a:lnTo>
                        <a:cubicBezTo>
                          <a:pt x="143828" y="362522"/>
                          <a:pt x="155258" y="356330"/>
                          <a:pt x="162020" y="345948"/>
                        </a:cubicBezTo>
                        <a:lnTo>
                          <a:pt x="376714" y="16573"/>
                        </a:lnTo>
                        <a:cubicBezTo>
                          <a:pt x="383477" y="6286"/>
                          <a:pt x="394907" y="0"/>
                          <a:pt x="407289" y="0"/>
                        </a:cubicBezTo>
                        <a:lnTo>
                          <a:pt x="590931"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67" name="Freeform: Shape 66">
                    <a:extLst>
                      <a:ext uri="{FF2B5EF4-FFF2-40B4-BE49-F238E27FC236}">
                        <a16:creationId xmlns:a16="http://schemas.microsoft.com/office/drawing/2014/main" id="{9EE78CA4-3E4F-7182-5D88-894140469ED6}"/>
                      </a:ext>
                    </a:extLst>
                  </p:cNvPr>
                  <p:cNvSpPr/>
                  <p:nvPr/>
                </p:nvSpPr>
                <p:spPr>
                  <a:xfrm>
                    <a:off x="6519680" y="1717468"/>
                    <a:ext cx="113823" cy="242220"/>
                  </a:xfrm>
                  <a:custGeom>
                    <a:avLst/>
                    <a:gdLst>
                      <a:gd name="connsiteX0" fmla="*/ 3810 w 113823"/>
                      <a:gd name="connsiteY0" fmla="*/ 242221 h 242220"/>
                      <a:gd name="connsiteX1" fmla="*/ 113824 w 113823"/>
                      <a:gd name="connsiteY1" fmla="*/ 117539 h 242220"/>
                      <a:gd name="connsiteX2" fmla="*/ 0 w 113823"/>
                      <a:gd name="connsiteY2" fmla="*/ 0 h 242220"/>
                    </a:gdLst>
                    <a:ahLst/>
                    <a:cxnLst>
                      <a:cxn ang="0">
                        <a:pos x="connsiteX0" y="connsiteY0"/>
                      </a:cxn>
                      <a:cxn ang="0">
                        <a:pos x="connsiteX1" y="connsiteY1"/>
                      </a:cxn>
                      <a:cxn ang="0">
                        <a:pos x="connsiteX2" y="connsiteY2"/>
                      </a:cxn>
                    </a:cxnLst>
                    <a:rect l="l" t="t" r="r" b="b"/>
                    <a:pathLst>
                      <a:path w="113823" h="242220">
                        <a:moveTo>
                          <a:pt x="3810" y="242221"/>
                        </a:moveTo>
                        <a:lnTo>
                          <a:pt x="113824" y="117539"/>
                        </a:lnTo>
                        <a:lnTo>
                          <a:pt x="0"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63" name="Graphic 97">
                  <a:extLst>
                    <a:ext uri="{FF2B5EF4-FFF2-40B4-BE49-F238E27FC236}">
                      <a16:creationId xmlns:a16="http://schemas.microsoft.com/office/drawing/2014/main" id="{BB6604E3-C6D0-025A-5F99-D705162A7581}"/>
                    </a:ext>
                  </a:extLst>
                </p:cNvPr>
                <p:cNvGrpSpPr/>
                <p:nvPr/>
              </p:nvGrpSpPr>
              <p:grpSpPr>
                <a:xfrm>
                  <a:off x="6042573" y="1838530"/>
                  <a:ext cx="590930" cy="479964"/>
                  <a:chOff x="6042573" y="1838530"/>
                  <a:chExt cx="590930" cy="479964"/>
                </a:xfrm>
                <a:grpFill/>
              </p:grpSpPr>
              <p:sp>
                <p:nvSpPr>
                  <p:cNvPr id="64" name="Freeform: Shape 63">
                    <a:extLst>
                      <a:ext uri="{FF2B5EF4-FFF2-40B4-BE49-F238E27FC236}">
                        <a16:creationId xmlns:a16="http://schemas.microsoft.com/office/drawing/2014/main" id="{A071F6AB-ED9B-9BCE-05BA-634908D25C95}"/>
                      </a:ext>
                    </a:extLst>
                  </p:cNvPr>
                  <p:cNvSpPr/>
                  <p:nvPr/>
                </p:nvSpPr>
                <p:spPr>
                  <a:xfrm>
                    <a:off x="6042573" y="1838530"/>
                    <a:ext cx="590930" cy="362426"/>
                  </a:xfrm>
                  <a:custGeom>
                    <a:avLst/>
                    <a:gdLst>
                      <a:gd name="connsiteX0" fmla="*/ 0 w 590930"/>
                      <a:gd name="connsiteY0" fmla="*/ 0 h 362426"/>
                      <a:gd name="connsiteX1" fmla="*/ 131445 w 590930"/>
                      <a:gd name="connsiteY1" fmla="*/ 0 h 362426"/>
                      <a:gd name="connsiteX2" fmla="*/ 162020 w 590930"/>
                      <a:gd name="connsiteY2" fmla="*/ 16573 h 362426"/>
                      <a:gd name="connsiteX3" fmla="*/ 376714 w 590930"/>
                      <a:gd name="connsiteY3" fmla="*/ 345853 h 362426"/>
                      <a:gd name="connsiteX4" fmla="*/ 407289 w 590930"/>
                      <a:gd name="connsiteY4" fmla="*/ 362426 h 362426"/>
                      <a:gd name="connsiteX5" fmla="*/ 590931 w 590930"/>
                      <a:gd name="connsiteY5" fmla="*/ 362426 h 36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426">
                        <a:moveTo>
                          <a:pt x="0" y="0"/>
                        </a:moveTo>
                        <a:lnTo>
                          <a:pt x="131445" y="0"/>
                        </a:lnTo>
                        <a:cubicBezTo>
                          <a:pt x="143828" y="0"/>
                          <a:pt x="155258" y="6191"/>
                          <a:pt x="162020" y="16573"/>
                        </a:cubicBezTo>
                        <a:lnTo>
                          <a:pt x="376714" y="345853"/>
                        </a:lnTo>
                        <a:cubicBezTo>
                          <a:pt x="383477" y="356140"/>
                          <a:pt x="394907" y="362426"/>
                          <a:pt x="407289" y="362426"/>
                        </a:cubicBezTo>
                        <a:lnTo>
                          <a:pt x="590931" y="362426"/>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65" name="Freeform: Shape 64">
                    <a:extLst>
                      <a:ext uri="{FF2B5EF4-FFF2-40B4-BE49-F238E27FC236}">
                        <a16:creationId xmlns:a16="http://schemas.microsoft.com/office/drawing/2014/main" id="{CB404FF9-F0EE-4C58-2683-0821880DB383}"/>
                      </a:ext>
                    </a:extLst>
                  </p:cNvPr>
                  <p:cNvSpPr/>
                  <p:nvPr/>
                </p:nvSpPr>
                <p:spPr>
                  <a:xfrm>
                    <a:off x="6519680" y="2076274"/>
                    <a:ext cx="113823" cy="242220"/>
                  </a:xfrm>
                  <a:custGeom>
                    <a:avLst/>
                    <a:gdLst>
                      <a:gd name="connsiteX0" fmla="*/ 3810 w 113823"/>
                      <a:gd name="connsiteY0" fmla="*/ 0 h 242220"/>
                      <a:gd name="connsiteX1" fmla="*/ 113824 w 113823"/>
                      <a:gd name="connsiteY1" fmla="*/ 124682 h 242220"/>
                      <a:gd name="connsiteX2" fmla="*/ 0 w 113823"/>
                      <a:gd name="connsiteY2" fmla="*/ 242221 h 242220"/>
                    </a:gdLst>
                    <a:ahLst/>
                    <a:cxnLst>
                      <a:cxn ang="0">
                        <a:pos x="connsiteX0" y="connsiteY0"/>
                      </a:cxn>
                      <a:cxn ang="0">
                        <a:pos x="connsiteX1" y="connsiteY1"/>
                      </a:cxn>
                      <a:cxn ang="0">
                        <a:pos x="connsiteX2" y="connsiteY2"/>
                      </a:cxn>
                    </a:cxnLst>
                    <a:rect l="l" t="t" r="r" b="b"/>
                    <a:pathLst>
                      <a:path w="113823" h="242220">
                        <a:moveTo>
                          <a:pt x="3810" y="0"/>
                        </a:moveTo>
                        <a:lnTo>
                          <a:pt x="113824" y="124682"/>
                        </a:lnTo>
                        <a:lnTo>
                          <a:pt x="0" y="242221"/>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grpSp>
        <p:grpSp>
          <p:nvGrpSpPr>
            <p:cNvPr id="49" name="Group 48">
              <a:extLst>
                <a:ext uri="{FF2B5EF4-FFF2-40B4-BE49-F238E27FC236}">
                  <a16:creationId xmlns:a16="http://schemas.microsoft.com/office/drawing/2014/main" id="{569A49B7-56A7-F545-C416-64BF0C504A71}"/>
                </a:ext>
              </a:extLst>
            </p:cNvPr>
            <p:cNvGrpSpPr/>
            <p:nvPr/>
          </p:nvGrpSpPr>
          <p:grpSpPr>
            <a:xfrm>
              <a:off x="5213421" y="6490335"/>
              <a:ext cx="1371600" cy="320040"/>
              <a:chOff x="5942085" y="6490335"/>
              <a:chExt cx="1371600" cy="320040"/>
            </a:xfrm>
          </p:grpSpPr>
          <p:sp>
            <p:nvSpPr>
              <p:cNvPr id="55" name="Rectangle 54">
                <a:extLst>
                  <a:ext uri="{FF2B5EF4-FFF2-40B4-BE49-F238E27FC236}">
                    <a16:creationId xmlns:a16="http://schemas.microsoft.com/office/drawing/2014/main" id="{9D0448DD-824B-B31A-9FA4-F1C11738CE30}"/>
                  </a:ext>
                </a:extLst>
              </p:cNvPr>
              <p:cNvSpPr>
                <a:spLocks/>
              </p:cNvSpPr>
              <p:nvPr/>
            </p:nvSpPr>
            <p:spPr>
              <a:xfrm>
                <a:off x="5942085" y="6490335"/>
                <a:ext cx="1371600" cy="3200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Deliver</a:t>
                </a:r>
              </a:p>
            </p:txBody>
          </p:sp>
          <p:sp>
            <p:nvSpPr>
              <p:cNvPr id="56" name="Isosceles Triangle 55">
                <a:extLst>
                  <a:ext uri="{FF2B5EF4-FFF2-40B4-BE49-F238E27FC236}">
                    <a16:creationId xmlns:a16="http://schemas.microsoft.com/office/drawing/2014/main" id="{32A84FA0-F137-2241-5854-B59BF5DD8E2C}"/>
                  </a:ext>
                </a:extLst>
              </p:cNvPr>
              <p:cNvSpPr>
                <a:spLocks noChangeAspect="1"/>
              </p:cNvSpPr>
              <p:nvPr/>
            </p:nvSpPr>
            <p:spPr>
              <a:xfrm rot="5400000">
                <a:off x="7041430"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57" name="Freeform: Shape 56">
                <a:extLst>
                  <a:ext uri="{FF2B5EF4-FFF2-40B4-BE49-F238E27FC236}">
                    <a16:creationId xmlns:a16="http://schemas.microsoft.com/office/drawing/2014/main" id="{A8CB9D4A-EBBD-EC4B-CAC2-00E0F3E6405B}"/>
                  </a:ext>
                </a:extLst>
              </p:cNvPr>
              <p:cNvSpPr>
                <a:spLocks noChangeAspect="1"/>
              </p:cNvSpPr>
              <p:nvPr/>
            </p:nvSpPr>
            <p:spPr>
              <a:xfrm>
                <a:off x="6751037" y="6591168"/>
                <a:ext cx="169030" cy="118375"/>
              </a:xfrm>
              <a:custGeom>
                <a:avLst/>
                <a:gdLst>
                  <a:gd name="connsiteX0" fmla="*/ 558546 w 558545"/>
                  <a:gd name="connsiteY0" fmla="*/ 391160 h 391160"/>
                  <a:gd name="connsiteX1" fmla="*/ 0 w 558545"/>
                  <a:gd name="connsiteY1" fmla="*/ 391160 h 391160"/>
                  <a:gd name="connsiteX2" fmla="*/ 0 w 558545"/>
                  <a:gd name="connsiteY2" fmla="*/ 391160 h 391160"/>
                  <a:gd name="connsiteX3" fmla="*/ 0 w 558545"/>
                  <a:gd name="connsiteY3" fmla="*/ 0 h 391160"/>
                  <a:gd name="connsiteX4" fmla="*/ 558546 w 558545"/>
                  <a:gd name="connsiteY4" fmla="*/ 0 h 391160"/>
                  <a:gd name="connsiteX5" fmla="*/ 558546 w 558545"/>
                  <a:gd name="connsiteY5" fmla="*/ 0 h 391160"/>
                  <a:gd name="connsiteX6" fmla="*/ 558546 w 558545"/>
                  <a:gd name="connsiteY6" fmla="*/ 391160 h 391160"/>
                  <a:gd name="connsiteX7" fmla="*/ 558546 w 558545"/>
                  <a:gd name="connsiteY7" fmla="*/ 391160 h 39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545" h="391160">
                    <a:moveTo>
                      <a:pt x="558546" y="391160"/>
                    </a:moveTo>
                    <a:lnTo>
                      <a:pt x="0" y="391160"/>
                    </a:lnTo>
                    <a:lnTo>
                      <a:pt x="0" y="391160"/>
                    </a:lnTo>
                    <a:lnTo>
                      <a:pt x="0" y="0"/>
                    </a:lnTo>
                    <a:lnTo>
                      <a:pt x="558546" y="0"/>
                    </a:lnTo>
                    <a:lnTo>
                      <a:pt x="558546" y="0"/>
                    </a:lnTo>
                    <a:lnTo>
                      <a:pt x="558546" y="391160"/>
                    </a:lnTo>
                    <a:lnTo>
                      <a:pt x="558546" y="391160"/>
                    </a:lnTo>
                    <a:close/>
                  </a:path>
                </a:pathLst>
              </a:custGeom>
              <a:solidFill>
                <a:schemeClr val="accent6"/>
              </a:solid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Shape 57">
                <a:extLst>
                  <a:ext uri="{FF2B5EF4-FFF2-40B4-BE49-F238E27FC236}">
                    <a16:creationId xmlns:a16="http://schemas.microsoft.com/office/drawing/2014/main" id="{3C4D829C-DD14-6A28-789F-D023B036B103}"/>
                  </a:ext>
                </a:extLst>
              </p:cNvPr>
              <p:cNvSpPr>
                <a:spLocks noChangeAspect="1"/>
              </p:cNvSpPr>
              <p:nvPr/>
            </p:nvSpPr>
            <p:spPr>
              <a:xfrm>
                <a:off x="6753733" y="6613383"/>
                <a:ext cx="165418" cy="73944"/>
              </a:xfrm>
              <a:custGeom>
                <a:avLst/>
                <a:gdLst>
                  <a:gd name="connsiteX0" fmla="*/ 0 w 546607"/>
                  <a:gd name="connsiteY0" fmla="*/ 0 h 244347"/>
                  <a:gd name="connsiteX1" fmla="*/ 273304 w 546607"/>
                  <a:gd name="connsiteY1" fmla="*/ 244348 h 244347"/>
                  <a:gd name="connsiteX2" fmla="*/ 546608 w 546607"/>
                  <a:gd name="connsiteY2" fmla="*/ 0 h 244347"/>
                </a:gdLst>
                <a:ahLst/>
                <a:cxnLst>
                  <a:cxn ang="0">
                    <a:pos x="connsiteX0" y="connsiteY0"/>
                  </a:cxn>
                  <a:cxn ang="0">
                    <a:pos x="connsiteX1" y="connsiteY1"/>
                  </a:cxn>
                  <a:cxn ang="0">
                    <a:pos x="connsiteX2" y="connsiteY2"/>
                  </a:cxn>
                </a:cxnLst>
                <a:rect l="l" t="t" r="r" b="b"/>
                <a:pathLst>
                  <a:path w="546607" h="244347">
                    <a:moveTo>
                      <a:pt x="0" y="0"/>
                    </a:moveTo>
                    <a:lnTo>
                      <a:pt x="273304" y="244348"/>
                    </a:lnTo>
                    <a:lnTo>
                      <a:pt x="546608" y="0"/>
                    </a:lnTo>
                  </a:path>
                </a:pathLst>
              </a:custGeom>
              <a:solidFill>
                <a:schemeClr val="accent6"/>
              </a:solid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50" name="Group 49">
              <a:extLst>
                <a:ext uri="{FF2B5EF4-FFF2-40B4-BE49-F238E27FC236}">
                  <a16:creationId xmlns:a16="http://schemas.microsoft.com/office/drawing/2014/main" id="{82E81222-C955-56A4-9369-F89A986A29B4}"/>
                </a:ext>
              </a:extLst>
            </p:cNvPr>
            <p:cNvGrpSpPr/>
            <p:nvPr/>
          </p:nvGrpSpPr>
          <p:grpSpPr>
            <a:xfrm>
              <a:off x="6619441" y="6490335"/>
              <a:ext cx="1371600" cy="320040"/>
              <a:chOff x="7590991" y="6490335"/>
              <a:chExt cx="1371600" cy="320040"/>
            </a:xfrm>
          </p:grpSpPr>
          <p:sp>
            <p:nvSpPr>
              <p:cNvPr id="51" name="Rectangle 50">
                <a:extLst>
                  <a:ext uri="{FF2B5EF4-FFF2-40B4-BE49-F238E27FC236}">
                    <a16:creationId xmlns:a16="http://schemas.microsoft.com/office/drawing/2014/main" id="{0E047243-46DF-C8CA-A202-DCEA6C591550}"/>
                  </a:ext>
                </a:extLst>
              </p:cNvPr>
              <p:cNvSpPr>
                <a:spLocks/>
              </p:cNvSpPr>
              <p:nvPr/>
            </p:nvSpPr>
            <p:spPr>
              <a:xfrm>
                <a:off x="7590991" y="6490335"/>
                <a:ext cx="1371600" cy="3200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Sustain</a:t>
                </a:r>
              </a:p>
            </p:txBody>
          </p:sp>
          <p:grpSp>
            <p:nvGrpSpPr>
              <p:cNvPr id="52" name="Graphic 3">
                <a:extLst>
                  <a:ext uri="{FF2B5EF4-FFF2-40B4-BE49-F238E27FC236}">
                    <a16:creationId xmlns:a16="http://schemas.microsoft.com/office/drawing/2014/main" id="{534C52EA-5517-73B8-1C4B-2C59F999737E}"/>
                  </a:ext>
                </a:extLst>
              </p:cNvPr>
              <p:cNvGrpSpPr>
                <a:grpSpLocks noChangeAspect="1"/>
              </p:cNvGrpSpPr>
              <p:nvPr/>
            </p:nvGrpSpPr>
            <p:grpSpPr>
              <a:xfrm>
                <a:off x="8432241" y="6553566"/>
                <a:ext cx="193664" cy="193578"/>
                <a:chOff x="7411466" y="1863089"/>
                <a:chExt cx="590998" cy="590733"/>
              </a:xfrm>
              <a:solidFill>
                <a:schemeClr val="accent3"/>
              </a:solidFill>
            </p:grpSpPr>
            <p:sp>
              <p:nvSpPr>
                <p:cNvPr id="53" name="Freeform: Shape 52">
                  <a:extLst>
                    <a:ext uri="{FF2B5EF4-FFF2-40B4-BE49-F238E27FC236}">
                      <a16:creationId xmlns:a16="http://schemas.microsoft.com/office/drawing/2014/main" id="{4E16180B-97D9-B450-C1E5-3F6F11789B9E}"/>
                    </a:ext>
                  </a:extLst>
                </p:cNvPr>
                <p:cNvSpPr/>
                <p:nvPr/>
              </p:nvSpPr>
              <p:spPr>
                <a:xfrm>
                  <a:off x="7411466" y="1863089"/>
                  <a:ext cx="589788" cy="589788"/>
                </a:xfrm>
                <a:custGeom>
                  <a:avLst/>
                  <a:gdLst>
                    <a:gd name="connsiteX0" fmla="*/ 508127 w 589788"/>
                    <a:gd name="connsiteY0" fmla="*/ 375158 h 589788"/>
                    <a:gd name="connsiteX1" fmla="*/ 513461 w 589788"/>
                    <a:gd name="connsiteY1" fmla="*/ 362458 h 589788"/>
                    <a:gd name="connsiteX2" fmla="*/ 525145 w 589788"/>
                    <a:gd name="connsiteY2" fmla="*/ 352044 h 589788"/>
                    <a:gd name="connsiteX3" fmla="*/ 581279 w 589788"/>
                    <a:gd name="connsiteY3" fmla="*/ 336423 h 589788"/>
                    <a:gd name="connsiteX4" fmla="*/ 589788 w 589788"/>
                    <a:gd name="connsiteY4" fmla="*/ 325755 h 589788"/>
                    <a:gd name="connsiteX5" fmla="*/ 589788 w 589788"/>
                    <a:gd name="connsiteY5" fmla="*/ 264287 h 589788"/>
                    <a:gd name="connsiteX6" fmla="*/ 581279 w 589788"/>
                    <a:gd name="connsiteY6" fmla="*/ 253619 h 589788"/>
                    <a:gd name="connsiteX7" fmla="*/ 525272 w 589788"/>
                    <a:gd name="connsiteY7" fmla="*/ 237998 h 589788"/>
                    <a:gd name="connsiteX8" fmla="*/ 513588 w 589788"/>
                    <a:gd name="connsiteY8" fmla="*/ 227584 h 589788"/>
                    <a:gd name="connsiteX9" fmla="*/ 497205 w 589788"/>
                    <a:gd name="connsiteY9" fmla="*/ 187960 h 589788"/>
                    <a:gd name="connsiteX10" fmla="*/ 498094 w 589788"/>
                    <a:gd name="connsiteY10" fmla="*/ 172339 h 589788"/>
                    <a:gd name="connsiteX11" fmla="*/ 526796 w 589788"/>
                    <a:gd name="connsiteY11" fmla="*/ 121666 h 589788"/>
                    <a:gd name="connsiteX12" fmla="*/ 525272 w 589788"/>
                    <a:gd name="connsiteY12" fmla="*/ 108204 h 589788"/>
                    <a:gd name="connsiteX13" fmla="*/ 481711 w 589788"/>
                    <a:gd name="connsiteY13" fmla="*/ 64643 h 589788"/>
                    <a:gd name="connsiteX14" fmla="*/ 468249 w 589788"/>
                    <a:gd name="connsiteY14" fmla="*/ 63119 h 589788"/>
                    <a:gd name="connsiteX15" fmla="*/ 417576 w 589788"/>
                    <a:gd name="connsiteY15" fmla="*/ 91821 h 589788"/>
                    <a:gd name="connsiteX16" fmla="*/ 401955 w 589788"/>
                    <a:gd name="connsiteY16" fmla="*/ 92710 h 589788"/>
                    <a:gd name="connsiteX17" fmla="*/ 362458 w 589788"/>
                    <a:gd name="connsiteY17" fmla="*/ 76327 h 589788"/>
                    <a:gd name="connsiteX18" fmla="*/ 352044 w 589788"/>
                    <a:gd name="connsiteY18" fmla="*/ 64643 h 589788"/>
                    <a:gd name="connsiteX19" fmla="*/ 336423 w 589788"/>
                    <a:gd name="connsiteY19" fmla="*/ 8509 h 589788"/>
                    <a:gd name="connsiteX20" fmla="*/ 325755 w 589788"/>
                    <a:gd name="connsiteY20" fmla="*/ 0 h 589788"/>
                    <a:gd name="connsiteX21" fmla="*/ 264287 w 589788"/>
                    <a:gd name="connsiteY21" fmla="*/ 0 h 589788"/>
                    <a:gd name="connsiteX22" fmla="*/ 253746 w 589788"/>
                    <a:gd name="connsiteY22" fmla="*/ 8509 h 589788"/>
                    <a:gd name="connsiteX23" fmla="*/ 238125 w 589788"/>
                    <a:gd name="connsiteY23" fmla="*/ 64516 h 589788"/>
                    <a:gd name="connsiteX24" fmla="*/ 227711 w 589788"/>
                    <a:gd name="connsiteY24" fmla="*/ 76200 h 589788"/>
                    <a:gd name="connsiteX25" fmla="*/ 188087 w 589788"/>
                    <a:gd name="connsiteY25" fmla="*/ 92583 h 589788"/>
                    <a:gd name="connsiteX26" fmla="*/ 172465 w 589788"/>
                    <a:gd name="connsiteY26" fmla="*/ 91694 h 589788"/>
                    <a:gd name="connsiteX27" fmla="*/ 121793 w 589788"/>
                    <a:gd name="connsiteY27" fmla="*/ 62992 h 589788"/>
                    <a:gd name="connsiteX28" fmla="*/ 108331 w 589788"/>
                    <a:gd name="connsiteY28" fmla="*/ 64516 h 589788"/>
                    <a:gd name="connsiteX29" fmla="*/ 64770 w 589788"/>
                    <a:gd name="connsiteY29" fmla="*/ 108077 h 589788"/>
                    <a:gd name="connsiteX30" fmla="*/ 63246 w 589788"/>
                    <a:gd name="connsiteY30" fmla="*/ 121539 h 589788"/>
                    <a:gd name="connsiteX31" fmla="*/ 91948 w 589788"/>
                    <a:gd name="connsiteY31" fmla="*/ 172212 h 589788"/>
                    <a:gd name="connsiteX32" fmla="*/ 92837 w 589788"/>
                    <a:gd name="connsiteY32" fmla="*/ 187833 h 589788"/>
                    <a:gd name="connsiteX33" fmla="*/ 76327 w 589788"/>
                    <a:gd name="connsiteY33" fmla="*/ 227457 h 589788"/>
                    <a:gd name="connsiteX34" fmla="*/ 64643 w 589788"/>
                    <a:gd name="connsiteY34" fmla="*/ 237871 h 589788"/>
                    <a:gd name="connsiteX35" fmla="*/ 8509 w 589788"/>
                    <a:gd name="connsiteY35" fmla="*/ 253492 h 589788"/>
                    <a:gd name="connsiteX36" fmla="*/ 0 w 589788"/>
                    <a:gd name="connsiteY36" fmla="*/ 264033 h 589788"/>
                    <a:gd name="connsiteX37" fmla="*/ 0 w 589788"/>
                    <a:gd name="connsiteY37" fmla="*/ 325501 h 589788"/>
                    <a:gd name="connsiteX38" fmla="*/ 8509 w 589788"/>
                    <a:gd name="connsiteY38" fmla="*/ 336169 h 589788"/>
                    <a:gd name="connsiteX39" fmla="*/ 64515 w 589788"/>
                    <a:gd name="connsiteY39" fmla="*/ 351790 h 589788"/>
                    <a:gd name="connsiteX40" fmla="*/ 76200 w 589788"/>
                    <a:gd name="connsiteY40" fmla="*/ 362204 h 589788"/>
                    <a:gd name="connsiteX41" fmla="*/ 92583 w 589788"/>
                    <a:gd name="connsiteY41" fmla="*/ 401828 h 589788"/>
                    <a:gd name="connsiteX42" fmla="*/ 91694 w 589788"/>
                    <a:gd name="connsiteY42" fmla="*/ 417449 h 589788"/>
                    <a:gd name="connsiteX43" fmla="*/ 62992 w 589788"/>
                    <a:gd name="connsiteY43" fmla="*/ 468122 h 589788"/>
                    <a:gd name="connsiteX44" fmla="*/ 64515 w 589788"/>
                    <a:gd name="connsiteY44" fmla="*/ 481584 h 589788"/>
                    <a:gd name="connsiteX45" fmla="*/ 108077 w 589788"/>
                    <a:gd name="connsiteY45" fmla="*/ 525145 h 589788"/>
                    <a:gd name="connsiteX46" fmla="*/ 121539 w 589788"/>
                    <a:gd name="connsiteY46" fmla="*/ 526669 h 589788"/>
                    <a:gd name="connsiteX47" fmla="*/ 172212 w 589788"/>
                    <a:gd name="connsiteY47" fmla="*/ 497967 h 589788"/>
                    <a:gd name="connsiteX48" fmla="*/ 187833 w 589788"/>
                    <a:gd name="connsiteY48" fmla="*/ 497078 h 589788"/>
                    <a:gd name="connsiteX49" fmla="*/ 227330 w 589788"/>
                    <a:gd name="connsiteY49" fmla="*/ 513461 h 589788"/>
                    <a:gd name="connsiteX50" fmla="*/ 237744 w 589788"/>
                    <a:gd name="connsiteY50" fmla="*/ 525145 h 589788"/>
                    <a:gd name="connsiteX51" fmla="*/ 253365 w 589788"/>
                    <a:gd name="connsiteY51" fmla="*/ 581279 h 589788"/>
                    <a:gd name="connsiteX52" fmla="*/ 263906 w 589788"/>
                    <a:gd name="connsiteY52" fmla="*/ 589788 h 589788"/>
                    <a:gd name="connsiteX53" fmla="*/ 325374 w 589788"/>
                    <a:gd name="connsiteY53" fmla="*/ 589788 h 589788"/>
                    <a:gd name="connsiteX54" fmla="*/ 335915 w 589788"/>
                    <a:gd name="connsiteY54" fmla="*/ 581279 h 589788"/>
                    <a:gd name="connsiteX55" fmla="*/ 351536 w 589788"/>
                    <a:gd name="connsiteY55" fmla="*/ 525272 h 589788"/>
                    <a:gd name="connsiteX56" fmla="*/ 361950 w 589788"/>
                    <a:gd name="connsiteY56" fmla="*/ 513588 h 589788"/>
                    <a:gd name="connsiteX57" fmla="*/ 374650 w 589788"/>
                    <a:gd name="connsiteY57" fmla="*/ 508381 h 589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589788" h="589788">
                      <a:moveTo>
                        <a:pt x="508127" y="375158"/>
                      </a:moveTo>
                      <a:lnTo>
                        <a:pt x="513461" y="362458"/>
                      </a:lnTo>
                      <a:cubicBezTo>
                        <a:pt x="515112" y="357759"/>
                        <a:pt x="520319" y="353060"/>
                        <a:pt x="525145" y="352044"/>
                      </a:cubicBezTo>
                      <a:lnTo>
                        <a:pt x="581279" y="336423"/>
                      </a:lnTo>
                      <a:cubicBezTo>
                        <a:pt x="585977" y="335407"/>
                        <a:pt x="589788" y="330581"/>
                        <a:pt x="589788" y="325755"/>
                      </a:cubicBezTo>
                      <a:lnTo>
                        <a:pt x="589788" y="264287"/>
                      </a:lnTo>
                      <a:cubicBezTo>
                        <a:pt x="589788" y="259461"/>
                        <a:pt x="585977" y="254762"/>
                        <a:pt x="581279" y="253619"/>
                      </a:cubicBezTo>
                      <a:lnTo>
                        <a:pt x="525272" y="237998"/>
                      </a:lnTo>
                      <a:cubicBezTo>
                        <a:pt x="520446" y="236982"/>
                        <a:pt x="515239" y="232283"/>
                        <a:pt x="513588" y="227584"/>
                      </a:cubicBezTo>
                      <a:lnTo>
                        <a:pt x="497205" y="187960"/>
                      </a:lnTo>
                      <a:cubicBezTo>
                        <a:pt x="495046" y="183515"/>
                        <a:pt x="495427" y="176530"/>
                        <a:pt x="498094" y="172339"/>
                      </a:cubicBezTo>
                      <a:lnTo>
                        <a:pt x="526796" y="121666"/>
                      </a:lnTo>
                      <a:cubicBezTo>
                        <a:pt x="529336" y="117602"/>
                        <a:pt x="528701" y="111506"/>
                        <a:pt x="525272" y="108204"/>
                      </a:cubicBezTo>
                      <a:lnTo>
                        <a:pt x="481711" y="64643"/>
                      </a:lnTo>
                      <a:cubicBezTo>
                        <a:pt x="478282" y="61214"/>
                        <a:pt x="472186" y="60579"/>
                        <a:pt x="468249" y="63119"/>
                      </a:cubicBezTo>
                      <a:lnTo>
                        <a:pt x="417576" y="91821"/>
                      </a:lnTo>
                      <a:cubicBezTo>
                        <a:pt x="413385" y="94488"/>
                        <a:pt x="406400" y="94869"/>
                        <a:pt x="401955" y="92710"/>
                      </a:cubicBezTo>
                      <a:lnTo>
                        <a:pt x="362458" y="76327"/>
                      </a:lnTo>
                      <a:cubicBezTo>
                        <a:pt x="357759" y="74676"/>
                        <a:pt x="353060" y="69469"/>
                        <a:pt x="352044" y="64643"/>
                      </a:cubicBezTo>
                      <a:lnTo>
                        <a:pt x="336423" y="8509"/>
                      </a:lnTo>
                      <a:cubicBezTo>
                        <a:pt x="335407" y="3810"/>
                        <a:pt x="330581" y="0"/>
                        <a:pt x="325755" y="0"/>
                      </a:cubicBezTo>
                      <a:lnTo>
                        <a:pt x="264287" y="0"/>
                      </a:lnTo>
                      <a:cubicBezTo>
                        <a:pt x="259461" y="0"/>
                        <a:pt x="254762" y="3810"/>
                        <a:pt x="253746" y="8509"/>
                      </a:cubicBezTo>
                      <a:lnTo>
                        <a:pt x="238125" y="64516"/>
                      </a:lnTo>
                      <a:cubicBezTo>
                        <a:pt x="236982" y="69342"/>
                        <a:pt x="232283" y="74549"/>
                        <a:pt x="227711" y="76200"/>
                      </a:cubicBezTo>
                      <a:lnTo>
                        <a:pt x="188087" y="92583"/>
                      </a:lnTo>
                      <a:cubicBezTo>
                        <a:pt x="183642" y="94742"/>
                        <a:pt x="176657" y="94361"/>
                        <a:pt x="172465" y="91694"/>
                      </a:cubicBezTo>
                      <a:lnTo>
                        <a:pt x="121793" y="62992"/>
                      </a:lnTo>
                      <a:cubicBezTo>
                        <a:pt x="117728" y="60452"/>
                        <a:pt x="111633" y="61087"/>
                        <a:pt x="108331" y="64516"/>
                      </a:cubicBezTo>
                      <a:lnTo>
                        <a:pt x="64770" y="108077"/>
                      </a:lnTo>
                      <a:cubicBezTo>
                        <a:pt x="61340" y="111506"/>
                        <a:pt x="60706" y="117475"/>
                        <a:pt x="63246" y="121539"/>
                      </a:cubicBezTo>
                      <a:lnTo>
                        <a:pt x="91948" y="172212"/>
                      </a:lnTo>
                      <a:cubicBezTo>
                        <a:pt x="94615" y="176403"/>
                        <a:pt x="94996" y="183388"/>
                        <a:pt x="92837" y="187833"/>
                      </a:cubicBezTo>
                      <a:lnTo>
                        <a:pt x="76327" y="227457"/>
                      </a:lnTo>
                      <a:cubicBezTo>
                        <a:pt x="74676" y="232156"/>
                        <a:pt x="69469" y="236855"/>
                        <a:pt x="64643" y="237871"/>
                      </a:cubicBezTo>
                      <a:lnTo>
                        <a:pt x="8509" y="253492"/>
                      </a:lnTo>
                      <a:cubicBezTo>
                        <a:pt x="3810" y="254508"/>
                        <a:pt x="0" y="259334"/>
                        <a:pt x="0" y="264033"/>
                      </a:cubicBezTo>
                      <a:lnTo>
                        <a:pt x="0" y="325501"/>
                      </a:lnTo>
                      <a:cubicBezTo>
                        <a:pt x="0" y="330327"/>
                        <a:pt x="3810" y="335026"/>
                        <a:pt x="8509" y="336169"/>
                      </a:cubicBezTo>
                      <a:lnTo>
                        <a:pt x="64515" y="351790"/>
                      </a:lnTo>
                      <a:cubicBezTo>
                        <a:pt x="69342" y="352806"/>
                        <a:pt x="74549" y="357505"/>
                        <a:pt x="76200" y="362204"/>
                      </a:cubicBezTo>
                      <a:lnTo>
                        <a:pt x="92583" y="401828"/>
                      </a:lnTo>
                      <a:cubicBezTo>
                        <a:pt x="94742" y="406273"/>
                        <a:pt x="94361" y="413258"/>
                        <a:pt x="91694" y="417449"/>
                      </a:cubicBezTo>
                      <a:lnTo>
                        <a:pt x="62992" y="468122"/>
                      </a:lnTo>
                      <a:cubicBezTo>
                        <a:pt x="60452" y="472186"/>
                        <a:pt x="61087" y="478282"/>
                        <a:pt x="64515" y="481584"/>
                      </a:cubicBezTo>
                      <a:lnTo>
                        <a:pt x="108077" y="525145"/>
                      </a:lnTo>
                      <a:cubicBezTo>
                        <a:pt x="111506" y="528574"/>
                        <a:pt x="117602" y="529209"/>
                        <a:pt x="121539" y="526669"/>
                      </a:cubicBezTo>
                      <a:lnTo>
                        <a:pt x="172212" y="497967"/>
                      </a:lnTo>
                      <a:cubicBezTo>
                        <a:pt x="176402" y="495300"/>
                        <a:pt x="183388" y="494919"/>
                        <a:pt x="187833" y="497078"/>
                      </a:cubicBezTo>
                      <a:lnTo>
                        <a:pt x="227330" y="513461"/>
                      </a:lnTo>
                      <a:cubicBezTo>
                        <a:pt x="232028" y="515112"/>
                        <a:pt x="236727" y="520319"/>
                        <a:pt x="237744" y="525145"/>
                      </a:cubicBezTo>
                      <a:lnTo>
                        <a:pt x="253365" y="581279"/>
                      </a:lnTo>
                      <a:cubicBezTo>
                        <a:pt x="254381" y="585978"/>
                        <a:pt x="259207" y="589788"/>
                        <a:pt x="263906" y="589788"/>
                      </a:cubicBezTo>
                      <a:lnTo>
                        <a:pt x="325374" y="589788"/>
                      </a:lnTo>
                      <a:cubicBezTo>
                        <a:pt x="330200" y="589788"/>
                        <a:pt x="334899" y="585978"/>
                        <a:pt x="335915" y="581279"/>
                      </a:cubicBezTo>
                      <a:lnTo>
                        <a:pt x="351536" y="525272"/>
                      </a:lnTo>
                      <a:cubicBezTo>
                        <a:pt x="352552" y="520446"/>
                        <a:pt x="357251" y="515239"/>
                        <a:pt x="361950" y="513588"/>
                      </a:cubicBezTo>
                      <a:lnTo>
                        <a:pt x="374650" y="508381"/>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54" name="Freeform: Shape 53">
                  <a:extLst>
                    <a:ext uri="{FF2B5EF4-FFF2-40B4-BE49-F238E27FC236}">
                      <a16:creationId xmlns:a16="http://schemas.microsoft.com/office/drawing/2014/main" id="{A18190D8-193E-9F6D-3400-703C634E63AC}"/>
                    </a:ext>
                  </a:extLst>
                </p:cNvPr>
                <p:cNvSpPr/>
                <p:nvPr/>
              </p:nvSpPr>
              <p:spPr>
                <a:xfrm>
                  <a:off x="7564758" y="2016192"/>
                  <a:ext cx="437706" cy="437630"/>
                </a:xfrm>
                <a:custGeom>
                  <a:avLst/>
                  <a:gdLst>
                    <a:gd name="connsiteX0" fmla="*/ 108073 w 437706"/>
                    <a:gd name="connsiteY0" fmla="*/ 17840 h 437630"/>
                    <a:gd name="connsiteX1" fmla="*/ 178685 w 437706"/>
                    <a:gd name="connsiteY1" fmla="*/ 88452 h 437630"/>
                    <a:gd name="connsiteX2" fmla="*/ 182241 w 437706"/>
                    <a:gd name="connsiteY2" fmla="*/ 101787 h 437630"/>
                    <a:gd name="connsiteX3" fmla="*/ 101342 w 437706"/>
                    <a:gd name="connsiteY3" fmla="*/ 182685 h 437630"/>
                    <a:gd name="connsiteX4" fmla="*/ 88007 w 437706"/>
                    <a:gd name="connsiteY4" fmla="*/ 179129 h 437630"/>
                    <a:gd name="connsiteX5" fmla="*/ 17522 w 437706"/>
                    <a:gd name="connsiteY5" fmla="*/ 108644 h 437630"/>
                    <a:gd name="connsiteX6" fmla="*/ 2917 w 437706"/>
                    <a:gd name="connsiteY6" fmla="*/ 112962 h 437630"/>
                    <a:gd name="connsiteX7" fmla="*/ 41398 w 437706"/>
                    <a:gd name="connsiteY7" fmla="*/ 241740 h 437630"/>
                    <a:gd name="connsiteX8" fmla="*/ 193290 w 437706"/>
                    <a:gd name="connsiteY8" fmla="*/ 273363 h 437630"/>
                    <a:gd name="connsiteX9" fmla="*/ 340483 w 437706"/>
                    <a:gd name="connsiteY9" fmla="*/ 420556 h 437630"/>
                    <a:gd name="connsiteX10" fmla="*/ 419985 w 437706"/>
                    <a:gd name="connsiteY10" fmla="*/ 422462 h 437630"/>
                    <a:gd name="connsiteX11" fmla="*/ 421128 w 437706"/>
                    <a:gd name="connsiteY11" fmla="*/ 341562 h 437630"/>
                    <a:gd name="connsiteX12" fmla="*/ 273173 w 437706"/>
                    <a:gd name="connsiteY12" fmla="*/ 193607 h 437630"/>
                    <a:gd name="connsiteX13" fmla="*/ 241550 w 437706"/>
                    <a:gd name="connsiteY13" fmla="*/ 41462 h 437630"/>
                    <a:gd name="connsiteX14" fmla="*/ 112391 w 437706"/>
                    <a:gd name="connsiteY14" fmla="*/ 2981 h 437630"/>
                    <a:gd name="connsiteX15" fmla="*/ 108073 w 437706"/>
                    <a:gd name="connsiteY15" fmla="*/ 17585 h 43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706" h="437630">
                      <a:moveTo>
                        <a:pt x="108073" y="17840"/>
                      </a:moveTo>
                      <a:lnTo>
                        <a:pt x="178685" y="88452"/>
                      </a:lnTo>
                      <a:cubicBezTo>
                        <a:pt x="182241" y="92007"/>
                        <a:pt x="183511" y="97087"/>
                        <a:pt x="182241" y="101787"/>
                      </a:cubicBezTo>
                      <a:cubicBezTo>
                        <a:pt x="171700" y="141284"/>
                        <a:pt x="140839" y="172144"/>
                        <a:pt x="101342" y="182685"/>
                      </a:cubicBezTo>
                      <a:cubicBezTo>
                        <a:pt x="96516" y="183956"/>
                        <a:pt x="91436" y="182685"/>
                        <a:pt x="88007" y="179129"/>
                      </a:cubicBezTo>
                      <a:lnTo>
                        <a:pt x="17522" y="108644"/>
                      </a:lnTo>
                      <a:cubicBezTo>
                        <a:pt x="12696" y="103818"/>
                        <a:pt x="4314" y="106231"/>
                        <a:pt x="2917" y="112962"/>
                      </a:cubicBezTo>
                      <a:cubicBezTo>
                        <a:pt x="-6354" y="158047"/>
                        <a:pt x="6473" y="206815"/>
                        <a:pt x="41398" y="241740"/>
                      </a:cubicBezTo>
                      <a:cubicBezTo>
                        <a:pt x="82419" y="282762"/>
                        <a:pt x="142490" y="293303"/>
                        <a:pt x="193290" y="273363"/>
                      </a:cubicBezTo>
                      <a:lnTo>
                        <a:pt x="340483" y="420556"/>
                      </a:lnTo>
                      <a:cubicBezTo>
                        <a:pt x="362200" y="442274"/>
                        <a:pt x="397633" y="443671"/>
                        <a:pt x="419985" y="422462"/>
                      </a:cubicBezTo>
                      <a:cubicBezTo>
                        <a:pt x="443226" y="400490"/>
                        <a:pt x="443607" y="363915"/>
                        <a:pt x="421128" y="341562"/>
                      </a:cubicBezTo>
                      <a:lnTo>
                        <a:pt x="273173" y="193607"/>
                      </a:lnTo>
                      <a:cubicBezTo>
                        <a:pt x="293239" y="142807"/>
                        <a:pt x="282698" y="82609"/>
                        <a:pt x="241550" y="41462"/>
                      </a:cubicBezTo>
                      <a:cubicBezTo>
                        <a:pt x="206498" y="6409"/>
                        <a:pt x="157603" y="-6418"/>
                        <a:pt x="112391" y="2981"/>
                      </a:cubicBezTo>
                      <a:cubicBezTo>
                        <a:pt x="105660" y="4378"/>
                        <a:pt x="103247" y="12759"/>
                        <a:pt x="108073" y="17585"/>
                      </a:cubicBezTo>
                      <a:close/>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grpSp>
      </p:grpSp>
    </p:spTree>
    <p:extLst>
      <p:ext uri="{BB962C8B-B14F-4D97-AF65-F5344CB8AC3E}">
        <p14:creationId xmlns:p14="http://schemas.microsoft.com/office/powerpoint/2010/main" val="2816896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7BCD0-F4A0-131E-7603-1177A0E218C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C368F61-DB1E-6C9C-D2E3-81C2CB0132EB}"/>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Detailed review of capability scores, insights, and implications (3 of 5)</a:t>
            </a:r>
          </a:p>
        </p:txBody>
      </p:sp>
      <p:graphicFrame>
        <p:nvGraphicFramePr>
          <p:cNvPr id="45" name="Table 44">
            <a:extLst>
              <a:ext uri="{FF2B5EF4-FFF2-40B4-BE49-F238E27FC236}">
                <a16:creationId xmlns:a16="http://schemas.microsoft.com/office/drawing/2014/main" id="{8C9BB161-951F-1DFD-1C72-CC5DBEC76CBB}"/>
              </a:ext>
            </a:extLst>
          </p:cNvPr>
          <p:cNvGraphicFramePr>
            <a:graphicFrameLocks noGrp="1"/>
          </p:cNvGraphicFramePr>
          <p:nvPr>
            <p:extLst>
              <p:ext uri="{D42A27DB-BD31-4B8C-83A1-F6EECF244321}">
                <p14:modId xmlns:p14="http://schemas.microsoft.com/office/powerpoint/2010/main" val="2609464336"/>
              </p:ext>
            </p:extLst>
          </p:nvPr>
        </p:nvGraphicFramePr>
        <p:xfrm>
          <a:off x="495300" y="960120"/>
          <a:ext cx="11064240" cy="49149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4025228862"/>
                    </a:ext>
                  </a:extLst>
                </a:gridCol>
                <a:gridCol w="1371600">
                  <a:extLst>
                    <a:ext uri="{9D8B030D-6E8A-4147-A177-3AD203B41FA5}">
                      <a16:colId xmlns:a16="http://schemas.microsoft.com/office/drawing/2014/main" val="3580726984"/>
                    </a:ext>
                  </a:extLst>
                </a:gridCol>
                <a:gridCol w="3840480">
                  <a:extLst>
                    <a:ext uri="{9D8B030D-6E8A-4147-A177-3AD203B41FA5}">
                      <a16:colId xmlns:a16="http://schemas.microsoft.com/office/drawing/2014/main" val="1689672458"/>
                    </a:ext>
                  </a:extLst>
                </a:gridCol>
                <a:gridCol w="4206240">
                  <a:extLst>
                    <a:ext uri="{9D8B030D-6E8A-4147-A177-3AD203B41FA5}">
                      <a16:colId xmlns:a16="http://schemas.microsoft.com/office/drawing/2014/main" val="3797913146"/>
                    </a:ext>
                  </a:extLst>
                </a:gridCol>
              </a:tblGrid>
              <a:tr h="548640">
                <a:tc>
                  <a:txBody>
                    <a:bodyPr/>
                    <a:lstStyle/>
                    <a:p>
                      <a:r>
                        <a:rPr lang="en-US" sz="1200"/>
                        <a:t>Capability</a:t>
                      </a:r>
                    </a:p>
                  </a:txBody>
                  <a:tcPr anchor="ctr"/>
                </a:tc>
                <a:tc>
                  <a:txBody>
                    <a:bodyPr/>
                    <a:lstStyle/>
                    <a:p>
                      <a:pPr algn="ctr"/>
                      <a:r>
                        <a:rPr lang="en-US" sz="1200"/>
                        <a:t>Average Maturity Rating</a:t>
                      </a:r>
                    </a:p>
                  </a:txBody>
                  <a:tcPr anchor="ctr"/>
                </a:tc>
                <a:tc>
                  <a:txBody>
                    <a:bodyPr/>
                    <a:lstStyle/>
                    <a:p>
                      <a:pPr algn="ctr"/>
                      <a:r>
                        <a:rPr lang="en-US" sz="1200"/>
                        <a:t>Insights</a:t>
                      </a:r>
                    </a:p>
                  </a:txBody>
                  <a:tcPr anchor="ctr"/>
                </a:tc>
                <a:tc>
                  <a:txBody>
                    <a:bodyPr/>
                    <a:lstStyle/>
                    <a:p>
                      <a:pPr algn="ctr"/>
                      <a:r>
                        <a:rPr lang="en-US" sz="1200"/>
                        <a:t>Actions to address</a:t>
                      </a:r>
                    </a:p>
                  </a:txBody>
                  <a:tcPr anchor="ctr"/>
                </a:tc>
                <a:extLst>
                  <a:ext uri="{0D108BD9-81ED-4DB2-BD59-A6C34878D82A}">
                    <a16:rowId xmlns:a16="http://schemas.microsoft.com/office/drawing/2014/main" val="1767711685"/>
                  </a:ext>
                </a:extLst>
              </a:tr>
              <a:tr h="0">
                <a:tc>
                  <a:txBody>
                    <a:bodyPr/>
                    <a:lstStyle/>
                    <a:p>
                      <a:pPr algn="l"/>
                      <a:r>
                        <a:rPr lang="en-US" sz="1200" b="1">
                          <a:solidFill>
                            <a:schemeClr val="bg1"/>
                          </a:solidFill>
                        </a:rPr>
                        <a:t>Network Management</a:t>
                      </a:r>
                    </a:p>
                  </a:txBody>
                  <a:tcPr anchor="ctr">
                    <a:solidFill>
                      <a:schemeClr val="accent4"/>
                    </a:solidFill>
                  </a:tcPr>
                </a:tc>
                <a:tc>
                  <a:txBody>
                    <a:bodyPr/>
                    <a:lstStyle/>
                    <a:p>
                      <a:pPr algn="ctr"/>
                      <a:r>
                        <a:rPr lang="en-US" sz="1200"/>
                        <a:t>3.1</a:t>
                      </a:r>
                    </a:p>
                  </a:txBody>
                  <a:tcPr anchor="ctr"/>
                </a:tc>
                <a:tc>
                  <a:txBody>
                    <a:bodyPr/>
                    <a:lstStyle/>
                    <a:p>
                      <a:pPr marL="171450" indent="-171450" algn="l">
                        <a:spcAft>
                          <a:spcPts val="300"/>
                        </a:spcAft>
                        <a:buFont typeface="Arial" panose="020B0604020202020204" pitchFamily="34" charset="0"/>
                        <a:buChar char="•"/>
                      </a:pPr>
                      <a:r>
                        <a:rPr lang="en-US" sz="1000"/>
                        <a:t>Network operations have improved through outsourcing, achieving high uptime and scalability</a:t>
                      </a:r>
                    </a:p>
                    <a:p>
                      <a:pPr marL="171450" indent="-171450" algn="l">
                        <a:spcAft>
                          <a:spcPts val="300"/>
                        </a:spcAft>
                        <a:buFont typeface="Arial" panose="020B0604020202020204" pitchFamily="34" charset="0"/>
                        <a:buChar char="•"/>
                      </a:pPr>
                      <a:r>
                        <a:rPr lang="en-US" sz="1000"/>
                        <a:t>Security risks may arise from lack of Network Access Control (NAC) allowing rogue devices plugged into the network to remain on the network</a:t>
                      </a:r>
                    </a:p>
                  </a:txBody>
                  <a:tcPr anchor="ctr"/>
                </a:tc>
                <a:tc>
                  <a:txBody>
                    <a:bodyPr/>
                    <a:lstStyle/>
                    <a:p>
                      <a:pPr marL="171450" indent="-171450" algn="l">
                        <a:spcAft>
                          <a:spcPts val="300"/>
                        </a:spcAft>
                        <a:buFont typeface="Arial" panose="020B0604020202020204" pitchFamily="34" charset="0"/>
                        <a:buChar char="•"/>
                      </a:pPr>
                      <a:r>
                        <a:rPr lang="en-US" sz="1000"/>
                        <a:t>Maintain comprehensive documentation of the network, including device configurations, access controls, network topology, and change logs</a:t>
                      </a:r>
                    </a:p>
                    <a:p>
                      <a:pPr marL="171450" indent="-171450" algn="l">
                        <a:spcAft>
                          <a:spcPts val="300"/>
                        </a:spcAft>
                        <a:buFont typeface="Arial" panose="020B0604020202020204" pitchFamily="34" charset="0"/>
                        <a:buChar char="•"/>
                      </a:pPr>
                      <a:r>
                        <a:rPr lang="en-US" sz="1000"/>
                        <a:t>Enhance resilience by implementing automated monitoring, alerting, and response solutions to prioritize resilience and accelerate incident recovery</a:t>
                      </a:r>
                    </a:p>
                  </a:txBody>
                  <a:tcPr anchor="ctr"/>
                </a:tc>
                <a:extLst>
                  <a:ext uri="{0D108BD9-81ED-4DB2-BD59-A6C34878D82A}">
                    <a16:rowId xmlns:a16="http://schemas.microsoft.com/office/drawing/2014/main" val="3490231302"/>
                  </a:ext>
                </a:extLst>
              </a:tr>
              <a:tr h="0">
                <a:tc>
                  <a:txBody>
                    <a:bodyPr/>
                    <a:lstStyle/>
                    <a:p>
                      <a:pPr algn="l"/>
                      <a:r>
                        <a:rPr lang="en-US" sz="1200" b="1">
                          <a:solidFill>
                            <a:schemeClr val="bg1"/>
                          </a:solidFill>
                        </a:rPr>
                        <a:t>Hosting Environment Management</a:t>
                      </a:r>
                    </a:p>
                  </a:txBody>
                  <a:tcPr anchor="ctr">
                    <a:solidFill>
                      <a:schemeClr val="accent4"/>
                    </a:solidFill>
                  </a:tcPr>
                </a:tc>
                <a:tc>
                  <a:txBody>
                    <a:bodyPr/>
                    <a:lstStyle/>
                    <a:p>
                      <a:pPr marL="0" indent="0" algn="ctr">
                        <a:buFont typeface="Arial" panose="020B0604020202020204" pitchFamily="34" charset="0"/>
                        <a:buNone/>
                      </a:pPr>
                      <a:r>
                        <a:rPr lang="en-US" sz="1200"/>
                        <a:t>2.8</a:t>
                      </a:r>
                    </a:p>
                  </a:txBody>
                  <a:tcPr anchor="ctr"/>
                </a:tc>
                <a:tc>
                  <a:txBody>
                    <a:bodyPr/>
                    <a:lstStyle/>
                    <a:p>
                      <a:pPr marL="171450" indent="-171450" algn="l">
                        <a:spcAft>
                          <a:spcPts val="300"/>
                        </a:spcAft>
                        <a:buFont typeface="Arial" panose="020B0604020202020204" pitchFamily="34" charset="0"/>
                        <a:buChar char="•"/>
                      </a:pPr>
                      <a:r>
                        <a:rPr lang="en-US" sz="1000"/>
                        <a:t>In-flight effort to move to the cloud from current on-prem datacenter, currently planned as a “big-bang” vs. phased approach </a:t>
                      </a:r>
                    </a:p>
                    <a:p>
                      <a:pPr marL="171450" indent="-171450" algn="l">
                        <a:spcAft>
                          <a:spcPts val="300"/>
                        </a:spcAft>
                        <a:buFont typeface="Arial" panose="020B0604020202020204" pitchFamily="34" charset="0"/>
                        <a:buChar char="•"/>
                      </a:pPr>
                      <a:r>
                        <a:rPr lang="en-US" sz="1000"/>
                        <a:t>Some teams and vendors follow best practices, but others do not, limiting the ability to deliver a seamless, reliable hosting experience</a:t>
                      </a:r>
                    </a:p>
                  </a:txBody>
                  <a:tcPr anchor="ctr"/>
                </a:tc>
                <a:tc>
                  <a:txBody>
                    <a:bodyPr/>
                    <a:lstStyle/>
                    <a:p>
                      <a:pPr marL="171450" indent="-171450" algn="l">
                        <a:spcAft>
                          <a:spcPts val="300"/>
                        </a:spcAft>
                        <a:buFont typeface="Arial" panose="020B0604020202020204" pitchFamily="34" charset="0"/>
                        <a:buChar char="•"/>
                      </a:pPr>
                      <a:r>
                        <a:rPr lang="en-US" sz="1000"/>
                        <a:t>Standardize and expand automation for hosting environment management, ensuring consistent deployment, monitoring, and self-service capabilities across all platforms</a:t>
                      </a:r>
                    </a:p>
                    <a:p>
                      <a:pPr marL="171450" indent="-171450" algn="l">
                        <a:spcAft>
                          <a:spcPts val="300"/>
                        </a:spcAft>
                        <a:buFont typeface="Arial" panose="020B0604020202020204" pitchFamily="34" charset="0"/>
                        <a:buChar char="•"/>
                      </a:pPr>
                      <a:r>
                        <a:rPr lang="en-US" sz="1000"/>
                        <a:t>Develop and integrate functional processes within the virtual hosting environment, addressing resource management, performance optimization, backup &amp; disaster recovery, security &amp; compliance, integration &amp; orchestration</a:t>
                      </a:r>
                    </a:p>
                  </a:txBody>
                  <a:tcPr anchor="ctr"/>
                </a:tc>
                <a:extLst>
                  <a:ext uri="{0D108BD9-81ED-4DB2-BD59-A6C34878D82A}">
                    <a16:rowId xmlns:a16="http://schemas.microsoft.com/office/drawing/2014/main" val="3608311930"/>
                  </a:ext>
                </a:extLst>
              </a:tr>
              <a:tr h="0">
                <a:tc>
                  <a:txBody>
                    <a:bodyPr/>
                    <a:lstStyle/>
                    <a:p>
                      <a:pPr algn="l"/>
                      <a:r>
                        <a:rPr lang="en-US" sz="1200" b="1">
                          <a:solidFill>
                            <a:schemeClr val="bg1"/>
                          </a:solidFill>
                        </a:rPr>
                        <a:t>Identity &amp; Access Management</a:t>
                      </a:r>
                    </a:p>
                  </a:txBody>
                  <a:tcPr anchor="ctr">
                    <a:solidFill>
                      <a:schemeClr val="accent4"/>
                    </a:solidFill>
                  </a:tcPr>
                </a:tc>
                <a:tc>
                  <a:txBody>
                    <a:bodyPr/>
                    <a:lstStyle/>
                    <a:p>
                      <a:pPr algn="ctr"/>
                      <a:r>
                        <a:rPr lang="en-US" sz="1200"/>
                        <a:t>2.6</a:t>
                      </a:r>
                    </a:p>
                  </a:txBody>
                  <a:tcPr anchor="ct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000"/>
                        <a:t>Exceptions allowed to role-based access controls due to resource capacity restrictions and multiple hat wearing puts segregation of duties at risk</a:t>
                      </a:r>
                    </a:p>
                    <a:p>
                      <a:pPr marL="171450" indent="-171450" algn="l">
                        <a:spcAft>
                          <a:spcPts val="300"/>
                        </a:spcAft>
                        <a:buFont typeface="Arial" panose="020B0604020202020204" pitchFamily="34" charset="0"/>
                        <a:buChar char="•"/>
                      </a:pPr>
                      <a:r>
                        <a:rPr lang="en-US" sz="1000"/>
                        <a:t>Risk from allowing contractors hybrid access to the Bob’s network for single path of operation</a:t>
                      </a:r>
                    </a:p>
                  </a:txBody>
                  <a:tcPr anchor="ctr"/>
                </a:tc>
                <a:tc>
                  <a:txBody>
                    <a:bodyPr/>
                    <a:lstStyle/>
                    <a:p>
                      <a:pPr marL="171450" indent="-171450" algn="l">
                        <a:spcAft>
                          <a:spcPts val="300"/>
                        </a:spcAft>
                        <a:buFont typeface="Arial" panose="020B0604020202020204" pitchFamily="34" charset="0"/>
                        <a:buChar char="•"/>
                      </a:pPr>
                      <a:r>
                        <a:rPr lang="en-US" sz="1000"/>
                        <a:t>Identify critical single point of failure roles and develop mitigation strategies to address key capacity gaps </a:t>
                      </a:r>
                    </a:p>
                    <a:p>
                      <a:pPr marL="171450" indent="-171450" algn="l">
                        <a:spcAft>
                          <a:spcPts val="300"/>
                        </a:spcAft>
                        <a:buFont typeface="Arial" panose="020B0604020202020204" pitchFamily="34" charset="0"/>
                        <a:buChar char="•"/>
                      </a:pPr>
                      <a:r>
                        <a:rPr lang="en-US" sz="1000"/>
                        <a:t>Determine the appropriate levels, permissions, and restrictions for users based on their roles, responsibilities, user attributes and principle of least privilege</a:t>
                      </a:r>
                    </a:p>
                    <a:p>
                      <a:pPr marL="171450" indent="-171450" algn="l">
                        <a:spcAft>
                          <a:spcPts val="300"/>
                        </a:spcAft>
                        <a:buFont typeface="Arial" panose="020B0604020202020204" pitchFamily="34" charset="0"/>
                        <a:buChar char="•"/>
                      </a:pPr>
                      <a:r>
                        <a:rPr lang="en-US" sz="1000"/>
                        <a:t>Expand proactive risk monitoring, including regular audits and actionable metrics for access management</a:t>
                      </a:r>
                    </a:p>
                  </a:txBody>
                  <a:tcPr anchor="ctr"/>
                </a:tc>
                <a:extLst>
                  <a:ext uri="{0D108BD9-81ED-4DB2-BD59-A6C34878D82A}">
                    <a16:rowId xmlns:a16="http://schemas.microsoft.com/office/drawing/2014/main" val="210682260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Change &amp; Release Management</a:t>
                      </a:r>
                    </a:p>
                  </a:txBody>
                  <a:tcPr anchor="ctr">
                    <a:solidFill>
                      <a:schemeClr val="accent6"/>
                    </a:solidFill>
                  </a:tcPr>
                </a:tc>
                <a:tc>
                  <a:txBody>
                    <a:bodyPr/>
                    <a:lstStyle/>
                    <a:p>
                      <a:pPr algn="ctr"/>
                      <a:r>
                        <a:rPr lang="en-US" sz="1200"/>
                        <a:t>2.9</a:t>
                      </a:r>
                    </a:p>
                  </a:txBody>
                  <a:tcPr anchor="ctr"/>
                </a:tc>
                <a:tc>
                  <a:txBody>
                    <a:bodyPr/>
                    <a:lstStyle/>
                    <a:p>
                      <a:pPr marL="171450" indent="-171450" algn="l">
                        <a:spcAft>
                          <a:spcPts val="300"/>
                        </a:spcAft>
                        <a:buFont typeface="Arial" panose="020B0604020202020204" pitchFamily="34" charset="0"/>
                        <a:buChar char="•"/>
                      </a:pPr>
                      <a:r>
                        <a:rPr lang="en-US" sz="1000"/>
                        <a:t>Not all teams have effective and consistent processes to manage change requests during development cycles, leading to delays</a:t>
                      </a:r>
                    </a:p>
                    <a:p>
                      <a:pPr marL="171450" indent="-171450" algn="l">
                        <a:spcAft>
                          <a:spcPts val="300"/>
                        </a:spcAft>
                        <a:buFont typeface="Arial" panose="020B0604020202020204" pitchFamily="34" charset="0"/>
                        <a:buChar char="•"/>
                      </a:pPr>
                      <a:r>
                        <a:rPr lang="en-US" sz="1000"/>
                        <a:t>Changes are sometimes rolled out without testing on store devices or without testing for proper credentials </a:t>
                      </a:r>
                    </a:p>
                  </a:txBody>
                  <a:tcPr anchor="ctr"/>
                </a:tc>
                <a:tc>
                  <a:txBody>
                    <a:bodyPr/>
                    <a:lstStyle/>
                    <a:p>
                      <a:pPr marL="171450" indent="-171450" algn="l">
                        <a:spcAft>
                          <a:spcPts val="300"/>
                        </a:spcAft>
                        <a:buFont typeface="Arial" panose="020B0604020202020204" pitchFamily="34" charset="0"/>
                        <a:buChar char="•"/>
                      </a:pPr>
                      <a:r>
                        <a:rPr lang="en-US" sz="1000"/>
                        <a:t>Establish standard change and release management processes and  roles, and reinforce adoptions across all delivery teams</a:t>
                      </a:r>
                    </a:p>
                    <a:p>
                      <a:pPr marL="171450" indent="-171450" algn="l">
                        <a:spcAft>
                          <a:spcPts val="300"/>
                        </a:spcAft>
                        <a:buFont typeface="Arial" panose="020B0604020202020204" pitchFamily="34" charset="0"/>
                        <a:buChar char="•"/>
                      </a:pPr>
                      <a:r>
                        <a:rPr lang="en-US" sz="1000"/>
                        <a:t>Create a “model store” to enable testing of new capabilities, devices, and tools prior to deployment</a:t>
                      </a:r>
                    </a:p>
                  </a:txBody>
                  <a:tcPr anchor="ctr"/>
                </a:tc>
                <a:extLst>
                  <a:ext uri="{0D108BD9-81ED-4DB2-BD59-A6C34878D82A}">
                    <a16:rowId xmlns:a16="http://schemas.microsoft.com/office/drawing/2014/main" val="3601015498"/>
                  </a:ext>
                </a:extLst>
              </a:tr>
            </a:tbl>
          </a:graphicData>
        </a:graphic>
      </p:graphicFrame>
      <p:grpSp>
        <p:nvGrpSpPr>
          <p:cNvPr id="46" name="Group 45">
            <a:extLst>
              <a:ext uri="{FF2B5EF4-FFF2-40B4-BE49-F238E27FC236}">
                <a16:creationId xmlns:a16="http://schemas.microsoft.com/office/drawing/2014/main" id="{2F2DBA50-F2BB-E55E-A960-51BD62651A68}"/>
              </a:ext>
            </a:extLst>
          </p:cNvPr>
          <p:cNvGrpSpPr/>
          <p:nvPr/>
        </p:nvGrpSpPr>
        <p:grpSpPr>
          <a:xfrm>
            <a:off x="4563863" y="6509385"/>
            <a:ext cx="6995677" cy="320040"/>
            <a:chOff x="995364" y="6490335"/>
            <a:chExt cx="6995677" cy="320040"/>
          </a:xfrm>
        </p:grpSpPr>
        <p:grpSp>
          <p:nvGrpSpPr>
            <p:cNvPr id="47" name="Group 46">
              <a:extLst>
                <a:ext uri="{FF2B5EF4-FFF2-40B4-BE49-F238E27FC236}">
                  <a16:creationId xmlns:a16="http://schemas.microsoft.com/office/drawing/2014/main" id="{541970B8-A358-E4D5-7798-0508BB6D7931}"/>
                </a:ext>
              </a:extLst>
            </p:cNvPr>
            <p:cNvGrpSpPr/>
            <p:nvPr/>
          </p:nvGrpSpPr>
          <p:grpSpPr>
            <a:xfrm>
              <a:off x="995364" y="6490335"/>
              <a:ext cx="1371600" cy="320040"/>
              <a:chOff x="995364" y="6490335"/>
              <a:chExt cx="1371600" cy="320040"/>
            </a:xfrm>
          </p:grpSpPr>
          <p:sp>
            <p:nvSpPr>
              <p:cNvPr id="81" name="Rectangle 80">
                <a:extLst>
                  <a:ext uri="{FF2B5EF4-FFF2-40B4-BE49-F238E27FC236}">
                    <a16:creationId xmlns:a16="http://schemas.microsoft.com/office/drawing/2014/main" id="{73B44B40-9204-C952-4812-CC3E098CE410}"/>
                  </a:ext>
                </a:extLst>
              </p:cNvPr>
              <p:cNvSpPr>
                <a:spLocks/>
              </p:cNvSpPr>
              <p:nvPr/>
            </p:nvSpPr>
            <p:spPr>
              <a:xfrm>
                <a:off x="995364" y="6490335"/>
                <a:ext cx="1371600" cy="32004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KPMG Bold"/>
                    <a:ea typeface="+mn-ea"/>
                    <a:cs typeface="+mn-cs"/>
                  </a:rPr>
                  <a:t>Align</a:t>
                </a:r>
              </a:p>
            </p:txBody>
          </p:sp>
          <p:sp>
            <p:nvSpPr>
              <p:cNvPr id="82" name="Isosceles Triangle 81">
                <a:extLst>
                  <a:ext uri="{FF2B5EF4-FFF2-40B4-BE49-F238E27FC236}">
                    <a16:creationId xmlns:a16="http://schemas.microsoft.com/office/drawing/2014/main" id="{E2B63589-1605-8AD9-4E8E-8A9363B98638}"/>
                  </a:ext>
                </a:extLst>
              </p:cNvPr>
              <p:cNvSpPr/>
              <p:nvPr/>
            </p:nvSpPr>
            <p:spPr>
              <a:xfrm rot="5400000">
                <a:off x="2171463" y="6604122"/>
                <a:ext cx="138287" cy="924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83" name="Group 82">
                <a:extLst>
                  <a:ext uri="{FF2B5EF4-FFF2-40B4-BE49-F238E27FC236}">
                    <a16:creationId xmlns:a16="http://schemas.microsoft.com/office/drawing/2014/main" id="{4D050AA5-C7A9-30F7-312C-7DDFE18A79AB}"/>
                  </a:ext>
                </a:extLst>
              </p:cNvPr>
              <p:cNvGrpSpPr/>
              <p:nvPr/>
            </p:nvGrpSpPr>
            <p:grpSpPr>
              <a:xfrm>
                <a:off x="1763337" y="6554700"/>
                <a:ext cx="303131" cy="191311"/>
                <a:chOff x="1763337" y="6577560"/>
                <a:chExt cx="303131" cy="191311"/>
              </a:xfrm>
            </p:grpSpPr>
            <p:cxnSp>
              <p:nvCxnSpPr>
                <p:cNvPr id="84" name="Straight Connector 83">
                  <a:extLst>
                    <a:ext uri="{FF2B5EF4-FFF2-40B4-BE49-F238E27FC236}">
                      <a16:creationId xmlns:a16="http://schemas.microsoft.com/office/drawing/2014/main" id="{4A98F169-ABEA-0D88-D5C1-300E455F5BA1}"/>
                    </a:ext>
                  </a:extLst>
                </p:cNvPr>
                <p:cNvCxnSpPr>
                  <a:cxnSpLocks/>
                </p:cNvCxnSpPr>
                <p:nvPr/>
              </p:nvCxnSpPr>
              <p:spPr>
                <a:xfrm rot="5400000">
                  <a:off x="1667681" y="6673216"/>
                  <a:ext cx="191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5FCA287E-8192-47C7-E3A2-786567B9B543}"/>
                    </a:ext>
                  </a:extLst>
                </p:cNvPr>
                <p:cNvSpPr/>
                <p:nvPr/>
              </p:nvSpPr>
              <p:spPr>
                <a:xfrm rot="5400000">
                  <a:off x="1925365" y="6513261"/>
                  <a:ext cx="46082" cy="236124"/>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Arial"/>
                    <a:ea typeface="+mn-ea"/>
                    <a:cs typeface="+mn-cs"/>
                  </a:endParaRPr>
                </a:p>
              </p:txBody>
            </p:sp>
            <p:sp>
              <p:nvSpPr>
                <p:cNvPr id="86" name="Rectangle 85">
                  <a:extLst>
                    <a:ext uri="{FF2B5EF4-FFF2-40B4-BE49-F238E27FC236}">
                      <a16:creationId xmlns:a16="http://schemas.microsoft.com/office/drawing/2014/main" id="{B24D8FCE-50C3-A134-BB9F-60C702CD393E}"/>
                    </a:ext>
                  </a:extLst>
                </p:cNvPr>
                <p:cNvSpPr/>
                <p:nvPr/>
              </p:nvSpPr>
              <p:spPr>
                <a:xfrm rot="5400000">
                  <a:off x="1880692" y="6641718"/>
                  <a:ext cx="46082" cy="14678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Arial"/>
                    <a:ea typeface="+mn-ea"/>
                    <a:cs typeface="+mn-cs"/>
                  </a:endParaRPr>
                </a:p>
              </p:txBody>
            </p:sp>
          </p:grpSp>
        </p:grpSp>
        <p:grpSp>
          <p:nvGrpSpPr>
            <p:cNvPr id="48" name="Group 47">
              <a:extLst>
                <a:ext uri="{FF2B5EF4-FFF2-40B4-BE49-F238E27FC236}">
                  <a16:creationId xmlns:a16="http://schemas.microsoft.com/office/drawing/2014/main" id="{6E67AAE2-A6E9-6A07-67A1-296DC44845C5}"/>
                </a:ext>
              </a:extLst>
            </p:cNvPr>
            <p:cNvGrpSpPr/>
            <p:nvPr/>
          </p:nvGrpSpPr>
          <p:grpSpPr>
            <a:xfrm>
              <a:off x="2401383" y="6490335"/>
              <a:ext cx="1371600" cy="320040"/>
              <a:chOff x="2644271" y="6490335"/>
              <a:chExt cx="1371600" cy="320040"/>
            </a:xfrm>
          </p:grpSpPr>
          <p:sp>
            <p:nvSpPr>
              <p:cNvPr id="69" name="Rectangle 68">
                <a:extLst>
                  <a:ext uri="{FF2B5EF4-FFF2-40B4-BE49-F238E27FC236}">
                    <a16:creationId xmlns:a16="http://schemas.microsoft.com/office/drawing/2014/main" id="{0DDEBD1C-A080-5B26-200E-BCED4705A67F}"/>
                  </a:ext>
                </a:extLst>
              </p:cNvPr>
              <p:cNvSpPr>
                <a:spLocks/>
              </p:cNvSpPr>
              <p:nvPr/>
            </p:nvSpPr>
            <p:spPr>
              <a:xfrm>
                <a:off x="2644271" y="6490335"/>
                <a:ext cx="1371600" cy="320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Define</a:t>
                </a:r>
              </a:p>
            </p:txBody>
          </p:sp>
          <p:sp>
            <p:nvSpPr>
              <p:cNvPr id="70" name="Isosceles Triangle 69">
                <a:extLst>
                  <a:ext uri="{FF2B5EF4-FFF2-40B4-BE49-F238E27FC236}">
                    <a16:creationId xmlns:a16="http://schemas.microsoft.com/office/drawing/2014/main" id="{6DEB5F4A-1DF5-2864-42A8-0D9D6BE49DAA}"/>
                  </a:ext>
                </a:extLst>
              </p:cNvPr>
              <p:cNvSpPr>
                <a:spLocks noChangeAspect="1"/>
              </p:cNvSpPr>
              <p:nvPr/>
            </p:nvSpPr>
            <p:spPr>
              <a:xfrm rot="5400000">
                <a:off x="3779431"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71" name="Graphic 5">
                <a:extLst>
                  <a:ext uri="{FF2B5EF4-FFF2-40B4-BE49-F238E27FC236}">
                    <a16:creationId xmlns:a16="http://schemas.microsoft.com/office/drawing/2014/main" id="{EFFC4544-9001-96CB-1C13-28652B74315B}"/>
                  </a:ext>
                </a:extLst>
              </p:cNvPr>
              <p:cNvGrpSpPr>
                <a:grpSpLocks noChangeAspect="1"/>
              </p:cNvGrpSpPr>
              <p:nvPr/>
            </p:nvGrpSpPr>
            <p:grpSpPr>
              <a:xfrm>
                <a:off x="3465385" y="6579956"/>
                <a:ext cx="171179" cy="140799"/>
                <a:chOff x="3800475" y="1485138"/>
                <a:chExt cx="4730981" cy="3894305"/>
              </a:xfrm>
              <a:solidFill>
                <a:schemeClr val="accent5"/>
              </a:solidFill>
            </p:grpSpPr>
            <p:sp>
              <p:nvSpPr>
                <p:cNvPr id="72" name="Freeform: Shape 71">
                  <a:extLst>
                    <a:ext uri="{FF2B5EF4-FFF2-40B4-BE49-F238E27FC236}">
                      <a16:creationId xmlns:a16="http://schemas.microsoft.com/office/drawing/2014/main" id="{E9F89E29-A81C-B83A-2A73-1FFC4EA5D315}"/>
                    </a:ext>
                  </a:extLst>
                </p:cNvPr>
                <p:cNvSpPr/>
                <p:nvPr/>
              </p:nvSpPr>
              <p:spPr>
                <a:xfrm>
                  <a:off x="5176161" y="1485138"/>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Shape 72">
                  <a:extLst>
                    <a:ext uri="{FF2B5EF4-FFF2-40B4-BE49-F238E27FC236}">
                      <a16:creationId xmlns:a16="http://schemas.microsoft.com/office/drawing/2014/main" id="{931B5155-BDA6-02F7-1438-EF6493543EE1}"/>
                    </a:ext>
                  </a:extLst>
                </p:cNvPr>
                <p:cNvSpPr/>
                <p:nvPr/>
              </p:nvSpPr>
              <p:spPr>
                <a:xfrm>
                  <a:off x="5176161" y="2259996"/>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1EC5F0A8-F645-BE01-E87D-D339BB5FA094}"/>
                    </a:ext>
                  </a:extLst>
                </p:cNvPr>
                <p:cNvSpPr/>
                <p:nvPr/>
              </p:nvSpPr>
              <p:spPr>
                <a:xfrm>
                  <a:off x="5176161" y="3034865"/>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6F3BFB5A-CF4D-FC7E-FBCC-ADC1A0FF83CB}"/>
                    </a:ext>
                  </a:extLst>
                </p:cNvPr>
                <p:cNvSpPr/>
                <p:nvPr/>
              </p:nvSpPr>
              <p:spPr>
                <a:xfrm>
                  <a:off x="5176161" y="3809723"/>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565DD110-03A1-2885-7728-A03DA00FBA2C}"/>
                    </a:ext>
                  </a:extLst>
                </p:cNvPr>
                <p:cNvSpPr/>
                <p:nvPr/>
              </p:nvSpPr>
              <p:spPr>
                <a:xfrm>
                  <a:off x="3800475" y="1485138"/>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9BC5B693-1778-300E-C3E9-75B17CD21463}"/>
                    </a:ext>
                  </a:extLst>
                </p:cNvPr>
                <p:cNvSpPr/>
                <p:nvPr/>
              </p:nvSpPr>
              <p:spPr>
                <a:xfrm>
                  <a:off x="3800475" y="3023425"/>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6BC8F5C0-6801-7E90-E891-F30D8A8AE202}"/>
                    </a:ext>
                  </a:extLst>
                </p:cNvPr>
                <p:cNvSpPr/>
                <p:nvPr/>
              </p:nvSpPr>
              <p:spPr>
                <a:xfrm>
                  <a:off x="5176161" y="4595060"/>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1927915F-553A-1BD1-EC0E-41FC8B983F4E}"/>
                    </a:ext>
                  </a:extLst>
                </p:cNvPr>
                <p:cNvSpPr/>
                <p:nvPr/>
              </p:nvSpPr>
              <p:spPr>
                <a:xfrm>
                  <a:off x="5176161" y="5369918"/>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80" name="Freeform: Shape 79">
                  <a:extLst>
                    <a:ext uri="{FF2B5EF4-FFF2-40B4-BE49-F238E27FC236}">
                      <a16:creationId xmlns:a16="http://schemas.microsoft.com/office/drawing/2014/main" id="{0BC7C527-8C00-44C9-FDA3-1F6C6496A481}"/>
                    </a:ext>
                  </a:extLst>
                </p:cNvPr>
                <p:cNvSpPr/>
                <p:nvPr/>
              </p:nvSpPr>
              <p:spPr>
                <a:xfrm>
                  <a:off x="3800475" y="4583620"/>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49" name="Group 48">
              <a:extLst>
                <a:ext uri="{FF2B5EF4-FFF2-40B4-BE49-F238E27FC236}">
                  <a16:creationId xmlns:a16="http://schemas.microsoft.com/office/drawing/2014/main" id="{E448EE85-CD7D-75F4-D11E-CCEF64AE4E4D}"/>
                </a:ext>
              </a:extLst>
            </p:cNvPr>
            <p:cNvGrpSpPr/>
            <p:nvPr/>
          </p:nvGrpSpPr>
          <p:grpSpPr>
            <a:xfrm>
              <a:off x="3807402" y="6490335"/>
              <a:ext cx="1371600" cy="320040"/>
              <a:chOff x="4293178" y="6490335"/>
              <a:chExt cx="1371600" cy="320040"/>
            </a:xfrm>
          </p:grpSpPr>
          <p:sp>
            <p:nvSpPr>
              <p:cNvPr id="60" name="Rectangle 59">
                <a:extLst>
                  <a:ext uri="{FF2B5EF4-FFF2-40B4-BE49-F238E27FC236}">
                    <a16:creationId xmlns:a16="http://schemas.microsoft.com/office/drawing/2014/main" id="{A579A51C-8FDF-81CA-9A0D-96446AFF2C12}"/>
                  </a:ext>
                </a:extLst>
              </p:cNvPr>
              <p:cNvSpPr>
                <a:spLocks/>
              </p:cNvSpPr>
              <p:nvPr/>
            </p:nvSpPr>
            <p:spPr>
              <a:xfrm>
                <a:off x="4293178" y="6490335"/>
                <a:ext cx="1371600" cy="3200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Change</a:t>
                </a:r>
              </a:p>
            </p:txBody>
          </p:sp>
          <p:sp>
            <p:nvSpPr>
              <p:cNvPr id="61" name="Isosceles Triangle 60">
                <a:extLst>
                  <a:ext uri="{FF2B5EF4-FFF2-40B4-BE49-F238E27FC236}">
                    <a16:creationId xmlns:a16="http://schemas.microsoft.com/office/drawing/2014/main" id="{361118C2-0C32-84E3-750D-3881AA48D0E8}"/>
                  </a:ext>
                </a:extLst>
              </p:cNvPr>
              <p:cNvSpPr>
                <a:spLocks noChangeAspect="1"/>
              </p:cNvSpPr>
              <p:nvPr/>
            </p:nvSpPr>
            <p:spPr>
              <a:xfrm rot="5400000">
                <a:off x="5419575"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62" name="Group 61">
                <a:extLst>
                  <a:ext uri="{FF2B5EF4-FFF2-40B4-BE49-F238E27FC236}">
                    <a16:creationId xmlns:a16="http://schemas.microsoft.com/office/drawing/2014/main" id="{27621BBF-E676-D357-05D3-D60EF3F93322}"/>
                  </a:ext>
                </a:extLst>
              </p:cNvPr>
              <p:cNvGrpSpPr>
                <a:grpSpLocks noChangeAspect="1"/>
              </p:cNvGrpSpPr>
              <p:nvPr/>
            </p:nvGrpSpPr>
            <p:grpSpPr>
              <a:xfrm>
                <a:off x="5128218" y="6560571"/>
                <a:ext cx="176552" cy="179568"/>
                <a:chOff x="6042573" y="1717468"/>
                <a:chExt cx="590930" cy="601026"/>
              </a:xfrm>
              <a:solidFill>
                <a:schemeClr val="accent4"/>
              </a:solidFill>
            </p:grpSpPr>
            <p:grpSp>
              <p:nvGrpSpPr>
                <p:cNvPr id="63" name="Graphic 97">
                  <a:extLst>
                    <a:ext uri="{FF2B5EF4-FFF2-40B4-BE49-F238E27FC236}">
                      <a16:creationId xmlns:a16="http://schemas.microsoft.com/office/drawing/2014/main" id="{A1B0457F-6647-6AEF-D69F-F0A3BB0F2916}"/>
                    </a:ext>
                  </a:extLst>
                </p:cNvPr>
                <p:cNvGrpSpPr/>
                <p:nvPr/>
              </p:nvGrpSpPr>
              <p:grpSpPr>
                <a:xfrm>
                  <a:off x="6042573" y="1717468"/>
                  <a:ext cx="590930" cy="479964"/>
                  <a:chOff x="6042573" y="1717468"/>
                  <a:chExt cx="590930" cy="479964"/>
                </a:xfrm>
                <a:grpFill/>
              </p:grpSpPr>
              <p:sp>
                <p:nvSpPr>
                  <p:cNvPr id="67" name="Freeform: Shape 66">
                    <a:extLst>
                      <a:ext uri="{FF2B5EF4-FFF2-40B4-BE49-F238E27FC236}">
                        <a16:creationId xmlns:a16="http://schemas.microsoft.com/office/drawing/2014/main" id="{883E6AB1-885C-4A3D-60C1-4CB1FC08661D}"/>
                      </a:ext>
                    </a:extLst>
                  </p:cNvPr>
                  <p:cNvSpPr/>
                  <p:nvPr/>
                </p:nvSpPr>
                <p:spPr>
                  <a:xfrm>
                    <a:off x="6042573" y="1834911"/>
                    <a:ext cx="590930" cy="362521"/>
                  </a:xfrm>
                  <a:custGeom>
                    <a:avLst/>
                    <a:gdLst>
                      <a:gd name="connsiteX0" fmla="*/ 0 w 590930"/>
                      <a:gd name="connsiteY0" fmla="*/ 362522 h 362521"/>
                      <a:gd name="connsiteX1" fmla="*/ 131445 w 590930"/>
                      <a:gd name="connsiteY1" fmla="*/ 362522 h 362521"/>
                      <a:gd name="connsiteX2" fmla="*/ 162020 w 590930"/>
                      <a:gd name="connsiteY2" fmla="*/ 345948 h 362521"/>
                      <a:gd name="connsiteX3" fmla="*/ 376714 w 590930"/>
                      <a:gd name="connsiteY3" fmla="*/ 16573 h 362521"/>
                      <a:gd name="connsiteX4" fmla="*/ 407289 w 590930"/>
                      <a:gd name="connsiteY4" fmla="*/ 0 h 362521"/>
                      <a:gd name="connsiteX5" fmla="*/ 590931 w 590930"/>
                      <a:gd name="connsiteY5" fmla="*/ 0 h 36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521">
                        <a:moveTo>
                          <a:pt x="0" y="362522"/>
                        </a:moveTo>
                        <a:lnTo>
                          <a:pt x="131445" y="362522"/>
                        </a:lnTo>
                        <a:cubicBezTo>
                          <a:pt x="143828" y="362522"/>
                          <a:pt x="155258" y="356330"/>
                          <a:pt x="162020" y="345948"/>
                        </a:cubicBezTo>
                        <a:lnTo>
                          <a:pt x="376714" y="16573"/>
                        </a:lnTo>
                        <a:cubicBezTo>
                          <a:pt x="383477" y="6286"/>
                          <a:pt x="394907" y="0"/>
                          <a:pt x="407289" y="0"/>
                        </a:cubicBezTo>
                        <a:lnTo>
                          <a:pt x="590931"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68" name="Freeform: Shape 67">
                    <a:extLst>
                      <a:ext uri="{FF2B5EF4-FFF2-40B4-BE49-F238E27FC236}">
                        <a16:creationId xmlns:a16="http://schemas.microsoft.com/office/drawing/2014/main" id="{D75C28B6-8922-A8DF-1E6D-95BDD54A95BE}"/>
                      </a:ext>
                    </a:extLst>
                  </p:cNvPr>
                  <p:cNvSpPr/>
                  <p:nvPr/>
                </p:nvSpPr>
                <p:spPr>
                  <a:xfrm>
                    <a:off x="6519680" y="1717468"/>
                    <a:ext cx="113823" cy="242220"/>
                  </a:xfrm>
                  <a:custGeom>
                    <a:avLst/>
                    <a:gdLst>
                      <a:gd name="connsiteX0" fmla="*/ 3810 w 113823"/>
                      <a:gd name="connsiteY0" fmla="*/ 242221 h 242220"/>
                      <a:gd name="connsiteX1" fmla="*/ 113824 w 113823"/>
                      <a:gd name="connsiteY1" fmla="*/ 117539 h 242220"/>
                      <a:gd name="connsiteX2" fmla="*/ 0 w 113823"/>
                      <a:gd name="connsiteY2" fmla="*/ 0 h 242220"/>
                    </a:gdLst>
                    <a:ahLst/>
                    <a:cxnLst>
                      <a:cxn ang="0">
                        <a:pos x="connsiteX0" y="connsiteY0"/>
                      </a:cxn>
                      <a:cxn ang="0">
                        <a:pos x="connsiteX1" y="connsiteY1"/>
                      </a:cxn>
                      <a:cxn ang="0">
                        <a:pos x="connsiteX2" y="connsiteY2"/>
                      </a:cxn>
                    </a:cxnLst>
                    <a:rect l="l" t="t" r="r" b="b"/>
                    <a:pathLst>
                      <a:path w="113823" h="242220">
                        <a:moveTo>
                          <a:pt x="3810" y="242221"/>
                        </a:moveTo>
                        <a:lnTo>
                          <a:pt x="113824" y="117539"/>
                        </a:lnTo>
                        <a:lnTo>
                          <a:pt x="0"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64" name="Graphic 97">
                  <a:extLst>
                    <a:ext uri="{FF2B5EF4-FFF2-40B4-BE49-F238E27FC236}">
                      <a16:creationId xmlns:a16="http://schemas.microsoft.com/office/drawing/2014/main" id="{C4AD2A57-38B3-778A-BB83-1FB11FC43C2D}"/>
                    </a:ext>
                  </a:extLst>
                </p:cNvPr>
                <p:cNvGrpSpPr/>
                <p:nvPr/>
              </p:nvGrpSpPr>
              <p:grpSpPr>
                <a:xfrm>
                  <a:off x="6042573" y="1838530"/>
                  <a:ext cx="590930" cy="479964"/>
                  <a:chOff x="6042573" y="1838530"/>
                  <a:chExt cx="590930" cy="479964"/>
                </a:xfrm>
                <a:grpFill/>
              </p:grpSpPr>
              <p:sp>
                <p:nvSpPr>
                  <p:cNvPr id="65" name="Freeform: Shape 64">
                    <a:extLst>
                      <a:ext uri="{FF2B5EF4-FFF2-40B4-BE49-F238E27FC236}">
                        <a16:creationId xmlns:a16="http://schemas.microsoft.com/office/drawing/2014/main" id="{7AC5DFD7-3DE0-7FE9-1951-6CE50041C661}"/>
                      </a:ext>
                    </a:extLst>
                  </p:cNvPr>
                  <p:cNvSpPr/>
                  <p:nvPr/>
                </p:nvSpPr>
                <p:spPr>
                  <a:xfrm>
                    <a:off x="6042573" y="1838530"/>
                    <a:ext cx="590930" cy="362426"/>
                  </a:xfrm>
                  <a:custGeom>
                    <a:avLst/>
                    <a:gdLst>
                      <a:gd name="connsiteX0" fmla="*/ 0 w 590930"/>
                      <a:gd name="connsiteY0" fmla="*/ 0 h 362426"/>
                      <a:gd name="connsiteX1" fmla="*/ 131445 w 590930"/>
                      <a:gd name="connsiteY1" fmla="*/ 0 h 362426"/>
                      <a:gd name="connsiteX2" fmla="*/ 162020 w 590930"/>
                      <a:gd name="connsiteY2" fmla="*/ 16573 h 362426"/>
                      <a:gd name="connsiteX3" fmla="*/ 376714 w 590930"/>
                      <a:gd name="connsiteY3" fmla="*/ 345853 h 362426"/>
                      <a:gd name="connsiteX4" fmla="*/ 407289 w 590930"/>
                      <a:gd name="connsiteY4" fmla="*/ 362426 h 362426"/>
                      <a:gd name="connsiteX5" fmla="*/ 590931 w 590930"/>
                      <a:gd name="connsiteY5" fmla="*/ 362426 h 36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426">
                        <a:moveTo>
                          <a:pt x="0" y="0"/>
                        </a:moveTo>
                        <a:lnTo>
                          <a:pt x="131445" y="0"/>
                        </a:lnTo>
                        <a:cubicBezTo>
                          <a:pt x="143828" y="0"/>
                          <a:pt x="155258" y="6191"/>
                          <a:pt x="162020" y="16573"/>
                        </a:cubicBezTo>
                        <a:lnTo>
                          <a:pt x="376714" y="345853"/>
                        </a:lnTo>
                        <a:cubicBezTo>
                          <a:pt x="383477" y="356140"/>
                          <a:pt x="394907" y="362426"/>
                          <a:pt x="407289" y="362426"/>
                        </a:cubicBezTo>
                        <a:lnTo>
                          <a:pt x="590931" y="362426"/>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66" name="Freeform: Shape 65">
                    <a:extLst>
                      <a:ext uri="{FF2B5EF4-FFF2-40B4-BE49-F238E27FC236}">
                        <a16:creationId xmlns:a16="http://schemas.microsoft.com/office/drawing/2014/main" id="{804917BE-5D25-E835-DE1B-B5D7CFCCD0D1}"/>
                      </a:ext>
                    </a:extLst>
                  </p:cNvPr>
                  <p:cNvSpPr/>
                  <p:nvPr/>
                </p:nvSpPr>
                <p:spPr>
                  <a:xfrm>
                    <a:off x="6519680" y="2076274"/>
                    <a:ext cx="113823" cy="242220"/>
                  </a:xfrm>
                  <a:custGeom>
                    <a:avLst/>
                    <a:gdLst>
                      <a:gd name="connsiteX0" fmla="*/ 3810 w 113823"/>
                      <a:gd name="connsiteY0" fmla="*/ 0 h 242220"/>
                      <a:gd name="connsiteX1" fmla="*/ 113824 w 113823"/>
                      <a:gd name="connsiteY1" fmla="*/ 124682 h 242220"/>
                      <a:gd name="connsiteX2" fmla="*/ 0 w 113823"/>
                      <a:gd name="connsiteY2" fmla="*/ 242221 h 242220"/>
                    </a:gdLst>
                    <a:ahLst/>
                    <a:cxnLst>
                      <a:cxn ang="0">
                        <a:pos x="connsiteX0" y="connsiteY0"/>
                      </a:cxn>
                      <a:cxn ang="0">
                        <a:pos x="connsiteX1" y="connsiteY1"/>
                      </a:cxn>
                      <a:cxn ang="0">
                        <a:pos x="connsiteX2" y="connsiteY2"/>
                      </a:cxn>
                    </a:cxnLst>
                    <a:rect l="l" t="t" r="r" b="b"/>
                    <a:pathLst>
                      <a:path w="113823" h="242220">
                        <a:moveTo>
                          <a:pt x="3810" y="0"/>
                        </a:moveTo>
                        <a:lnTo>
                          <a:pt x="113824" y="124682"/>
                        </a:lnTo>
                        <a:lnTo>
                          <a:pt x="0" y="242221"/>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grpSp>
        <p:grpSp>
          <p:nvGrpSpPr>
            <p:cNvPr id="50" name="Group 49">
              <a:extLst>
                <a:ext uri="{FF2B5EF4-FFF2-40B4-BE49-F238E27FC236}">
                  <a16:creationId xmlns:a16="http://schemas.microsoft.com/office/drawing/2014/main" id="{B89B922C-C10C-47A6-21BD-0201C5F0FC9D}"/>
                </a:ext>
              </a:extLst>
            </p:cNvPr>
            <p:cNvGrpSpPr/>
            <p:nvPr/>
          </p:nvGrpSpPr>
          <p:grpSpPr>
            <a:xfrm>
              <a:off x="5213421" y="6490335"/>
              <a:ext cx="1371600" cy="320040"/>
              <a:chOff x="5942085" y="6490335"/>
              <a:chExt cx="1371600" cy="320040"/>
            </a:xfrm>
          </p:grpSpPr>
          <p:sp>
            <p:nvSpPr>
              <p:cNvPr id="56" name="Rectangle 55">
                <a:extLst>
                  <a:ext uri="{FF2B5EF4-FFF2-40B4-BE49-F238E27FC236}">
                    <a16:creationId xmlns:a16="http://schemas.microsoft.com/office/drawing/2014/main" id="{FF7DB0BF-B2C9-6F12-01D9-D6036F7F4C09}"/>
                  </a:ext>
                </a:extLst>
              </p:cNvPr>
              <p:cNvSpPr>
                <a:spLocks/>
              </p:cNvSpPr>
              <p:nvPr/>
            </p:nvSpPr>
            <p:spPr>
              <a:xfrm>
                <a:off x="5942085" y="6490335"/>
                <a:ext cx="1371600" cy="3200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Deliver</a:t>
                </a:r>
              </a:p>
            </p:txBody>
          </p:sp>
          <p:sp>
            <p:nvSpPr>
              <p:cNvPr id="57" name="Isosceles Triangle 56">
                <a:extLst>
                  <a:ext uri="{FF2B5EF4-FFF2-40B4-BE49-F238E27FC236}">
                    <a16:creationId xmlns:a16="http://schemas.microsoft.com/office/drawing/2014/main" id="{C70EFB8C-D896-5555-B24C-CE376D84DF02}"/>
                  </a:ext>
                </a:extLst>
              </p:cNvPr>
              <p:cNvSpPr>
                <a:spLocks noChangeAspect="1"/>
              </p:cNvSpPr>
              <p:nvPr/>
            </p:nvSpPr>
            <p:spPr>
              <a:xfrm rot="5400000">
                <a:off x="7041430"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58" name="Freeform: Shape 57">
                <a:extLst>
                  <a:ext uri="{FF2B5EF4-FFF2-40B4-BE49-F238E27FC236}">
                    <a16:creationId xmlns:a16="http://schemas.microsoft.com/office/drawing/2014/main" id="{E2D48A58-7801-51A7-7195-58B4EE63ADB8}"/>
                  </a:ext>
                </a:extLst>
              </p:cNvPr>
              <p:cNvSpPr>
                <a:spLocks noChangeAspect="1"/>
              </p:cNvSpPr>
              <p:nvPr/>
            </p:nvSpPr>
            <p:spPr>
              <a:xfrm>
                <a:off x="6751037" y="6591168"/>
                <a:ext cx="169030" cy="118375"/>
              </a:xfrm>
              <a:custGeom>
                <a:avLst/>
                <a:gdLst>
                  <a:gd name="connsiteX0" fmla="*/ 558546 w 558545"/>
                  <a:gd name="connsiteY0" fmla="*/ 391160 h 391160"/>
                  <a:gd name="connsiteX1" fmla="*/ 0 w 558545"/>
                  <a:gd name="connsiteY1" fmla="*/ 391160 h 391160"/>
                  <a:gd name="connsiteX2" fmla="*/ 0 w 558545"/>
                  <a:gd name="connsiteY2" fmla="*/ 391160 h 391160"/>
                  <a:gd name="connsiteX3" fmla="*/ 0 w 558545"/>
                  <a:gd name="connsiteY3" fmla="*/ 0 h 391160"/>
                  <a:gd name="connsiteX4" fmla="*/ 558546 w 558545"/>
                  <a:gd name="connsiteY4" fmla="*/ 0 h 391160"/>
                  <a:gd name="connsiteX5" fmla="*/ 558546 w 558545"/>
                  <a:gd name="connsiteY5" fmla="*/ 0 h 391160"/>
                  <a:gd name="connsiteX6" fmla="*/ 558546 w 558545"/>
                  <a:gd name="connsiteY6" fmla="*/ 391160 h 391160"/>
                  <a:gd name="connsiteX7" fmla="*/ 558546 w 558545"/>
                  <a:gd name="connsiteY7" fmla="*/ 391160 h 39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545" h="391160">
                    <a:moveTo>
                      <a:pt x="558546" y="391160"/>
                    </a:moveTo>
                    <a:lnTo>
                      <a:pt x="0" y="391160"/>
                    </a:lnTo>
                    <a:lnTo>
                      <a:pt x="0" y="391160"/>
                    </a:lnTo>
                    <a:lnTo>
                      <a:pt x="0" y="0"/>
                    </a:lnTo>
                    <a:lnTo>
                      <a:pt x="558546" y="0"/>
                    </a:lnTo>
                    <a:lnTo>
                      <a:pt x="558546" y="0"/>
                    </a:lnTo>
                    <a:lnTo>
                      <a:pt x="558546" y="391160"/>
                    </a:lnTo>
                    <a:lnTo>
                      <a:pt x="558546" y="391160"/>
                    </a:lnTo>
                    <a:close/>
                  </a:path>
                </a:pathLst>
              </a:custGeom>
              <a:solidFill>
                <a:schemeClr val="accent6"/>
              </a:solid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Shape 58">
                <a:extLst>
                  <a:ext uri="{FF2B5EF4-FFF2-40B4-BE49-F238E27FC236}">
                    <a16:creationId xmlns:a16="http://schemas.microsoft.com/office/drawing/2014/main" id="{F47D7B67-81D6-A653-BA03-4F4A22B3FC56}"/>
                  </a:ext>
                </a:extLst>
              </p:cNvPr>
              <p:cNvSpPr>
                <a:spLocks noChangeAspect="1"/>
              </p:cNvSpPr>
              <p:nvPr/>
            </p:nvSpPr>
            <p:spPr>
              <a:xfrm>
                <a:off x="6753733" y="6613383"/>
                <a:ext cx="165418" cy="73944"/>
              </a:xfrm>
              <a:custGeom>
                <a:avLst/>
                <a:gdLst>
                  <a:gd name="connsiteX0" fmla="*/ 0 w 546607"/>
                  <a:gd name="connsiteY0" fmla="*/ 0 h 244347"/>
                  <a:gd name="connsiteX1" fmla="*/ 273304 w 546607"/>
                  <a:gd name="connsiteY1" fmla="*/ 244348 h 244347"/>
                  <a:gd name="connsiteX2" fmla="*/ 546608 w 546607"/>
                  <a:gd name="connsiteY2" fmla="*/ 0 h 244347"/>
                </a:gdLst>
                <a:ahLst/>
                <a:cxnLst>
                  <a:cxn ang="0">
                    <a:pos x="connsiteX0" y="connsiteY0"/>
                  </a:cxn>
                  <a:cxn ang="0">
                    <a:pos x="connsiteX1" y="connsiteY1"/>
                  </a:cxn>
                  <a:cxn ang="0">
                    <a:pos x="connsiteX2" y="connsiteY2"/>
                  </a:cxn>
                </a:cxnLst>
                <a:rect l="l" t="t" r="r" b="b"/>
                <a:pathLst>
                  <a:path w="546607" h="244347">
                    <a:moveTo>
                      <a:pt x="0" y="0"/>
                    </a:moveTo>
                    <a:lnTo>
                      <a:pt x="273304" y="244348"/>
                    </a:lnTo>
                    <a:lnTo>
                      <a:pt x="546608" y="0"/>
                    </a:lnTo>
                  </a:path>
                </a:pathLst>
              </a:custGeom>
              <a:solidFill>
                <a:schemeClr val="accent6"/>
              </a:solid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51" name="Group 50">
              <a:extLst>
                <a:ext uri="{FF2B5EF4-FFF2-40B4-BE49-F238E27FC236}">
                  <a16:creationId xmlns:a16="http://schemas.microsoft.com/office/drawing/2014/main" id="{D52FF56B-E1F3-00CE-3C23-2A12DF563BE3}"/>
                </a:ext>
              </a:extLst>
            </p:cNvPr>
            <p:cNvGrpSpPr/>
            <p:nvPr/>
          </p:nvGrpSpPr>
          <p:grpSpPr>
            <a:xfrm>
              <a:off x="6619441" y="6490335"/>
              <a:ext cx="1371600" cy="320040"/>
              <a:chOff x="7590991" y="6490335"/>
              <a:chExt cx="1371600" cy="320040"/>
            </a:xfrm>
          </p:grpSpPr>
          <p:sp>
            <p:nvSpPr>
              <p:cNvPr id="52" name="Rectangle 51">
                <a:extLst>
                  <a:ext uri="{FF2B5EF4-FFF2-40B4-BE49-F238E27FC236}">
                    <a16:creationId xmlns:a16="http://schemas.microsoft.com/office/drawing/2014/main" id="{CFDBE093-4CF6-03E7-B659-86214F701F52}"/>
                  </a:ext>
                </a:extLst>
              </p:cNvPr>
              <p:cNvSpPr>
                <a:spLocks/>
              </p:cNvSpPr>
              <p:nvPr/>
            </p:nvSpPr>
            <p:spPr>
              <a:xfrm>
                <a:off x="7590991" y="6490335"/>
                <a:ext cx="1371600" cy="3200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Sustain</a:t>
                </a:r>
              </a:p>
            </p:txBody>
          </p:sp>
          <p:grpSp>
            <p:nvGrpSpPr>
              <p:cNvPr id="53" name="Graphic 3">
                <a:extLst>
                  <a:ext uri="{FF2B5EF4-FFF2-40B4-BE49-F238E27FC236}">
                    <a16:creationId xmlns:a16="http://schemas.microsoft.com/office/drawing/2014/main" id="{B0950570-97C7-8B53-61C7-CEB7C542C0A2}"/>
                  </a:ext>
                </a:extLst>
              </p:cNvPr>
              <p:cNvGrpSpPr>
                <a:grpSpLocks noChangeAspect="1"/>
              </p:cNvGrpSpPr>
              <p:nvPr/>
            </p:nvGrpSpPr>
            <p:grpSpPr>
              <a:xfrm>
                <a:off x="8432241" y="6553566"/>
                <a:ext cx="193664" cy="193578"/>
                <a:chOff x="7411466" y="1863089"/>
                <a:chExt cx="590998" cy="590733"/>
              </a:xfrm>
              <a:solidFill>
                <a:schemeClr val="accent3"/>
              </a:solidFill>
            </p:grpSpPr>
            <p:sp>
              <p:nvSpPr>
                <p:cNvPr id="54" name="Freeform: Shape 53">
                  <a:extLst>
                    <a:ext uri="{FF2B5EF4-FFF2-40B4-BE49-F238E27FC236}">
                      <a16:creationId xmlns:a16="http://schemas.microsoft.com/office/drawing/2014/main" id="{C6788307-9759-51B0-353F-ABE4823E3F9D}"/>
                    </a:ext>
                  </a:extLst>
                </p:cNvPr>
                <p:cNvSpPr/>
                <p:nvPr/>
              </p:nvSpPr>
              <p:spPr>
                <a:xfrm>
                  <a:off x="7411466" y="1863089"/>
                  <a:ext cx="589788" cy="589788"/>
                </a:xfrm>
                <a:custGeom>
                  <a:avLst/>
                  <a:gdLst>
                    <a:gd name="connsiteX0" fmla="*/ 508127 w 589788"/>
                    <a:gd name="connsiteY0" fmla="*/ 375158 h 589788"/>
                    <a:gd name="connsiteX1" fmla="*/ 513461 w 589788"/>
                    <a:gd name="connsiteY1" fmla="*/ 362458 h 589788"/>
                    <a:gd name="connsiteX2" fmla="*/ 525145 w 589788"/>
                    <a:gd name="connsiteY2" fmla="*/ 352044 h 589788"/>
                    <a:gd name="connsiteX3" fmla="*/ 581279 w 589788"/>
                    <a:gd name="connsiteY3" fmla="*/ 336423 h 589788"/>
                    <a:gd name="connsiteX4" fmla="*/ 589788 w 589788"/>
                    <a:gd name="connsiteY4" fmla="*/ 325755 h 589788"/>
                    <a:gd name="connsiteX5" fmla="*/ 589788 w 589788"/>
                    <a:gd name="connsiteY5" fmla="*/ 264287 h 589788"/>
                    <a:gd name="connsiteX6" fmla="*/ 581279 w 589788"/>
                    <a:gd name="connsiteY6" fmla="*/ 253619 h 589788"/>
                    <a:gd name="connsiteX7" fmla="*/ 525272 w 589788"/>
                    <a:gd name="connsiteY7" fmla="*/ 237998 h 589788"/>
                    <a:gd name="connsiteX8" fmla="*/ 513588 w 589788"/>
                    <a:gd name="connsiteY8" fmla="*/ 227584 h 589788"/>
                    <a:gd name="connsiteX9" fmla="*/ 497205 w 589788"/>
                    <a:gd name="connsiteY9" fmla="*/ 187960 h 589788"/>
                    <a:gd name="connsiteX10" fmla="*/ 498094 w 589788"/>
                    <a:gd name="connsiteY10" fmla="*/ 172339 h 589788"/>
                    <a:gd name="connsiteX11" fmla="*/ 526796 w 589788"/>
                    <a:gd name="connsiteY11" fmla="*/ 121666 h 589788"/>
                    <a:gd name="connsiteX12" fmla="*/ 525272 w 589788"/>
                    <a:gd name="connsiteY12" fmla="*/ 108204 h 589788"/>
                    <a:gd name="connsiteX13" fmla="*/ 481711 w 589788"/>
                    <a:gd name="connsiteY13" fmla="*/ 64643 h 589788"/>
                    <a:gd name="connsiteX14" fmla="*/ 468249 w 589788"/>
                    <a:gd name="connsiteY14" fmla="*/ 63119 h 589788"/>
                    <a:gd name="connsiteX15" fmla="*/ 417576 w 589788"/>
                    <a:gd name="connsiteY15" fmla="*/ 91821 h 589788"/>
                    <a:gd name="connsiteX16" fmla="*/ 401955 w 589788"/>
                    <a:gd name="connsiteY16" fmla="*/ 92710 h 589788"/>
                    <a:gd name="connsiteX17" fmla="*/ 362458 w 589788"/>
                    <a:gd name="connsiteY17" fmla="*/ 76327 h 589788"/>
                    <a:gd name="connsiteX18" fmla="*/ 352044 w 589788"/>
                    <a:gd name="connsiteY18" fmla="*/ 64643 h 589788"/>
                    <a:gd name="connsiteX19" fmla="*/ 336423 w 589788"/>
                    <a:gd name="connsiteY19" fmla="*/ 8509 h 589788"/>
                    <a:gd name="connsiteX20" fmla="*/ 325755 w 589788"/>
                    <a:gd name="connsiteY20" fmla="*/ 0 h 589788"/>
                    <a:gd name="connsiteX21" fmla="*/ 264287 w 589788"/>
                    <a:gd name="connsiteY21" fmla="*/ 0 h 589788"/>
                    <a:gd name="connsiteX22" fmla="*/ 253746 w 589788"/>
                    <a:gd name="connsiteY22" fmla="*/ 8509 h 589788"/>
                    <a:gd name="connsiteX23" fmla="*/ 238125 w 589788"/>
                    <a:gd name="connsiteY23" fmla="*/ 64516 h 589788"/>
                    <a:gd name="connsiteX24" fmla="*/ 227711 w 589788"/>
                    <a:gd name="connsiteY24" fmla="*/ 76200 h 589788"/>
                    <a:gd name="connsiteX25" fmla="*/ 188087 w 589788"/>
                    <a:gd name="connsiteY25" fmla="*/ 92583 h 589788"/>
                    <a:gd name="connsiteX26" fmla="*/ 172465 w 589788"/>
                    <a:gd name="connsiteY26" fmla="*/ 91694 h 589788"/>
                    <a:gd name="connsiteX27" fmla="*/ 121793 w 589788"/>
                    <a:gd name="connsiteY27" fmla="*/ 62992 h 589788"/>
                    <a:gd name="connsiteX28" fmla="*/ 108331 w 589788"/>
                    <a:gd name="connsiteY28" fmla="*/ 64516 h 589788"/>
                    <a:gd name="connsiteX29" fmla="*/ 64770 w 589788"/>
                    <a:gd name="connsiteY29" fmla="*/ 108077 h 589788"/>
                    <a:gd name="connsiteX30" fmla="*/ 63246 w 589788"/>
                    <a:gd name="connsiteY30" fmla="*/ 121539 h 589788"/>
                    <a:gd name="connsiteX31" fmla="*/ 91948 w 589788"/>
                    <a:gd name="connsiteY31" fmla="*/ 172212 h 589788"/>
                    <a:gd name="connsiteX32" fmla="*/ 92837 w 589788"/>
                    <a:gd name="connsiteY32" fmla="*/ 187833 h 589788"/>
                    <a:gd name="connsiteX33" fmla="*/ 76327 w 589788"/>
                    <a:gd name="connsiteY33" fmla="*/ 227457 h 589788"/>
                    <a:gd name="connsiteX34" fmla="*/ 64643 w 589788"/>
                    <a:gd name="connsiteY34" fmla="*/ 237871 h 589788"/>
                    <a:gd name="connsiteX35" fmla="*/ 8509 w 589788"/>
                    <a:gd name="connsiteY35" fmla="*/ 253492 h 589788"/>
                    <a:gd name="connsiteX36" fmla="*/ 0 w 589788"/>
                    <a:gd name="connsiteY36" fmla="*/ 264033 h 589788"/>
                    <a:gd name="connsiteX37" fmla="*/ 0 w 589788"/>
                    <a:gd name="connsiteY37" fmla="*/ 325501 h 589788"/>
                    <a:gd name="connsiteX38" fmla="*/ 8509 w 589788"/>
                    <a:gd name="connsiteY38" fmla="*/ 336169 h 589788"/>
                    <a:gd name="connsiteX39" fmla="*/ 64515 w 589788"/>
                    <a:gd name="connsiteY39" fmla="*/ 351790 h 589788"/>
                    <a:gd name="connsiteX40" fmla="*/ 76200 w 589788"/>
                    <a:gd name="connsiteY40" fmla="*/ 362204 h 589788"/>
                    <a:gd name="connsiteX41" fmla="*/ 92583 w 589788"/>
                    <a:gd name="connsiteY41" fmla="*/ 401828 h 589788"/>
                    <a:gd name="connsiteX42" fmla="*/ 91694 w 589788"/>
                    <a:gd name="connsiteY42" fmla="*/ 417449 h 589788"/>
                    <a:gd name="connsiteX43" fmla="*/ 62992 w 589788"/>
                    <a:gd name="connsiteY43" fmla="*/ 468122 h 589788"/>
                    <a:gd name="connsiteX44" fmla="*/ 64515 w 589788"/>
                    <a:gd name="connsiteY44" fmla="*/ 481584 h 589788"/>
                    <a:gd name="connsiteX45" fmla="*/ 108077 w 589788"/>
                    <a:gd name="connsiteY45" fmla="*/ 525145 h 589788"/>
                    <a:gd name="connsiteX46" fmla="*/ 121539 w 589788"/>
                    <a:gd name="connsiteY46" fmla="*/ 526669 h 589788"/>
                    <a:gd name="connsiteX47" fmla="*/ 172212 w 589788"/>
                    <a:gd name="connsiteY47" fmla="*/ 497967 h 589788"/>
                    <a:gd name="connsiteX48" fmla="*/ 187833 w 589788"/>
                    <a:gd name="connsiteY48" fmla="*/ 497078 h 589788"/>
                    <a:gd name="connsiteX49" fmla="*/ 227330 w 589788"/>
                    <a:gd name="connsiteY49" fmla="*/ 513461 h 589788"/>
                    <a:gd name="connsiteX50" fmla="*/ 237744 w 589788"/>
                    <a:gd name="connsiteY50" fmla="*/ 525145 h 589788"/>
                    <a:gd name="connsiteX51" fmla="*/ 253365 w 589788"/>
                    <a:gd name="connsiteY51" fmla="*/ 581279 h 589788"/>
                    <a:gd name="connsiteX52" fmla="*/ 263906 w 589788"/>
                    <a:gd name="connsiteY52" fmla="*/ 589788 h 589788"/>
                    <a:gd name="connsiteX53" fmla="*/ 325374 w 589788"/>
                    <a:gd name="connsiteY53" fmla="*/ 589788 h 589788"/>
                    <a:gd name="connsiteX54" fmla="*/ 335915 w 589788"/>
                    <a:gd name="connsiteY54" fmla="*/ 581279 h 589788"/>
                    <a:gd name="connsiteX55" fmla="*/ 351536 w 589788"/>
                    <a:gd name="connsiteY55" fmla="*/ 525272 h 589788"/>
                    <a:gd name="connsiteX56" fmla="*/ 361950 w 589788"/>
                    <a:gd name="connsiteY56" fmla="*/ 513588 h 589788"/>
                    <a:gd name="connsiteX57" fmla="*/ 374650 w 589788"/>
                    <a:gd name="connsiteY57" fmla="*/ 508381 h 589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589788" h="589788">
                      <a:moveTo>
                        <a:pt x="508127" y="375158"/>
                      </a:moveTo>
                      <a:lnTo>
                        <a:pt x="513461" y="362458"/>
                      </a:lnTo>
                      <a:cubicBezTo>
                        <a:pt x="515112" y="357759"/>
                        <a:pt x="520319" y="353060"/>
                        <a:pt x="525145" y="352044"/>
                      </a:cubicBezTo>
                      <a:lnTo>
                        <a:pt x="581279" y="336423"/>
                      </a:lnTo>
                      <a:cubicBezTo>
                        <a:pt x="585977" y="335407"/>
                        <a:pt x="589788" y="330581"/>
                        <a:pt x="589788" y="325755"/>
                      </a:cubicBezTo>
                      <a:lnTo>
                        <a:pt x="589788" y="264287"/>
                      </a:lnTo>
                      <a:cubicBezTo>
                        <a:pt x="589788" y="259461"/>
                        <a:pt x="585977" y="254762"/>
                        <a:pt x="581279" y="253619"/>
                      </a:cubicBezTo>
                      <a:lnTo>
                        <a:pt x="525272" y="237998"/>
                      </a:lnTo>
                      <a:cubicBezTo>
                        <a:pt x="520446" y="236982"/>
                        <a:pt x="515239" y="232283"/>
                        <a:pt x="513588" y="227584"/>
                      </a:cubicBezTo>
                      <a:lnTo>
                        <a:pt x="497205" y="187960"/>
                      </a:lnTo>
                      <a:cubicBezTo>
                        <a:pt x="495046" y="183515"/>
                        <a:pt x="495427" y="176530"/>
                        <a:pt x="498094" y="172339"/>
                      </a:cubicBezTo>
                      <a:lnTo>
                        <a:pt x="526796" y="121666"/>
                      </a:lnTo>
                      <a:cubicBezTo>
                        <a:pt x="529336" y="117602"/>
                        <a:pt x="528701" y="111506"/>
                        <a:pt x="525272" y="108204"/>
                      </a:cubicBezTo>
                      <a:lnTo>
                        <a:pt x="481711" y="64643"/>
                      </a:lnTo>
                      <a:cubicBezTo>
                        <a:pt x="478282" y="61214"/>
                        <a:pt x="472186" y="60579"/>
                        <a:pt x="468249" y="63119"/>
                      </a:cubicBezTo>
                      <a:lnTo>
                        <a:pt x="417576" y="91821"/>
                      </a:lnTo>
                      <a:cubicBezTo>
                        <a:pt x="413385" y="94488"/>
                        <a:pt x="406400" y="94869"/>
                        <a:pt x="401955" y="92710"/>
                      </a:cubicBezTo>
                      <a:lnTo>
                        <a:pt x="362458" y="76327"/>
                      </a:lnTo>
                      <a:cubicBezTo>
                        <a:pt x="357759" y="74676"/>
                        <a:pt x="353060" y="69469"/>
                        <a:pt x="352044" y="64643"/>
                      </a:cubicBezTo>
                      <a:lnTo>
                        <a:pt x="336423" y="8509"/>
                      </a:lnTo>
                      <a:cubicBezTo>
                        <a:pt x="335407" y="3810"/>
                        <a:pt x="330581" y="0"/>
                        <a:pt x="325755" y="0"/>
                      </a:cubicBezTo>
                      <a:lnTo>
                        <a:pt x="264287" y="0"/>
                      </a:lnTo>
                      <a:cubicBezTo>
                        <a:pt x="259461" y="0"/>
                        <a:pt x="254762" y="3810"/>
                        <a:pt x="253746" y="8509"/>
                      </a:cubicBezTo>
                      <a:lnTo>
                        <a:pt x="238125" y="64516"/>
                      </a:lnTo>
                      <a:cubicBezTo>
                        <a:pt x="236982" y="69342"/>
                        <a:pt x="232283" y="74549"/>
                        <a:pt x="227711" y="76200"/>
                      </a:cubicBezTo>
                      <a:lnTo>
                        <a:pt x="188087" y="92583"/>
                      </a:lnTo>
                      <a:cubicBezTo>
                        <a:pt x="183642" y="94742"/>
                        <a:pt x="176657" y="94361"/>
                        <a:pt x="172465" y="91694"/>
                      </a:cubicBezTo>
                      <a:lnTo>
                        <a:pt x="121793" y="62992"/>
                      </a:lnTo>
                      <a:cubicBezTo>
                        <a:pt x="117728" y="60452"/>
                        <a:pt x="111633" y="61087"/>
                        <a:pt x="108331" y="64516"/>
                      </a:cubicBezTo>
                      <a:lnTo>
                        <a:pt x="64770" y="108077"/>
                      </a:lnTo>
                      <a:cubicBezTo>
                        <a:pt x="61340" y="111506"/>
                        <a:pt x="60706" y="117475"/>
                        <a:pt x="63246" y="121539"/>
                      </a:cubicBezTo>
                      <a:lnTo>
                        <a:pt x="91948" y="172212"/>
                      </a:lnTo>
                      <a:cubicBezTo>
                        <a:pt x="94615" y="176403"/>
                        <a:pt x="94996" y="183388"/>
                        <a:pt x="92837" y="187833"/>
                      </a:cubicBezTo>
                      <a:lnTo>
                        <a:pt x="76327" y="227457"/>
                      </a:lnTo>
                      <a:cubicBezTo>
                        <a:pt x="74676" y="232156"/>
                        <a:pt x="69469" y="236855"/>
                        <a:pt x="64643" y="237871"/>
                      </a:cubicBezTo>
                      <a:lnTo>
                        <a:pt x="8509" y="253492"/>
                      </a:lnTo>
                      <a:cubicBezTo>
                        <a:pt x="3810" y="254508"/>
                        <a:pt x="0" y="259334"/>
                        <a:pt x="0" y="264033"/>
                      </a:cubicBezTo>
                      <a:lnTo>
                        <a:pt x="0" y="325501"/>
                      </a:lnTo>
                      <a:cubicBezTo>
                        <a:pt x="0" y="330327"/>
                        <a:pt x="3810" y="335026"/>
                        <a:pt x="8509" y="336169"/>
                      </a:cubicBezTo>
                      <a:lnTo>
                        <a:pt x="64515" y="351790"/>
                      </a:lnTo>
                      <a:cubicBezTo>
                        <a:pt x="69342" y="352806"/>
                        <a:pt x="74549" y="357505"/>
                        <a:pt x="76200" y="362204"/>
                      </a:cubicBezTo>
                      <a:lnTo>
                        <a:pt x="92583" y="401828"/>
                      </a:lnTo>
                      <a:cubicBezTo>
                        <a:pt x="94742" y="406273"/>
                        <a:pt x="94361" y="413258"/>
                        <a:pt x="91694" y="417449"/>
                      </a:cubicBezTo>
                      <a:lnTo>
                        <a:pt x="62992" y="468122"/>
                      </a:lnTo>
                      <a:cubicBezTo>
                        <a:pt x="60452" y="472186"/>
                        <a:pt x="61087" y="478282"/>
                        <a:pt x="64515" y="481584"/>
                      </a:cubicBezTo>
                      <a:lnTo>
                        <a:pt x="108077" y="525145"/>
                      </a:lnTo>
                      <a:cubicBezTo>
                        <a:pt x="111506" y="528574"/>
                        <a:pt x="117602" y="529209"/>
                        <a:pt x="121539" y="526669"/>
                      </a:cubicBezTo>
                      <a:lnTo>
                        <a:pt x="172212" y="497967"/>
                      </a:lnTo>
                      <a:cubicBezTo>
                        <a:pt x="176402" y="495300"/>
                        <a:pt x="183388" y="494919"/>
                        <a:pt x="187833" y="497078"/>
                      </a:cubicBezTo>
                      <a:lnTo>
                        <a:pt x="227330" y="513461"/>
                      </a:lnTo>
                      <a:cubicBezTo>
                        <a:pt x="232028" y="515112"/>
                        <a:pt x="236727" y="520319"/>
                        <a:pt x="237744" y="525145"/>
                      </a:cubicBezTo>
                      <a:lnTo>
                        <a:pt x="253365" y="581279"/>
                      </a:lnTo>
                      <a:cubicBezTo>
                        <a:pt x="254381" y="585978"/>
                        <a:pt x="259207" y="589788"/>
                        <a:pt x="263906" y="589788"/>
                      </a:cubicBezTo>
                      <a:lnTo>
                        <a:pt x="325374" y="589788"/>
                      </a:lnTo>
                      <a:cubicBezTo>
                        <a:pt x="330200" y="589788"/>
                        <a:pt x="334899" y="585978"/>
                        <a:pt x="335915" y="581279"/>
                      </a:cubicBezTo>
                      <a:lnTo>
                        <a:pt x="351536" y="525272"/>
                      </a:lnTo>
                      <a:cubicBezTo>
                        <a:pt x="352552" y="520446"/>
                        <a:pt x="357251" y="515239"/>
                        <a:pt x="361950" y="513588"/>
                      </a:cubicBezTo>
                      <a:lnTo>
                        <a:pt x="374650" y="508381"/>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55" name="Freeform: Shape 54">
                  <a:extLst>
                    <a:ext uri="{FF2B5EF4-FFF2-40B4-BE49-F238E27FC236}">
                      <a16:creationId xmlns:a16="http://schemas.microsoft.com/office/drawing/2014/main" id="{565FBB64-7B7E-CAC1-1068-B1ED134B8CCF}"/>
                    </a:ext>
                  </a:extLst>
                </p:cNvPr>
                <p:cNvSpPr/>
                <p:nvPr/>
              </p:nvSpPr>
              <p:spPr>
                <a:xfrm>
                  <a:off x="7564758" y="2016192"/>
                  <a:ext cx="437706" cy="437630"/>
                </a:xfrm>
                <a:custGeom>
                  <a:avLst/>
                  <a:gdLst>
                    <a:gd name="connsiteX0" fmla="*/ 108073 w 437706"/>
                    <a:gd name="connsiteY0" fmla="*/ 17840 h 437630"/>
                    <a:gd name="connsiteX1" fmla="*/ 178685 w 437706"/>
                    <a:gd name="connsiteY1" fmla="*/ 88452 h 437630"/>
                    <a:gd name="connsiteX2" fmla="*/ 182241 w 437706"/>
                    <a:gd name="connsiteY2" fmla="*/ 101787 h 437630"/>
                    <a:gd name="connsiteX3" fmla="*/ 101342 w 437706"/>
                    <a:gd name="connsiteY3" fmla="*/ 182685 h 437630"/>
                    <a:gd name="connsiteX4" fmla="*/ 88007 w 437706"/>
                    <a:gd name="connsiteY4" fmla="*/ 179129 h 437630"/>
                    <a:gd name="connsiteX5" fmla="*/ 17522 w 437706"/>
                    <a:gd name="connsiteY5" fmla="*/ 108644 h 437630"/>
                    <a:gd name="connsiteX6" fmla="*/ 2917 w 437706"/>
                    <a:gd name="connsiteY6" fmla="*/ 112962 h 437630"/>
                    <a:gd name="connsiteX7" fmla="*/ 41398 w 437706"/>
                    <a:gd name="connsiteY7" fmla="*/ 241740 h 437630"/>
                    <a:gd name="connsiteX8" fmla="*/ 193290 w 437706"/>
                    <a:gd name="connsiteY8" fmla="*/ 273363 h 437630"/>
                    <a:gd name="connsiteX9" fmla="*/ 340483 w 437706"/>
                    <a:gd name="connsiteY9" fmla="*/ 420556 h 437630"/>
                    <a:gd name="connsiteX10" fmla="*/ 419985 w 437706"/>
                    <a:gd name="connsiteY10" fmla="*/ 422462 h 437630"/>
                    <a:gd name="connsiteX11" fmla="*/ 421128 w 437706"/>
                    <a:gd name="connsiteY11" fmla="*/ 341562 h 437630"/>
                    <a:gd name="connsiteX12" fmla="*/ 273173 w 437706"/>
                    <a:gd name="connsiteY12" fmla="*/ 193607 h 437630"/>
                    <a:gd name="connsiteX13" fmla="*/ 241550 w 437706"/>
                    <a:gd name="connsiteY13" fmla="*/ 41462 h 437630"/>
                    <a:gd name="connsiteX14" fmla="*/ 112391 w 437706"/>
                    <a:gd name="connsiteY14" fmla="*/ 2981 h 437630"/>
                    <a:gd name="connsiteX15" fmla="*/ 108073 w 437706"/>
                    <a:gd name="connsiteY15" fmla="*/ 17585 h 43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706" h="437630">
                      <a:moveTo>
                        <a:pt x="108073" y="17840"/>
                      </a:moveTo>
                      <a:lnTo>
                        <a:pt x="178685" y="88452"/>
                      </a:lnTo>
                      <a:cubicBezTo>
                        <a:pt x="182241" y="92007"/>
                        <a:pt x="183511" y="97087"/>
                        <a:pt x="182241" y="101787"/>
                      </a:cubicBezTo>
                      <a:cubicBezTo>
                        <a:pt x="171700" y="141284"/>
                        <a:pt x="140839" y="172144"/>
                        <a:pt x="101342" y="182685"/>
                      </a:cubicBezTo>
                      <a:cubicBezTo>
                        <a:pt x="96516" y="183956"/>
                        <a:pt x="91436" y="182685"/>
                        <a:pt x="88007" y="179129"/>
                      </a:cubicBezTo>
                      <a:lnTo>
                        <a:pt x="17522" y="108644"/>
                      </a:lnTo>
                      <a:cubicBezTo>
                        <a:pt x="12696" y="103818"/>
                        <a:pt x="4314" y="106231"/>
                        <a:pt x="2917" y="112962"/>
                      </a:cubicBezTo>
                      <a:cubicBezTo>
                        <a:pt x="-6354" y="158047"/>
                        <a:pt x="6473" y="206815"/>
                        <a:pt x="41398" y="241740"/>
                      </a:cubicBezTo>
                      <a:cubicBezTo>
                        <a:pt x="82419" y="282762"/>
                        <a:pt x="142490" y="293303"/>
                        <a:pt x="193290" y="273363"/>
                      </a:cubicBezTo>
                      <a:lnTo>
                        <a:pt x="340483" y="420556"/>
                      </a:lnTo>
                      <a:cubicBezTo>
                        <a:pt x="362200" y="442274"/>
                        <a:pt x="397633" y="443671"/>
                        <a:pt x="419985" y="422462"/>
                      </a:cubicBezTo>
                      <a:cubicBezTo>
                        <a:pt x="443226" y="400490"/>
                        <a:pt x="443607" y="363915"/>
                        <a:pt x="421128" y="341562"/>
                      </a:cubicBezTo>
                      <a:lnTo>
                        <a:pt x="273173" y="193607"/>
                      </a:lnTo>
                      <a:cubicBezTo>
                        <a:pt x="293239" y="142807"/>
                        <a:pt x="282698" y="82609"/>
                        <a:pt x="241550" y="41462"/>
                      </a:cubicBezTo>
                      <a:cubicBezTo>
                        <a:pt x="206498" y="6409"/>
                        <a:pt x="157603" y="-6418"/>
                        <a:pt x="112391" y="2981"/>
                      </a:cubicBezTo>
                      <a:cubicBezTo>
                        <a:pt x="105660" y="4378"/>
                        <a:pt x="103247" y="12759"/>
                        <a:pt x="108073" y="17585"/>
                      </a:cubicBezTo>
                      <a:close/>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grpSp>
      </p:grpSp>
    </p:spTree>
    <p:extLst>
      <p:ext uri="{BB962C8B-B14F-4D97-AF65-F5344CB8AC3E}">
        <p14:creationId xmlns:p14="http://schemas.microsoft.com/office/powerpoint/2010/main" val="707210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FAEFD-2B96-44DC-7884-AEF6344079E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3AA00D2-1CB4-619A-D6B8-5D2F6F2C3555}"/>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Detailed review of capability scores, insights, and implications (4 of 5)</a:t>
            </a:r>
          </a:p>
        </p:txBody>
      </p:sp>
      <p:graphicFrame>
        <p:nvGraphicFramePr>
          <p:cNvPr id="45" name="Table 44">
            <a:extLst>
              <a:ext uri="{FF2B5EF4-FFF2-40B4-BE49-F238E27FC236}">
                <a16:creationId xmlns:a16="http://schemas.microsoft.com/office/drawing/2014/main" id="{50CB43A0-1656-4C31-7843-38140CD00B05}"/>
              </a:ext>
            </a:extLst>
          </p:cNvPr>
          <p:cNvGraphicFramePr>
            <a:graphicFrameLocks noGrp="1"/>
          </p:cNvGraphicFramePr>
          <p:nvPr>
            <p:extLst>
              <p:ext uri="{D42A27DB-BD31-4B8C-83A1-F6EECF244321}">
                <p14:modId xmlns:p14="http://schemas.microsoft.com/office/powerpoint/2010/main" val="418801017"/>
              </p:ext>
            </p:extLst>
          </p:nvPr>
        </p:nvGraphicFramePr>
        <p:xfrm>
          <a:off x="495300" y="960120"/>
          <a:ext cx="11064240" cy="49377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4025228862"/>
                    </a:ext>
                  </a:extLst>
                </a:gridCol>
                <a:gridCol w="1371600">
                  <a:extLst>
                    <a:ext uri="{9D8B030D-6E8A-4147-A177-3AD203B41FA5}">
                      <a16:colId xmlns:a16="http://schemas.microsoft.com/office/drawing/2014/main" val="3580726984"/>
                    </a:ext>
                  </a:extLst>
                </a:gridCol>
                <a:gridCol w="3840480">
                  <a:extLst>
                    <a:ext uri="{9D8B030D-6E8A-4147-A177-3AD203B41FA5}">
                      <a16:colId xmlns:a16="http://schemas.microsoft.com/office/drawing/2014/main" val="1689672458"/>
                    </a:ext>
                  </a:extLst>
                </a:gridCol>
                <a:gridCol w="4206240">
                  <a:extLst>
                    <a:ext uri="{9D8B030D-6E8A-4147-A177-3AD203B41FA5}">
                      <a16:colId xmlns:a16="http://schemas.microsoft.com/office/drawing/2014/main" val="3797913146"/>
                    </a:ext>
                  </a:extLst>
                </a:gridCol>
              </a:tblGrid>
              <a:tr h="548640">
                <a:tc>
                  <a:txBody>
                    <a:bodyPr/>
                    <a:lstStyle/>
                    <a:p>
                      <a:r>
                        <a:rPr lang="en-US" sz="1200"/>
                        <a:t>Capability</a:t>
                      </a:r>
                    </a:p>
                  </a:txBody>
                  <a:tcPr anchor="ctr"/>
                </a:tc>
                <a:tc>
                  <a:txBody>
                    <a:bodyPr/>
                    <a:lstStyle/>
                    <a:p>
                      <a:pPr algn="ctr"/>
                      <a:r>
                        <a:rPr lang="en-US" sz="1200"/>
                        <a:t>Average Maturity Rating</a:t>
                      </a:r>
                    </a:p>
                  </a:txBody>
                  <a:tcPr anchor="ctr"/>
                </a:tc>
                <a:tc>
                  <a:txBody>
                    <a:bodyPr/>
                    <a:lstStyle/>
                    <a:p>
                      <a:pPr algn="ctr"/>
                      <a:r>
                        <a:rPr lang="en-US" sz="1200"/>
                        <a:t>Insights</a:t>
                      </a:r>
                    </a:p>
                  </a:txBody>
                  <a:tcPr anchor="ctr"/>
                </a:tc>
                <a:tc>
                  <a:txBody>
                    <a:bodyPr/>
                    <a:lstStyle/>
                    <a:p>
                      <a:pPr algn="ctr"/>
                      <a:r>
                        <a:rPr lang="en-US" sz="1200"/>
                        <a:t>Actions to address</a:t>
                      </a:r>
                    </a:p>
                  </a:txBody>
                  <a:tcPr anchor="ctr"/>
                </a:tc>
                <a:extLst>
                  <a:ext uri="{0D108BD9-81ED-4DB2-BD59-A6C34878D82A}">
                    <a16:rowId xmlns:a16="http://schemas.microsoft.com/office/drawing/2014/main" val="1767711685"/>
                  </a:ext>
                </a:extLst>
              </a:tr>
              <a:tr h="1097280">
                <a:tc>
                  <a:txBody>
                    <a:bodyPr/>
                    <a:lstStyle/>
                    <a:p>
                      <a:pPr algn="l"/>
                      <a:r>
                        <a:rPr lang="en-US" sz="1200" b="1">
                          <a:solidFill>
                            <a:schemeClr val="bg1"/>
                          </a:solidFill>
                        </a:rPr>
                        <a:t>Knowledge Management</a:t>
                      </a:r>
                    </a:p>
                  </a:txBody>
                  <a:tcPr anchor="ctr">
                    <a:solidFill>
                      <a:schemeClr val="accent3"/>
                    </a:solidFill>
                  </a:tcPr>
                </a:tc>
                <a:tc>
                  <a:txBody>
                    <a:bodyPr/>
                    <a:lstStyle/>
                    <a:p>
                      <a:pPr algn="ctr"/>
                      <a:r>
                        <a:rPr lang="en-US" sz="1200"/>
                        <a:t>2.2</a:t>
                      </a:r>
                    </a:p>
                  </a:txBody>
                  <a:tcPr anchor="ctr"/>
                </a:tc>
                <a:tc>
                  <a:txBody>
                    <a:bodyPr/>
                    <a:lstStyle/>
                    <a:p>
                      <a:pPr marL="171450" indent="-171450" algn="l">
                        <a:spcAft>
                          <a:spcPts val="300"/>
                        </a:spcAft>
                        <a:buFont typeface="Arial" panose="020B0604020202020204" pitchFamily="34" charset="0"/>
                        <a:buChar char="•"/>
                      </a:pPr>
                      <a:r>
                        <a:rPr lang="en-US" sz="900"/>
                        <a:t>Main risk is loss of key personnel due to knowledge being concentrated in a few individuals</a:t>
                      </a:r>
                    </a:p>
                    <a:p>
                      <a:pPr marL="171450" indent="-171450" algn="l">
                        <a:spcAft>
                          <a:spcPts val="300"/>
                        </a:spcAft>
                        <a:buFont typeface="Arial" panose="020B0604020202020204" pitchFamily="34" charset="0"/>
                        <a:buChar char="•"/>
                      </a:pPr>
                      <a:r>
                        <a:rPr lang="en-US" sz="900"/>
                        <a:t>Lack of documentation in key areas (e.g., BC/DR, release management, system and integration architecture)</a:t>
                      </a:r>
                    </a:p>
                    <a:p>
                      <a:pPr marL="171450" indent="-171450" algn="l">
                        <a:spcAft>
                          <a:spcPts val="300"/>
                        </a:spcAft>
                        <a:buFont typeface="Arial" panose="020B0604020202020204" pitchFamily="34" charset="0"/>
                        <a:buChar char="•"/>
                      </a:pPr>
                      <a:r>
                        <a:rPr lang="en-US" sz="900"/>
                        <a:t>Knowledge is fragmented and localized, with ad hoc storage and inconsistent sharing across teams and platforms</a:t>
                      </a:r>
                    </a:p>
                  </a:txBody>
                  <a:tcPr anchor="ctr"/>
                </a:tc>
                <a:tc>
                  <a:txBody>
                    <a:bodyPr/>
                    <a:lstStyle/>
                    <a:p>
                      <a:pPr marL="171450" indent="-171450" algn="l">
                        <a:spcAft>
                          <a:spcPts val="300"/>
                        </a:spcAft>
                        <a:buFont typeface="Arial" panose="020B0604020202020204" pitchFamily="34" charset="0"/>
                        <a:buChar char="•"/>
                      </a:pPr>
                      <a:r>
                        <a:rPr lang="en-US" sz="900"/>
                        <a:t>Establish centralized and standardized knowledge management platforms and shift knowledge resources off of legacy repositories</a:t>
                      </a:r>
                    </a:p>
                    <a:p>
                      <a:pPr marL="171450" indent="-171450" algn="l">
                        <a:spcAft>
                          <a:spcPts val="300"/>
                        </a:spcAft>
                        <a:buFont typeface="Arial" panose="020B0604020202020204" pitchFamily="34" charset="0"/>
                        <a:buChar char="•"/>
                      </a:pPr>
                      <a:r>
                        <a:rPr lang="en-US" sz="900"/>
                        <a:t>Integrate tools and processes across IT and business functions, ensuring knowledge is proactively captured, categorized, and maintained</a:t>
                      </a:r>
                    </a:p>
                    <a:p>
                      <a:pPr marL="171450" indent="-171450" algn="l">
                        <a:spcAft>
                          <a:spcPts val="300"/>
                        </a:spcAft>
                        <a:buFont typeface="Arial" panose="020B0604020202020204" pitchFamily="34" charset="0"/>
                        <a:buChar char="•"/>
                      </a:pPr>
                      <a:r>
                        <a:rPr lang="en-US" sz="900"/>
                        <a:t>Implement regular review cycles, common templates, and actionable metrics to drive continuous improvement and accountability</a:t>
                      </a:r>
                    </a:p>
                  </a:txBody>
                  <a:tcPr anchor="ctr"/>
                </a:tc>
                <a:extLst>
                  <a:ext uri="{0D108BD9-81ED-4DB2-BD59-A6C34878D82A}">
                    <a16:rowId xmlns:a16="http://schemas.microsoft.com/office/drawing/2014/main" val="3490231302"/>
                  </a:ext>
                </a:extLst>
              </a:tr>
              <a:tr h="1097280">
                <a:tc>
                  <a:txBody>
                    <a:bodyPr/>
                    <a:lstStyle/>
                    <a:p>
                      <a:pPr algn="l"/>
                      <a:r>
                        <a:rPr lang="en-US" sz="1200" b="1">
                          <a:solidFill>
                            <a:schemeClr val="bg1"/>
                          </a:solidFill>
                        </a:rPr>
                        <a:t>Incident Management</a:t>
                      </a:r>
                    </a:p>
                  </a:txBody>
                  <a:tcPr anchor="ctr">
                    <a:solidFill>
                      <a:schemeClr val="accent3"/>
                    </a:solidFill>
                  </a:tcPr>
                </a:tc>
                <a:tc>
                  <a:txBody>
                    <a:bodyPr/>
                    <a:lstStyle/>
                    <a:p>
                      <a:pPr marL="0" indent="0" algn="ctr">
                        <a:buFont typeface="Arial" panose="020B0604020202020204" pitchFamily="34" charset="0"/>
                        <a:buNone/>
                      </a:pPr>
                      <a:r>
                        <a:rPr lang="en-US" sz="1200"/>
                        <a:t>2.6</a:t>
                      </a:r>
                    </a:p>
                  </a:txBody>
                  <a:tcPr anchor="ctr"/>
                </a:tc>
                <a:tc>
                  <a:txBody>
                    <a:bodyPr/>
                    <a:lstStyle/>
                    <a:p>
                      <a:pPr marL="171450" indent="-171450" algn="l">
                        <a:spcAft>
                          <a:spcPts val="300"/>
                        </a:spcAft>
                        <a:buFont typeface="Arial" panose="020B0604020202020204" pitchFamily="34" charset="0"/>
                        <a:buChar char="•"/>
                      </a:pPr>
                      <a:r>
                        <a:rPr lang="en-US" sz="900"/>
                        <a:t>Pockets of knowledge result in longer times to resolution during outages to identify the right stakeholders</a:t>
                      </a:r>
                    </a:p>
                    <a:p>
                      <a:pPr marL="171450" indent="-171450" algn="l">
                        <a:spcAft>
                          <a:spcPts val="300"/>
                        </a:spcAft>
                        <a:buFont typeface="Arial" panose="020B0604020202020204" pitchFamily="34" charset="0"/>
                        <a:buChar char="•"/>
                      </a:pPr>
                      <a:r>
                        <a:rPr lang="en-US" sz="900"/>
                        <a:t>Tooling, integration, and metrics are limited, leading to manual routing, low first call resolution rates, and limited visibility into incident trends</a:t>
                      </a:r>
                    </a:p>
                  </a:txBody>
                  <a:tcPr anchor="ct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a:t>Conduct post-incident analysis and reviews to identify the root cause of incidents, implement preventive measures, and continuously improve incident management processes. Use monitoring insights to identify patterns and trends in incident occurrences to help mitigate or prevent future incidents</a:t>
                      </a:r>
                    </a:p>
                    <a:p>
                      <a:pPr marL="171450" indent="-171450" algn="l">
                        <a:spcAft>
                          <a:spcPts val="300"/>
                        </a:spcAft>
                        <a:buFont typeface="Arial" panose="020B0604020202020204" pitchFamily="34" charset="0"/>
                        <a:buChar char="•"/>
                      </a:pPr>
                      <a:r>
                        <a:rPr lang="en-US" sz="900"/>
                        <a:t>Invest in integrated tooling, automation, and real-time dashboards to improve incident tracking, resolution rates, and visibility</a:t>
                      </a:r>
                    </a:p>
                  </a:txBody>
                  <a:tcPr anchor="ctr"/>
                </a:tc>
                <a:extLst>
                  <a:ext uri="{0D108BD9-81ED-4DB2-BD59-A6C34878D82A}">
                    <a16:rowId xmlns:a16="http://schemas.microsoft.com/office/drawing/2014/main" val="3608311930"/>
                  </a:ext>
                </a:extLst>
              </a:tr>
              <a:tr h="1097280">
                <a:tc>
                  <a:txBody>
                    <a:bodyPr/>
                    <a:lstStyle/>
                    <a:p>
                      <a:pPr algn="l"/>
                      <a:r>
                        <a:rPr lang="en-US" sz="1200" b="1">
                          <a:solidFill>
                            <a:schemeClr val="bg1"/>
                          </a:solidFill>
                        </a:rPr>
                        <a:t>Monitoring &amp; Event Management</a:t>
                      </a:r>
                    </a:p>
                  </a:txBody>
                  <a:tcPr anchor="ctr">
                    <a:solidFill>
                      <a:schemeClr val="accent3"/>
                    </a:solidFill>
                  </a:tcPr>
                </a:tc>
                <a:tc>
                  <a:txBody>
                    <a:bodyPr/>
                    <a:lstStyle/>
                    <a:p>
                      <a:pPr algn="ctr"/>
                      <a:r>
                        <a:rPr lang="en-US" sz="1200"/>
                        <a:t>2.6</a:t>
                      </a:r>
                    </a:p>
                  </a:txBody>
                  <a:tcPr anchor="ctr"/>
                </a:tc>
                <a:tc>
                  <a:txBody>
                    <a:bodyPr/>
                    <a:lstStyle/>
                    <a:p>
                      <a:pPr marL="171450" indent="-171450" algn="l">
                        <a:spcAft>
                          <a:spcPts val="300"/>
                        </a:spcAft>
                        <a:buFont typeface="Arial" panose="020B0604020202020204" pitchFamily="34" charset="0"/>
                        <a:buChar char="•"/>
                      </a:pPr>
                      <a:r>
                        <a:rPr lang="en-US" sz="900"/>
                        <a:t>24x7 monitoring is being expanded via TCS partnership, but limited visibility into performance issues as software application monitoring capability is lacking due to cost and resource constraints</a:t>
                      </a:r>
                    </a:p>
                    <a:p>
                      <a:pPr marL="171450" indent="-171450" algn="l">
                        <a:spcAft>
                          <a:spcPts val="300"/>
                        </a:spcAft>
                        <a:buFont typeface="Arial" panose="020B0604020202020204" pitchFamily="34" charset="0"/>
                        <a:buChar char="•"/>
                      </a:pPr>
                      <a:r>
                        <a:rPr lang="en-US" sz="900"/>
                        <a:t>Event data is dispersed and underutilized, with minimal transparency, reporting, or actionable insights to support decision-making, resulting in reactive, ad-hoc performance analysis and slow progress toward proactive, enterprise-wide event management</a:t>
                      </a:r>
                    </a:p>
                  </a:txBody>
                  <a:tcPr anchor="ctr"/>
                </a:tc>
                <a:tc>
                  <a:txBody>
                    <a:bodyPr/>
                    <a:lstStyle/>
                    <a:p>
                      <a:pPr marL="171450" indent="-171450" algn="l">
                        <a:spcAft>
                          <a:spcPts val="300"/>
                        </a:spcAft>
                        <a:buFont typeface="Arial" panose="020B0604020202020204" pitchFamily="34" charset="0"/>
                        <a:buChar char="•"/>
                      </a:pPr>
                      <a:r>
                        <a:rPr lang="en-US" sz="900"/>
                        <a:t>Define and document thresholds for various events, including performance metrics, error rates, and system health indicators. Work with subject matter experts to determine appropriate thresholds and review cadences to adjust thresholds based on evolving business needs and operational experiences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a:t>Predefine response procedures based on the type and severity of correlated events, ensuring response teams are notified and have access to all relevant event details</a:t>
                      </a:r>
                    </a:p>
                  </a:txBody>
                  <a:tcPr anchor="ctr"/>
                </a:tc>
                <a:extLst>
                  <a:ext uri="{0D108BD9-81ED-4DB2-BD59-A6C34878D82A}">
                    <a16:rowId xmlns:a16="http://schemas.microsoft.com/office/drawing/2014/main" val="2106822603"/>
                  </a:ext>
                </a:extLst>
              </a:tr>
              <a:tr h="1097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Threat Detection &amp; Response Management</a:t>
                      </a:r>
                    </a:p>
                  </a:txBody>
                  <a:tcPr anchor="ctr">
                    <a:solidFill>
                      <a:schemeClr val="accent3"/>
                    </a:solidFill>
                  </a:tcPr>
                </a:tc>
                <a:tc>
                  <a:txBody>
                    <a:bodyPr/>
                    <a:lstStyle/>
                    <a:p>
                      <a:pPr algn="ctr"/>
                      <a:r>
                        <a:rPr lang="en-US" sz="1200"/>
                        <a:t>2.7</a:t>
                      </a:r>
                    </a:p>
                  </a:txBody>
                  <a:tcPr anchor="ctr"/>
                </a:tc>
                <a:tc>
                  <a:txBody>
                    <a:bodyPr/>
                    <a:lstStyle/>
                    <a:p>
                      <a:pPr marL="171450" indent="-171450" algn="l">
                        <a:spcAft>
                          <a:spcPts val="300"/>
                        </a:spcAft>
                        <a:buFont typeface="Arial" panose="020B0604020202020204" pitchFamily="34" charset="0"/>
                        <a:buChar char="•"/>
                      </a:pPr>
                      <a:r>
                        <a:rPr lang="en-US" sz="900"/>
                        <a:t>Leveraging third-party (TCS) to improve vulnerability management and patching, performance is still developing and not yet fully reliable</a:t>
                      </a:r>
                    </a:p>
                    <a:p>
                      <a:pPr marL="171450" indent="-171450" algn="l">
                        <a:spcAft>
                          <a:spcPts val="300"/>
                        </a:spcAft>
                        <a:buFont typeface="Arial" panose="020B0604020202020204" pitchFamily="34" charset="0"/>
                        <a:buChar char="•"/>
                      </a:pPr>
                      <a:r>
                        <a:rPr lang="en-US" sz="900"/>
                        <a:t>Standardization, automation, and integration are limited, leading to gaps in coverage, inconsistent practices, and limited visibility into threat data and response effectiveness</a:t>
                      </a:r>
                    </a:p>
                  </a:txBody>
                  <a:tcPr anchor="ctr"/>
                </a:tc>
                <a:tc>
                  <a:txBody>
                    <a:bodyPr/>
                    <a:lstStyle/>
                    <a:p>
                      <a:pPr marL="171450" indent="-171450" algn="l">
                        <a:spcAft>
                          <a:spcPts val="300"/>
                        </a:spcAft>
                        <a:buFont typeface="Arial" panose="020B0604020202020204" pitchFamily="34" charset="0"/>
                        <a:buChar char="•"/>
                      </a:pPr>
                      <a:r>
                        <a:rPr lang="en-US" sz="900"/>
                        <a:t>Analyze the gathered threat intelligence data, identifying trends, patterns, emerging attack techniques, potential vulnerabilities, and malicious actors.</a:t>
                      </a:r>
                    </a:p>
                    <a:p>
                      <a:pPr marL="171450" indent="-171450" algn="l">
                        <a:spcAft>
                          <a:spcPts val="300"/>
                        </a:spcAft>
                        <a:buFont typeface="Arial" panose="020B0604020202020204" pitchFamily="34" charset="0"/>
                        <a:buChar char="•"/>
                      </a:pPr>
                      <a:r>
                        <a:rPr lang="en-US" sz="900"/>
                        <a:t>Leverage AI and ML technologies for advanced threat detection, including anomaly detection, behavior analysis, and pattern recognition, to enhance the speed and accuracy of threat detection efforts</a:t>
                      </a:r>
                    </a:p>
                  </a:txBody>
                  <a:tcPr anchor="ctr"/>
                </a:tc>
                <a:extLst>
                  <a:ext uri="{0D108BD9-81ED-4DB2-BD59-A6C34878D82A}">
                    <a16:rowId xmlns:a16="http://schemas.microsoft.com/office/drawing/2014/main" val="3601015498"/>
                  </a:ext>
                </a:extLst>
              </a:tr>
            </a:tbl>
          </a:graphicData>
        </a:graphic>
      </p:graphicFrame>
      <p:grpSp>
        <p:nvGrpSpPr>
          <p:cNvPr id="46" name="Group 45">
            <a:extLst>
              <a:ext uri="{FF2B5EF4-FFF2-40B4-BE49-F238E27FC236}">
                <a16:creationId xmlns:a16="http://schemas.microsoft.com/office/drawing/2014/main" id="{B64D602C-E91B-8C68-8134-A79665AB7351}"/>
              </a:ext>
            </a:extLst>
          </p:cNvPr>
          <p:cNvGrpSpPr/>
          <p:nvPr/>
        </p:nvGrpSpPr>
        <p:grpSpPr>
          <a:xfrm>
            <a:off x="4563863" y="6509385"/>
            <a:ext cx="6995677" cy="320040"/>
            <a:chOff x="995364" y="6490335"/>
            <a:chExt cx="6995677" cy="320040"/>
          </a:xfrm>
        </p:grpSpPr>
        <p:grpSp>
          <p:nvGrpSpPr>
            <p:cNvPr id="47" name="Group 46">
              <a:extLst>
                <a:ext uri="{FF2B5EF4-FFF2-40B4-BE49-F238E27FC236}">
                  <a16:creationId xmlns:a16="http://schemas.microsoft.com/office/drawing/2014/main" id="{162892AE-D323-79AD-02C7-9D00C1919CDE}"/>
                </a:ext>
              </a:extLst>
            </p:cNvPr>
            <p:cNvGrpSpPr/>
            <p:nvPr/>
          </p:nvGrpSpPr>
          <p:grpSpPr>
            <a:xfrm>
              <a:off x="995364" y="6490335"/>
              <a:ext cx="1371600" cy="320040"/>
              <a:chOff x="995364" y="6490335"/>
              <a:chExt cx="1371600" cy="320040"/>
            </a:xfrm>
          </p:grpSpPr>
          <p:sp>
            <p:nvSpPr>
              <p:cNvPr id="81" name="Rectangle 80">
                <a:extLst>
                  <a:ext uri="{FF2B5EF4-FFF2-40B4-BE49-F238E27FC236}">
                    <a16:creationId xmlns:a16="http://schemas.microsoft.com/office/drawing/2014/main" id="{DB03DC59-AF7B-941C-49B9-16FBCD4E2434}"/>
                  </a:ext>
                </a:extLst>
              </p:cNvPr>
              <p:cNvSpPr>
                <a:spLocks/>
              </p:cNvSpPr>
              <p:nvPr/>
            </p:nvSpPr>
            <p:spPr>
              <a:xfrm>
                <a:off x="995364" y="6490335"/>
                <a:ext cx="1371600" cy="32004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KPMG Bold"/>
                    <a:ea typeface="+mn-ea"/>
                    <a:cs typeface="+mn-cs"/>
                  </a:rPr>
                  <a:t>Align</a:t>
                </a:r>
              </a:p>
            </p:txBody>
          </p:sp>
          <p:sp>
            <p:nvSpPr>
              <p:cNvPr id="82" name="Isosceles Triangle 81">
                <a:extLst>
                  <a:ext uri="{FF2B5EF4-FFF2-40B4-BE49-F238E27FC236}">
                    <a16:creationId xmlns:a16="http://schemas.microsoft.com/office/drawing/2014/main" id="{77F86ED9-B293-9ECE-BA0E-05EFE5A09884}"/>
                  </a:ext>
                </a:extLst>
              </p:cNvPr>
              <p:cNvSpPr/>
              <p:nvPr/>
            </p:nvSpPr>
            <p:spPr>
              <a:xfrm rot="5400000">
                <a:off x="2171463" y="6604122"/>
                <a:ext cx="138287" cy="924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83" name="Group 82">
                <a:extLst>
                  <a:ext uri="{FF2B5EF4-FFF2-40B4-BE49-F238E27FC236}">
                    <a16:creationId xmlns:a16="http://schemas.microsoft.com/office/drawing/2014/main" id="{3D4B2156-BC06-AF7A-7DC0-3EE363A4716E}"/>
                  </a:ext>
                </a:extLst>
              </p:cNvPr>
              <p:cNvGrpSpPr/>
              <p:nvPr/>
            </p:nvGrpSpPr>
            <p:grpSpPr>
              <a:xfrm>
                <a:off x="1763337" y="6554700"/>
                <a:ext cx="303131" cy="191311"/>
                <a:chOff x="1763337" y="6577560"/>
                <a:chExt cx="303131" cy="191311"/>
              </a:xfrm>
            </p:grpSpPr>
            <p:cxnSp>
              <p:nvCxnSpPr>
                <p:cNvPr id="84" name="Straight Connector 83">
                  <a:extLst>
                    <a:ext uri="{FF2B5EF4-FFF2-40B4-BE49-F238E27FC236}">
                      <a16:creationId xmlns:a16="http://schemas.microsoft.com/office/drawing/2014/main" id="{5C7F904C-3AF5-3563-BD17-C85E20A46905}"/>
                    </a:ext>
                  </a:extLst>
                </p:cNvPr>
                <p:cNvCxnSpPr>
                  <a:cxnSpLocks/>
                </p:cNvCxnSpPr>
                <p:nvPr/>
              </p:nvCxnSpPr>
              <p:spPr>
                <a:xfrm rot="5400000">
                  <a:off x="1667681" y="6673216"/>
                  <a:ext cx="191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75D8342F-2612-A4C3-D285-C18CC6EEB6D1}"/>
                    </a:ext>
                  </a:extLst>
                </p:cNvPr>
                <p:cNvSpPr/>
                <p:nvPr/>
              </p:nvSpPr>
              <p:spPr>
                <a:xfrm rot="5400000">
                  <a:off x="1925365" y="6513261"/>
                  <a:ext cx="46082" cy="236124"/>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Arial"/>
                    <a:ea typeface="+mn-ea"/>
                    <a:cs typeface="+mn-cs"/>
                  </a:endParaRPr>
                </a:p>
              </p:txBody>
            </p:sp>
            <p:sp>
              <p:nvSpPr>
                <p:cNvPr id="86" name="Rectangle 85">
                  <a:extLst>
                    <a:ext uri="{FF2B5EF4-FFF2-40B4-BE49-F238E27FC236}">
                      <a16:creationId xmlns:a16="http://schemas.microsoft.com/office/drawing/2014/main" id="{DF7B7B5B-0EB1-0773-B9C2-AA42BACB0B93}"/>
                    </a:ext>
                  </a:extLst>
                </p:cNvPr>
                <p:cNvSpPr/>
                <p:nvPr/>
              </p:nvSpPr>
              <p:spPr>
                <a:xfrm rot="5400000">
                  <a:off x="1880692" y="6641718"/>
                  <a:ext cx="46082" cy="14678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Arial"/>
                    <a:ea typeface="+mn-ea"/>
                    <a:cs typeface="+mn-cs"/>
                  </a:endParaRPr>
                </a:p>
              </p:txBody>
            </p:sp>
          </p:grpSp>
        </p:grpSp>
        <p:grpSp>
          <p:nvGrpSpPr>
            <p:cNvPr id="48" name="Group 47">
              <a:extLst>
                <a:ext uri="{FF2B5EF4-FFF2-40B4-BE49-F238E27FC236}">
                  <a16:creationId xmlns:a16="http://schemas.microsoft.com/office/drawing/2014/main" id="{8FC8309E-B085-B8E5-86EC-8936B5810AEA}"/>
                </a:ext>
              </a:extLst>
            </p:cNvPr>
            <p:cNvGrpSpPr/>
            <p:nvPr/>
          </p:nvGrpSpPr>
          <p:grpSpPr>
            <a:xfrm>
              <a:off x="2401383" y="6490335"/>
              <a:ext cx="1371600" cy="320040"/>
              <a:chOff x="2644271" y="6490335"/>
              <a:chExt cx="1371600" cy="320040"/>
            </a:xfrm>
          </p:grpSpPr>
          <p:sp>
            <p:nvSpPr>
              <p:cNvPr id="69" name="Rectangle 68">
                <a:extLst>
                  <a:ext uri="{FF2B5EF4-FFF2-40B4-BE49-F238E27FC236}">
                    <a16:creationId xmlns:a16="http://schemas.microsoft.com/office/drawing/2014/main" id="{3D68771A-58C8-7A12-39F4-221BD6BF2756}"/>
                  </a:ext>
                </a:extLst>
              </p:cNvPr>
              <p:cNvSpPr>
                <a:spLocks/>
              </p:cNvSpPr>
              <p:nvPr/>
            </p:nvSpPr>
            <p:spPr>
              <a:xfrm>
                <a:off x="2644271" y="6490335"/>
                <a:ext cx="1371600" cy="320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Define</a:t>
                </a:r>
              </a:p>
            </p:txBody>
          </p:sp>
          <p:sp>
            <p:nvSpPr>
              <p:cNvPr id="70" name="Isosceles Triangle 69">
                <a:extLst>
                  <a:ext uri="{FF2B5EF4-FFF2-40B4-BE49-F238E27FC236}">
                    <a16:creationId xmlns:a16="http://schemas.microsoft.com/office/drawing/2014/main" id="{FF9F4E61-50B1-99F9-7ED9-C4CCA98E90CE}"/>
                  </a:ext>
                </a:extLst>
              </p:cNvPr>
              <p:cNvSpPr>
                <a:spLocks noChangeAspect="1"/>
              </p:cNvSpPr>
              <p:nvPr/>
            </p:nvSpPr>
            <p:spPr>
              <a:xfrm rot="5400000">
                <a:off x="3779431"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71" name="Graphic 5">
                <a:extLst>
                  <a:ext uri="{FF2B5EF4-FFF2-40B4-BE49-F238E27FC236}">
                    <a16:creationId xmlns:a16="http://schemas.microsoft.com/office/drawing/2014/main" id="{FD05056D-7774-7FCE-74BB-BE37C37DEE59}"/>
                  </a:ext>
                </a:extLst>
              </p:cNvPr>
              <p:cNvGrpSpPr>
                <a:grpSpLocks noChangeAspect="1"/>
              </p:cNvGrpSpPr>
              <p:nvPr/>
            </p:nvGrpSpPr>
            <p:grpSpPr>
              <a:xfrm>
                <a:off x="3465385" y="6579956"/>
                <a:ext cx="171179" cy="140799"/>
                <a:chOff x="3800475" y="1485138"/>
                <a:chExt cx="4730981" cy="3894305"/>
              </a:xfrm>
              <a:solidFill>
                <a:schemeClr val="accent5"/>
              </a:solidFill>
            </p:grpSpPr>
            <p:sp>
              <p:nvSpPr>
                <p:cNvPr id="72" name="Freeform: Shape 71">
                  <a:extLst>
                    <a:ext uri="{FF2B5EF4-FFF2-40B4-BE49-F238E27FC236}">
                      <a16:creationId xmlns:a16="http://schemas.microsoft.com/office/drawing/2014/main" id="{68ED72E5-C4D4-0167-63BB-83A458AF33B0}"/>
                    </a:ext>
                  </a:extLst>
                </p:cNvPr>
                <p:cNvSpPr/>
                <p:nvPr/>
              </p:nvSpPr>
              <p:spPr>
                <a:xfrm>
                  <a:off x="5176161" y="1485138"/>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Shape 72">
                  <a:extLst>
                    <a:ext uri="{FF2B5EF4-FFF2-40B4-BE49-F238E27FC236}">
                      <a16:creationId xmlns:a16="http://schemas.microsoft.com/office/drawing/2014/main" id="{C77DEA86-FC59-192F-CFFA-70A49FACAA95}"/>
                    </a:ext>
                  </a:extLst>
                </p:cNvPr>
                <p:cNvSpPr/>
                <p:nvPr/>
              </p:nvSpPr>
              <p:spPr>
                <a:xfrm>
                  <a:off x="5176161" y="2259996"/>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0566572A-03C6-3A54-254F-2A5F10035C8B}"/>
                    </a:ext>
                  </a:extLst>
                </p:cNvPr>
                <p:cNvSpPr/>
                <p:nvPr/>
              </p:nvSpPr>
              <p:spPr>
                <a:xfrm>
                  <a:off x="5176161" y="3034865"/>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130E99AD-53B2-42A6-77F5-1F99759C1027}"/>
                    </a:ext>
                  </a:extLst>
                </p:cNvPr>
                <p:cNvSpPr/>
                <p:nvPr/>
              </p:nvSpPr>
              <p:spPr>
                <a:xfrm>
                  <a:off x="5176161" y="3809723"/>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9EA2C1A4-D28F-EBB2-C0AE-1D7B61D79E57}"/>
                    </a:ext>
                  </a:extLst>
                </p:cNvPr>
                <p:cNvSpPr/>
                <p:nvPr/>
              </p:nvSpPr>
              <p:spPr>
                <a:xfrm>
                  <a:off x="3800475" y="1485138"/>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FAAB772C-1850-D971-551C-090828940386}"/>
                    </a:ext>
                  </a:extLst>
                </p:cNvPr>
                <p:cNvSpPr/>
                <p:nvPr/>
              </p:nvSpPr>
              <p:spPr>
                <a:xfrm>
                  <a:off x="3800475" y="3023425"/>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8C8315A0-AD3A-8591-E00D-6F59BF07D4CB}"/>
                    </a:ext>
                  </a:extLst>
                </p:cNvPr>
                <p:cNvSpPr/>
                <p:nvPr/>
              </p:nvSpPr>
              <p:spPr>
                <a:xfrm>
                  <a:off x="5176161" y="4595060"/>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D22F4D65-B37C-C2CC-F27C-0410FF523B7A}"/>
                    </a:ext>
                  </a:extLst>
                </p:cNvPr>
                <p:cNvSpPr/>
                <p:nvPr/>
              </p:nvSpPr>
              <p:spPr>
                <a:xfrm>
                  <a:off x="5176161" y="5369918"/>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80" name="Freeform: Shape 79">
                  <a:extLst>
                    <a:ext uri="{FF2B5EF4-FFF2-40B4-BE49-F238E27FC236}">
                      <a16:creationId xmlns:a16="http://schemas.microsoft.com/office/drawing/2014/main" id="{024DD4EF-33C0-49FF-EA47-69975997EDF8}"/>
                    </a:ext>
                  </a:extLst>
                </p:cNvPr>
                <p:cNvSpPr/>
                <p:nvPr/>
              </p:nvSpPr>
              <p:spPr>
                <a:xfrm>
                  <a:off x="3800475" y="4583620"/>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49" name="Group 48">
              <a:extLst>
                <a:ext uri="{FF2B5EF4-FFF2-40B4-BE49-F238E27FC236}">
                  <a16:creationId xmlns:a16="http://schemas.microsoft.com/office/drawing/2014/main" id="{C7617845-6E5E-0BF4-8082-8E99B2B29AD6}"/>
                </a:ext>
              </a:extLst>
            </p:cNvPr>
            <p:cNvGrpSpPr/>
            <p:nvPr/>
          </p:nvGrpSpPr>
          <p:grpSpPr>
            <a:xfrm>
              <a:off x="3807402" y="6490335"/>
              <a:ext cx="1371600" cy="320040"/>
              <a:chOff x="4293178" y="6490335"/>
              <a:chExt cx="1371600" cy="320040"/>
            </a:xfrm>
          </p:grpSpPr>
          <p:sp>
            <p:nvSpPr>
              <p:cNvPr id="60" name="Rectangle 59">
                <a:extLst>
                  <a:ext uri="{FF2B5EF4-FFF2-40B4-BE49-F238E27FC236}">
                    <a16:creationId xmlns:a16="http://schemas.microsoft.com/office/drawing/2014/main" id="{7EC608D5-0156-10BC-5E80-A9329022311B}"/>
                  </a:ext>
                </a:extLst>
              </p:cNvPr>
              <p:cNvSpPr>
                <a:spLocks/>
              </p:cNvSpPr>
              <p:nvPr/>
            </p:nvSpPr>
            <p:spPr>
              <a:xfrm>
                <a:off x="4293178" y="6490335"/>
                <a:ext cx="1371600" cy="3200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Change</a:t>
                </a:r>
              </a:p>
            </p:txBody>
          </p:sp>
          <p:sp>
            <p:nvSpPr>
              <p:cNvPr id="61" name="Isosceles Triangle 60">
                <a:extLst>
                  <a:ext uri="{FF2B5EF4-FFF2-40B4-BE49-F238E27FC236}">
                    <a16:creationId xmlns:a16="http://schemas.microsoft.com/office/drawing/2014/main" id="{763D1CB1-38A5-14B8-E42B-2A41E278C225}"/>
                  </a:ext>
                </a:extLst>
              </p:cNvPr>
              <p:cNvSpPr>
                <a:spLocks noChangeAspect="1"/>
              </p:cNvSpPr>
              <p:nvPr/>
            </p:nvSpPr>
            <p:spPr>
              <a:xfrm rot="5400000">
                <a:off x="5419575"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62" name="Group 61">
                <a:extLst>
                  <a:ext uri="{FF2B5EF4-FFF2-40B4-BE49-F238E27FC236}">
                    <a16:creationId xmlns:a16="http://schemas.microsoft.com/office/drawing/2014/main" id="{F50C17CC-6676-F087-1E5A-D31F49A46C68}"/>
                  </a:ext>
                </a:extLst>
              </p:cNvPr>
              <p:cNvGrpSpPr>
                <a:grpSpLocks noChangeAspect="1"/>
              </p:cNvGrpSpPr>
              <p:nvPr/>
            </p:nvGrpSpPr>
            <p:grpSpPr>
              <a:xfrm>
                <a:off x="5128218" y="6560571"/>
                <a:ext cx="176552" cy="179568"/>
                <a:chOff x="6042573" y="1717468"/>
                <a:chExt cx="590930" cy="601026"/>
              </a:xfrm>
              <a:solidFill>
                <a:schemeClr val="accent4"/>
              </a:solidFill>
            </p:grpSpPr>
            <p:grpSp>
              <p:nvGrpSpPr>
                <p:cNvPr id="63" name="Graphic 97">
                  <a:extLst>
                    <a:ext uri="{FF2B5EF4-FFF2-40B4-BE49-F238E27FC236}">
                      <a16:creationId xmlns:a16="http://schemas.microsoft.com/office/drawing/2014/main" id="{2F1D8356-6493-6F10-AA13-8C574B10FB2B}"/>
                    </a:ext>
                  </a:extLst>
                </p:cNvPr>
                <p:cNvGrpSpPr/>
                <p:nvPr/>
              </p:nvGrpSpPr>
              <p:grpSpPr>
                <a:xfrm>
                  <a:off x="6042573" y="1717468"/>
                  <a:ext cx="590930" cy="479964"/>
                  <a:chOff x="6042573" y="1717468"/>
                  <a:chExt cx="590930" cy="479964"/>
                </a:xfrm>
                <a:grpFill/>
              </p:grpSpPr>
              <p:sp>
                <p:nvSpPr>
                  <p:cNvPr id="67" name="Freeform: Shape 66">
                    <a:extLst>
                      <a:ext uri="{FF2B5EF4-FFF2-40B4-BE49-F238E27FC236}">
                        <a16:creationId xmlns:a16="http://schemas.microsoft.com/office/drawing/2014/main" id="{D61896DE-AF2C-C6C3-8F37-B84AA5E0FB66}"/>
                      </a:ext>
                    </a:extLst>
                  </p:cNvPr>
                  <p:cNvSpPr/>
                  <p:nvPr/>
                </p:nvSpPr>
                <p:spPr>
                  <a:xfrm>
                    <a:off x="6042573" y="1834911"/>
                    <a:ext cx="590930" cy="362521"/>
                  </a:xfrm>
                  <a:custGeom>
                    <a:avLst/>
                    <a:gdLst>
                      <a:gd name="connsiteX0" fmla="*/ 0 w 590930"/>
                      <a:gd name="connsiteY0" fmla="*/ 362522 h 362521"/>
                      <a:gd name="connsiteX1" fmla="*/ 131445 w 590930"/>
                      <a:gd name="connsiteY1" fmla="*/ 362522 h 362521"/>
                      <a:gd name="connsiteX2" fmla="*/ 162020 w 590930"/>
                      <a:gd name="connsiteY2" fmla="*/ 345948 h 362521"/>
                      <a:gd name="connsiteX3" fmla="*/ 376714 w 590930"/>
                      <a:gd name="connsiteY3" fmla="*/ 16573 h 362521"/>
                      <a:gd name="connsiteX4" fmla="*/ 407289 w 590930"/>
                      <a:gd name="connsiteY4" fmla="*/ 0 h 362521"/>
                      <a:gd name="connsiteX5" fmla="*/ 590931 w 590930"/>
                      <a:gd name="connsiteY5" fmla="*/ 0 h 36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521">
                        <a:moveTo>
                          <a:pt x="0" y="362522"/>
                        </a:moveTo>
                        <a:lnTo>
                          <a:pt x="131445" y="362522"/>
                        </a:lnTo>
                        <a:cubicBezTo>
                          <a:pt x="143828" y="362522"/>
                          <a:pt x="155258" y="356330"/>
                          <a:pt x="162020" y="345948"/>
                        </a:cubicBezTo>
                        <a:lnTo>
                          <a:pt x="376714" y="16573"/>
                        </a:lnTo>
                        <a:cubicBezTo>
                          <a:pt x="383477" y="6286"/>
                          <a:pt x="394907" y="0"/>
                          <a:pt x="407289" y="0"/>
                        </a:cubicBezTo>
                        <a:lnTo>
                          <a:pt x="590931"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68" name="Freeform: Shape 67">
                    <a:extLst>
                      <a:ext uri="{FF2B5EF4-FFF2-40B4-BE49-F238E27FC236}">
                        <a16:creationId xmlns:a16="http://schemas.microsoft.com/office/drawing/2014/main" id="{00D187C0-E0B4-398C-65C3-0BE9BBAF33BF}"/>
                      </a:ext>
                    </a:extLst>
                  </p:cNvPr>
                  <p:cNvSpPr/>
                  <p:nvPr/>
                </p:nvSpPr>
                <p:spPr>
                  <a:xfrm>
                    <a:off x="6519680" y="1717468"/>
                    <a:ext cx="113823" cy="242220"/>
                  </a:xfrm>
                  <a:custGeom>
                    <a:avLst/>
                    <a:gdLst>
                      <a:gd name="connsiteX0" fmla="*/ 3810 w 113823"/>
                      <a:gd name="connsiteY0" fmla="*/ 242221 h 242220"/>
                      <a:gd name="connsiteX1" fmla="*/ 113824 w 113823"/>
                      <a:gd name="connsiteY1" fmla="*/ 117539 h 242220"/>
                      <a:gd name="connsiteX2" fmla="*/ 0 w 113823"/>
                      <a:gd name="connsiteY2" fmla="*/ 0 h 242220"/>
                    </a:gdLst>
                    <a:ahLst/>
                    <a:cxnLst>
                      <a:cxn ang="0">
                        <a:pos x="connsiteX0" y="connsiteY0"/>
                      </a:cxn>
                      <a:cxn ang="0">
                        <a:pos x="connsiteX1" y="connsiteY1"/>
                      </a:cxn>
                      <a:cxn ang="0">
                        <a:pos x="connsiteX2" y="connsiteY2"/>
                      </a:cxn>
                    </a:cxnLst>
                    <a:rect l="l" t="t" r="r" b="b"/>
                    <a:pathLst>
                      <a:path w="113823" h="242220">
                        <a:moveTo>
                          <a:pt x="3810" y="242221"/>
                        </a:moveTo>
                        <a:lnTo>
                          <a:pt x="113824" y="117539"/>
                        </a:lnTo>
                        <a:lnTo>
                          <a:pt x="0"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64" name="Graphic 97">
                  <a:extLst>
                    <a:ext uri="{FF2B5EF4-FFF2-40B4-BE49-F238E27FC236}">
                      <a16:creationId xmlns:a16="http://schemas.microsoft.com/office/drawing/2014/main" id="{0BB207F1-A7D5-93FB-8EB7-BCC6C1021475}"/>
                    </a:ext>
                  </a:extLst>
                </p:cNvPr>
                <p:cNvGrpSpPr/>
                <p:nvPr/>
              </p:nvGrpSpPr>
              <p:grpSpPr>
                <a:xfrm>
                  <a:off x="6042573" y="1838530"/>
                  <a:ext cx="590930" cy="479964"/>
                  <a:chOff x="6042573" y="1838530"/>
                  <a:chExt cx="590930" cy="479964"/>
                </a:xfrm>
                <a:grpFill/>
              </p:grpSpPr>
              <p:sp>
                <p:nvSpPr>
                  <p:cNvPr id="65" name="Freeform: Shape 64">
                    <a:extLst>
                      <a:ext uri="{FF2B5EF4-FFF2-40B4-BE49-F238E27FC236}">
                        <a16:creationId xmlns:a16="http://schemas.microsoft.com/office/drawing/2014/main" id="{EF0F0EF5-08AF-7A23-E9ED-2412F4CB7759}"/>
                      </a:ext>
                    </a:extLst>
                  </p:cNvPr>
                  <p:cNvSpPr/>
                  <p:nvPr/>
                </p:nvSpPr>
                <p:spPr>
                  <a:xfrm>
                    <a:off x="6042573" y="1838530"/>
                    <a:ext cx="590930" cy="362426"/>
                  </a:xfrm>
                  <a:custGeom>
                    <a:avLst/>
                    <a:gdLst>
                      <a:gd name="connsiteX0" fmla="*/ 0 w 590930"/>
                      <a:gd name="connsiteY0" fmla="*/ 0 h 362426"/>
                      <a:gd name="connsiteX1" fmla="*/ 131445 w 590930"/>
                      <a:gd name="connsiteY1" fmla="*/ 0 h 362426"/>
                      <a:gd name="connsiteX2" fmla="*/ 162020 w 590930"/>
                      <a:gd name="connsiteY2" fmla="*/ 16573 h 362426"/>
                      <a:gd name="connsiteX3" fmla="*/ 376714 w 590930"/>
                      <a:gd name="connsiteY3" fmla="*/ 345853 h 362426"/>
                      <a:gd name="connsiteX4" fmla="*/ 407289 w 590930"/>
                      <a:gd name="connsiteY4" fmla="*/ 362426 h 362426"/>
                      <a:gd name="connsiteX5" fmla="*/ 590931 w 590930"/>
                      <a:gd name="connsiteY5" fmla="*/ 362426 h 36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426">
                        <a:moveTo>
                          <a:pt x="0" y="0"/>
                        </a:moveTo>
                        <a:lnTo>
                          <a:pt x="131445" y="0"/>
                        </a:lnTo>
                        <a:cubicBezTo>
                          <a:pt x="143828" y="0"/>
                          <a:pt x="155258" y="6191"/>
                          <a:pt x="162020" y="16573"/>
                        </a:cubicBezTo>
                        <a:lnTo>
                          <a:pt x="376714" y="345853"/>
                        </a:lnTo>
                        <a:cubicBezTo>
                          <a:pt x="383477" y="356140"/>
                          <a:pt x="394907" y="362426"/>
                          <a:pt x="407289" y="362426"/>
                        </a:cubicBezTo>
                        <a:lnTo>
                          <a:pt x="590931" y="362426"/>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66" name="Freeform: Shape 65">
                    <a:extLst>
                      <a:ext uri="{FF2B5EF4-FFF2-40B4-BE49-F238E27FC236}">
                        <a16:creationId xmlns:a16="http://schemas.microsoft.com/office/drawing/2014/main" id="{91411732-0D06-4019-F6F2-B11F5AED0935}"/>
                      </a:ext>
                    </a:extLst>
                  </p:cNvPr>
                  <p:cNvSpPr/>
                  <p:nvPr/>
                </p:nvSpPr>
                <p:spPr>
                  <a:xfrm>
                    <a:off x="6519680" y="2076274"/>
                    <a:ext cx="113823" cy="242220"/>
                  </a:xfrm>
                  <a:custGeom>
                    <a:avLst/>
                    <a:gdLst>
                      <a:gd name="connsiteX0" fmla="*/ 3810 w 113823"/>
                      <a:gd name="connsiteY0" fmla="*/ 0 h 242220"/>
                      <a:gd name="connsiteX1" fmla="*/ 113824 w 113823"/>
                      <a:gd name="connsiteY1" fmla="*/ 124682 h 242220"/>
                      <a:gd name="connsiteX2" fmla="*/ 0 w 113823"/>
                      <a:gd name="connsiteY2" fmla="*/ 242221 h 242220"/>
                    </a:gdLst>
                    <a:ahLst/>
                    <a:cxnLst>
                      <a:cxn ang="0">
                        <a:pos x="connsiteX0" y="connsiteY0"/>
                      </a:cxn>
                      <a:cxn ang="0">
                        <a:pos x="connsiteX1" y="connsiteY1"/>
                      </a:cxn>
                      <a:cxn ang="0">
                        <a:pos x="connsiteX2" y="connsiteY2"/>
                      </a:cxn>
                    </a:cxnLst>
                    <a:rect l="l" t="t" r="r" b="b"/>
                    <a:pathLst>
                      <a:path w="113823" h="242220">
                        <a:moveTo>
                          <a:pt x="3810" y="0"/>
                        </a:moveTo>
                        <a:lnTo>
                          <a:pt x="113824" y="124682"/>
                        </a:lnTo>
                        <a:lnTo>
                          <a:pt x="0" y="242221"/>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grpSp>
        <p:grpSp>
          <p:nvGrpSpPr>
            <p:cNvPr id="50" name="Group 49">
              <a:extLst>
                <a:ext uri="{FF2B5EF4-FFF2-40B4-BE49-F238E27FC236}">
                  <a16:creationId xmlns:a16="http://schemas.microsoft.com/office/drawing/2014/main" id="{19F2FEC3-AE6D-E77D-706B-C16F413DF3E8}"/>
                </a:ext>
              </a:extLst>
            </p:cNvPr>
            <p:cNvGrpSpPr/>
            <p:nvPr/>
          </p:nvGrpSpPr>
          <p:grpSpPr>
            <a:xfrm>
              <a:off x="5213421" y="6490335"/>
              <a:ext cx="1371600" cy="320040"/>
              <a:chOff x="5942085" y="6490335"/>
              <a:chExt cx="1371600" cy="320040"/>
            </a:xfrm>
          </p:grpSpPr>
          <p:sp>
            <p:nvSpPr>
              <p:cNvPr id="56" name="Rectangle 55">
                <a:extLst>
                  <a:ext uri="{FF2B5EF4-FFF2-40B4-BE49-F238E27FC236}">
                    <a16:creationId xmlns:a16="http://schemas.microsoft.com/office/drawing/2014/main" id="{50857ED5-C49B-5A9C-8E02-6F473A6A2EE7}"/>
                  </a:ext>
                </a:extLst>
              </p:cNvPr>
              <p:cNvSpPr>
                <a:spLocks/>
              </p:cNvSpPr>
              <p:nvPr/>
            </p:nvSpPr>
            <p:spPr>
              <a:xfrm>
                <a:off x="5942085" y="6490335"/>
                <a:ext cx="1371600" cy="3200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Deliver</a:t>
                </a:r>
              </a:p>
            </p:txBody>
          </p:sp>
          <p:sp>
            <p:nvSpPr>
              <p:cNvPr id="57" name="Isosceles Triangle 56">
                <a:extLst>
                  <a:ext uri="{FF2B5EF4-FFF2-40B4-BE49-F238E27FC236}">
                    <a16:creationId xmlns:a16="http://schemas.microsoft.com/office/drawing/2014/main" id="{E2E17EF0-7CB5-65EF-9CBA-A7BDDA65CA97}"/>
                  </a:ext>
                </a:extLst>
              </p:cNvPr>
              <p:cNvSpPr>
                <a:spLocks noChangeAspect="1"/>
              </p:cNvSpPr>
              <p:nvPr/>
            </p:nvSpPr>
            <p:spPr>
              <a:xfrm rot="5400000">
                <a:off x="7041430"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58" name="Freeform: Shape 57">
                <a:extLst>
                  <a:ext uri="{FF2B5EF4-FFF2-40B4-BE49-F238E27FC236}">
                    <a16:creationId xmlns:a16="http://schemas.microsoft.com/office/drawing/2014/main" id="{65A48214-2AED-B494-05CD-5368A298FBF3}"/>
                  </a:ext>
                </a:extLst>
              </p:cNvPr>
              <p:cNvSpPr>
                <a:spLocks noChangeAspect="1"/>
              </p:cNvSpPr>
              <p:nvPr/>
            </p:nvSpPr>
            <p:spPr>
              <a:xfrm>
                <a:off x="6751037" y="6591168"/>
                <a:ext cx="169030" cy="118375"/>
              </a:xfrm>
              <a:custGeom>
                <a:avLst/>
                <a:gdLst>
                  <a:gd name="connsiteX0" fmla="*/ 558546 w 558545"/>
                  <a:gd name="connsiteY0" fmla="*/ 391160 h 391160"/>
                  <a:gd name="connsiteX1" fmla="*/ 0 w 558545"/>
                  <a:gd name="connsiteY1" fmla="*/ 391160 h 391160"/>
                  <a:gd name="connsiteX2" fmla="*/ 0 w 558545"/>
                  <a:gd name="connsiteY2" fmla="*/ 391160 h 391160"/>
                  <a:gd name="connsiteX3" fmla="*/ 0 w 558545"/>
                  <a:gd name="connsiteY3" fmla="*/ 0 h 391160"/>
                  <a:gd name="connsiteX4" fmla="*/ 558546 w 558545"/>
                  <a:gd name="connsiteY4" fmla="*/ 0 h 391160"/>
                  <a:gd name="connsiteX5" fmla="*/ 558546 w 558545"/>
                  <a:gd name="connsiteY5" fmla="*/ 0 h 391160"/>
                  <a:gd name="connsiteX6" fmla="*/ 558546 w 558545"/>
                  <a:gd name="connsiteY6" fmla="*/ 391160 h 391160"/>
                  <a:gd name="connsiteX7" fmla="*/ 558546 w 558545"/>
                  <a:gd name="connsiteY7" fmla="*/ 391160 h 39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545" h="391160">
                    <a:moveTo>
                      <a:pt x="558546" y="391160"/>
                    </a:moveTo>
                    <a:lnTo>
                      <a:pt x="0" y="391160"/>
                    </a:lnTo>
                    <a:lnTo>
                      <a:pt x="0" y="391160"/>
                    </a:lnTo>
                    <a:lnTo>
                      <a:pt x="0" y="0"/>
                    </a:lnTo>
                    <a:lnTo>
                      <a:pt x="558546" y="0"/>
                    </a:lnTo>
                    <a:lnTo>
                      <a:pt x="558546" y="0"/>
                    </a:lnTo>
                    <a:lnTo>
                      <a:pt x="558546" y="391160"/>
                    </a:lnTo>
                    <a:lnTo>
                      <a:pt x="558546" y="391160"/>
                    </a:lnTo>
                    <a:close/>
                  </a:path>
                </a:pathLst>
              </a:custGeom>
              <a:solidFill>
                <a:schemeClr val="accent6"/>
              </a:solid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Shape 58">
                <a:extLst>
                  <a:ext uri="{FF2B5EF4-FFF2-40B4-BE49-F238E27FC236}">
                    <a16:creationId xmlns:a16="http://schemas.microsoft.com/office/drawing/2014/main" id="{1220EA48-6758-707A-F867-FD71B775F736}"/>
                  </a:ext>
                </a:extLst>
              </p:cNvPr>
              <p:cNvSpPr>
                <a:spLocks noChangeAspect="1"/>
              </p:cNvSpPr>
              <p:nvPr/>
            </p:nvSpPr>
            <p:spPr>
              <a:xfrm>
                <a:off x="6753733" y="6613383"/>
                <a:ext cx="165418" cy="73944"/>
              </a:xfrm>
              <a:custGeom>
                <a:avLst/>
                <a:gdLst>
                  <a:gd name="connsiteX0" fmla="*/ 0 w 546607"/>
                  <a:gd name="connsiteY0" fmla="*/ 0 h 244347"/>
                  <a:gd name="connsiteX1" fmla="*/ 273304 w 546607"/>
                  <a:gd name="connsiteY1" fmla="*/ 244348 h 244347"/>
                  <a:gd name="connsiteX2" fmla="*/ 546608 w 546607"/>
                  <a:gd name="connsiteY2" fmla="*/ 0 h 244347"/>
                </a:gdLst>
                <a:ahLst/>
                <a:cxnLst>
                  <a:cxn ang="0">
                    <a:pos x="connsiteX0" y="connsiteY0"/>
                  </a:cxn>
                  <a:cxn ang="0">
                    <a:pos x="connsiteX1" y="connsiteY1"/>
                  </a:cxn>
                  <a:cxn ang="0">
                    <a:pos x="connsiteX2" y="connsiteY2"/>
                  </a:cxn>
                </a:cxnLst>
                <a:rect l="l" t="t" r="r" b="b"/>
                <a:pathLst>
                  <a:path w="546607" h="244347">
                    <a:moveTo>
                      <a:pt x="0" y="0"/>
                    </a:moveTo>
                    <a:lnTo>
                      <a:pt x="273304" y="244348"/>
                    </a:lnTo>
                    <a:lnTo>
                      <a:pt x="546608" y="0"/>
                    </a:lnTo>
                  </a:path>
                </a:pathLst>
              </a:custGeom>
              <a:solidFill>
                <a:schemeClr val="accent6"/>
              </a:solid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51" name="Group 50">
              <a:extLst>
                <a:ext uri="{FF2B5EF4-FFF2-40B4-BE49-F238E27FC236}">
                  <a16:creationId xmlns:a16="http://schemas.microsoft.com/office/drawing/2014/main" id="{8B7EB80D-BE4D-78D3-493B-251FFB6D178B}"/>
                </a:ext>
              </a:extLst>
            </p:cNvPr>
            <p:cNvGrpSpPr/>
            <p:nvPr/>
          </p:nvGrpSpPr>
          <p:grpSpPr>
            <a:xfrm>
              <a:off x="6619441" y="6490335"/>
              <a:ext cx="1371600" cy="320040"/>
              <a:chOff x="7590991" y="6490335"/>
              <a:chExt cx="1371600" cy="320040"/>
            </a:xfrm>
          </p:grpSpPr>
          <p:sp>
            <p:nvSpPr>
              <p:cNvPr id="52" name="Rectangle 51">
                <a:extLst>
                  <a:ext uri="{FF2B5EF4-FFF2-40B4-BE49-F238E27FC236}">
                    <a16:creationId xmlns:a16="http://schemas.microsoft.com/office/drawing/2014/main" id="{7BC0D2A8-834F-C0CB-441A-655857F61E3D}"/>
                  </a:ext>
                </a:extLst>
              </p:cNvPr>
              <p:cNvSpPr>
                <a:spLocks/>
              </p:cNvSpPr>
              <p:nvPr/>
            </p:nvSpPr>
            <p:spPr>
              <a:xfrm>
                <a:off x="7590991" y="6490335"/>
                <a:ext cx="1371600" cy="3200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Sustain</a:t>
                </a:r>
              </a:p>
            </p:txBody>
          </p:sp>
          <p:grpSp>
            <p:nvGrpSpPr>
              <p:cNvPr id="53" name="Graphic 3">
                <a:extLst>
                  <a:ext uri="{FF2B5EF4-FFF2-40B4-BE49-F238E27FC236}">
                    <a16:creationId xmlns:a16="http://schemas.microsoft.com/office/drawing/2014/main" id="{28616D05-32CC-890F-E4C3-78751D84307C}"/>
                  </a:ext>
                </a:extLst>
              </p:cNvPr>
              <p:cNvGrpSpPr>
                <a:grpSpLocks noChangeAspect="1"/>
              </p:cNvGrpSpPr>
              <p:nvPr/>
            </p:nvGrpSpPr>
            <p:grpSpPr>
              <a:xfrm>
                <a:off x="8432241" y="6553566"/>
                <a:ext cx="193664" cy="193578"/>
                <a:chOff x="7411466" y="1863089"/>
                <a:chExt cx="590998" cy="590733"/>
              </a:xfrm>
              <a:solidFill>
                <a:schemeClr val="accent3"/>
              </a:solidFill>
            </p:grpSpPr>
            <p:sp>
              <p:nvSpPr>
                <p:cNvPr id="54" name="Freeform: Shape 53">
                  <a:extLst>
                    <a:ext uri="{FF2B5EF4-FFF2-40B4-BE49-F238E27FC236}">
                      <a16:creationId xmlns:a16="http://schemas.microsoft.com/office/drawing/2014/main" id="{BEA1667E-D676-B03A-B8E2-BE6ACED32C10}"/>
                    </a:ext>
                  </a:extLst>
                </p:cNvPr>
                <p:cNvSpPr/>
                <p:nvPr/>
              </p:nvSpPr>
              <p:spPr>
                <a:xfrm>
                  <a:off x="7411466" y="1863089"/>
                  <a:ext cx="589788" cy="589788"/>
                </a:xfrm>
                <a:custGeom>
                  <a:avLst/>
                  <a:gdLst>
                    <a:gd name="connsiteX0" fmla="*/ 508127 w 589788"/>
                    <a:gd name="connsiteY0" fmla="*/ 375158 h 589788"/>
                    <a:gd name="connsiteX1" fmla="*/ 513461 w 589788"/>
                    <a:gd name="connsiteY1" fmla="*/ 362458 h 589788"/>
                    <a:gd name="connsiteX2" fmla="*/ 525145 w 589788"/>
                    <a:gd name="connsiteY2" fmla="*/ 352044 h 589788"/>
                    <a:gd name="connsiteX3" fmla="*/ 581279 w 589788"/>
                    <a:gd name="connsiteY3" fmla="*/ 336423 h 589788"/>
                    <a:gd name="connsiteX4" fmla="*/ 589788 w 589788"/>
                    <a:gd name="connsiteY4" fmla="*/ 325755 h 589788"/>
                    <a:gd name="connsiteX5" fmla="*/ 589788 w 589788"/>
                    <a:gd name="connsiteY5" fmla="*/ 264287 h 589788"/>
                    <a:gd name="connsiteX6" fmla="*/ 581279 w 589788"/>
                    <a:gd name="connsiteY6" fmla="*/ 253619 h 589788"/>
                    <a:gd name="connsiteX7" fmla="*/ 525272 w 589788"/>
                    <a:gd name="connsiteY7" fmla="*/ 237998 h 589788"/>
                    <a:gd name="connsiteX8" fmla="*/ 513588 w 589788"/>
                    <a:gd name="connsiteY8" fmla="*/ 227584 h 589788"/>
                    <a:gd name="connsiteX9" fmla="*/ 497205 w 589788"/>
                    <a:gd name="connsiteY9" fmla="*/ 187960 h 589788"/>
                    <a:gd name="connsiteX10" fmla="*/ 498094 w 589788"/>
                    <a:gd name="connsiteY10" fmla="*/ 172339 h 589788"/>
                    <a:gd name="connsiteX11" fmla="*/ 526796 w 589788"/>
                    <a:gd name="connsiteY11" fmla="*/ 121666 h 589788"/>
                    <a:gd name="connsiteX12" fmla="*/ 525272 w 589788"/>
                    <a:gd name="connsiteY12" fmla="*/ 108204 h 589788"/>
                    <a:gd name="connsiteX13" fmla="*/ 481711 w 589788"/>
                    <a:gd name="connsiteY13" fmla="*/ 64643 h 589788"/>
                    <a:gd name="connsiteX14" fmla="*/ 468249 w 589788"/>
                    <a:gd name="connsiteY14" fmla="*/ 63119 h 589788"/>
                    <a:gd name="connsiteX15" fmla="*/ 417576 w 589788"/>
                    <a:gd name="connsiteY15" fmla="*/ 91821 h 589788"/>
                    <a:gd name="connsiteX16" fmla="*/ 401955 w 589788"/>
                    <a:gd name="connsiteY16" fmla="*/ 92710 h 589788"/>
                    <a:gd name="connsiteX17" fmla="*/ 362458 w 589788"/>
                    <a:gd name="connsiteY17" fmla="*/ 76327 h 589788"/>
                    <a:gd name="connsiteX18" fmla="*/ 352044 w 589788"/>
                    <a:gd name="connsiteY18" fmla="*/ 64643 h 589788"/>
                    <a:gd name="connsiteX19" fmla="*/ 336423 w 589788"/>
                    <a:gd name="connsiteY19" fmla="*/ 8509 h 589788"/>
                    <a:gd name="connsiteX20" fmla="*/ 325755 w 589788"/>
                    <a:gd name="connsiteY20" fmla="*/ 0 h 589788"/>
                    <a:gd name="connsiteX21" fmla="*/ 264287 w 589788"/>
                    <a:gd name="connsiteY21" fmla="*/ 0 h 589788"/>
                    <a:gd name="connsiteX22" fmla="*/ 253746 w 589788"/>
                    <a:gd name="connsiteY22" fmla="*/ 8509 h 589788"/>
                    <a:gd name="connsiteX23" fmla="*/ 238125 w 589788"/>
                    <a:gd name="connsiteY23" fmla="*/ 64516 h 589788"/>
                    <a:gd name="connsiteX24" fmla="*/ 227711 w 589788"/>
                    <a:gd name="connsiteY24" fmla="*/ 76200 h 589788"/>
                    <a:gd name="connsiteX25" fmla="*/ 188087 w 589788"/>
                    <a:gd name="connsiteY25" fmla="*/ 92583 h 589788"/>
                    <a:gd name="connsiteX26" fmla="*/ 172465 w 589788"/>
                    <a:gd name="connsiteY26" fmla="*/ 91694 h 589788"/>
                    <a:gd name="connsiteX27" fmla="*/ 121793 w 589788"/>
                    <a:gd name="connsiteY27" fmla="*/ 62992 h 589788"/>
                    <a:gd name="connsiteX28" fmla="*/ 108331 w 589788"/>
                    <a:gd name="connsiteY28" fmla="*/ 64516 h 589788"/>
                    <a:gd name="connsiteX29" fmla="*/ 64770 w 589788"/>
                    <a:gd name="connsiteY29" fmla="*/ 108077 h 589788"/>
                    <a:gd name="connsiteX30" fmla="*/ 63246 w 589788"/>
                    <a:gd name="connsiteY30" fmla="*/ 121539 h 589788"/>
                    <a:gd name="connsiteX31" fmla="*/ 91948 w 589788"/>
                    <a:gd name="connsiteY31" fmla="*/ 172212 h 589788"/>
                    <a:gd name="connsiteX32" fmla="*/ 92837 w 589788"/>
                    <a:gd name="connsiteY32" fmla="*/ 187833 h 589788"/>
                    <a:gd name="connsiteX33" fmla="*/ 76327 w 589788"/>
                    <a:gd name="connsiteY33" fmla="*/ 227457 h 589788"/>
                    <a:gd name="connsiteX34" fmla="*/ 64643 w 589788"/>
                    <a:gd name="connsiteY34" fmla="*/ 237871 h 589788"/>
                    <a:gd name="connsiteX35" fmla="*/ 8509 w 589788"/>
                    <a:gd name="connsiteY35" fmla="*/ 253492 h 589788"/>
                    <a:gd name="connsiteX36" fmla="*/ 0 w 589788"/>
                    <a:gd name="connsiteY36" fmla="*/ 264033 h 589788"/>
                    <a:gd name="connsiteX37" fmla="*/ 0 w 589788"/>
                    <a:gd name="connsiteY37" fmla="*/ 325501 h 589788"/>
                    <a:gd name="connsiteX38" fmla="*/ 8509 w 589788"/>
                    <a:gd name="connsiteY38" fmla="*/ 336169 h 589788"/>
                    <a:gd name="connsiteX39" fmla="*/ 64515 w 589788"/>
                    <a:gd name="connsiteY39" fmla="*/ 351790 h 589788"/>
                    <a:gd name="connsiteX40" fmla="*/ 76200 w 589788"/>
                    <a:gd name="connsiteY40" fmla="*/ 362204 h 589788"/>
                    <a:gd name="connsiteX41" fmla="*/ 92583 w 589788"/>
                    <a:gd name="connsiteY41" fmla="*/ 401828 h 589788"/>
                    <a:gd name="connsiteX42" fmla="*/ 91694 w 589788"/>
                    <a:gd name="connsiteY42" fmla="*/ 417449 h 589788"/>
                    <a:gd name="connsiteX43" fmla="*/ 62992 w 589788"/>
                    <a:gd name="connsiteY43" fmla="*/ 468122 h 589788"/>
                    <a:gd name="connsiteX44" fmla="*/ 64515 w 589788"/>
                    <a:gd name="connsiteY44" fmla="*/ 481584 h 589788"/>
                    <a:gd name="connsiteX45" fmla="*/ 108077 w 589788"/>
                    <a:gd name="connsiteY45" fmla="*/ 525145 h 589788"/>
                    <a:gd name="connsiteX46" fmla="*/ 121539 w 589788"/>
                    <a:gd name="connsiteY46" fmla="*/ 526669 h 589788"/>
                    <a:gd name="connsiteX47" fmla="*/ 172212 w 589788"/>
                    <a:gd name="connsiteY47" fmla="*/ 497967 h 589788"/>
                    <a:gd name="connsiteX48" fmla="*/ 187833 w 589788"/>
                    <a:gd name="connsiteY48" fmla="*/ 497078 h 589788"/>
                    <a:gd name="connsiteX49" fmla="*/ 227330 w 589788"/>
                    <a:gd name="connsiteY49" fmla="*/ 513461 h 589788"/>
                    <a:gd name="connsiteX50" fmla="*/ 237744 w 589788"/>
                    <a:gd name="connsiteY50" fmla="*/ 525145 h 589788"/>
                    <a:gd name="connsiteX51" fmla="*/ 253365 w 589788"/>
                    <a:gd name="connsiteY51" fmla="*/ 581279 h 589788"/>
                    <a:gd name="connsiteX52" fmla="*/ 263906 w 589788"/>
                    <a:gd name="connsiteY52" fmla="*/ 589788 h 589788"/>
                    <a:gd name="connsiteX53" fmla="*/ 325374 w 589788"/>
                    <a:gd name="connsiteY53" fmla="*/ 589788 h 589788"/>
                    <a:gd name="connsiteX54" fmla="*/ 335915 w 589788"/>
                    <a:gd name="connsiteY54" fmla="*/ 581279 h 589788"/>
                    <a:gd name="connsiteX55" fmla="*/ 351536 w 589788"/>
                    <a:gd name="connsiteY55" fmla="*/ 525272 h 589788"/>
                    <a:gd name="connsiteX56" fmla="*/ 361950 w 589788"/>
                    <a:gd name="connsiteY56" fmla="*/ 513588 h 589788"/>
                    <a:gd name="connsiteX57" fmla="*/ 374650 w 589788"/>
                    <a:gd name="connsiteY57" fmla="*/ 508381 h 589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589788" h="589788">
                      <a:moveTo>
                        <a:pt x="508127" y="375158"/>
                      </a:moveTo>
                      <a:lnTo>
                        <a:pt x="513461" y="362458"/>
                      </a:lnTo>
                      <a:cubicBezTo>
                        <a:pt x="515112" y="357759"/>
                        <a:pt x="520319" y="353060"/>
                        <a:pt x="525145" y="352044"/>
                      </a:cubicBezTo>
                      <a:lnTo>
                        <a:pt x="581279" y="336423"/>
                      </a:lnTo>
                      <a:cubicBezTo>
                        <a:pt x="585977" y="335407"/>
                        <a:pt x="589788" y="330581"/>
                        <a:pt x="589788" y="325755"/>
                      </a:cubicBezTo>
                      <a:lnTo>
                        <a:pt x="589788" y="264287"/>
                      </a:lnTo>
                      <a:cubicBezTo>
                        <a:pt x="589788" y="259461"/>
                        <a:pt x="585977" y="254762"/>
                        <a:pt x="581279" y="253619"/>
                      </a:cubicBezTo>
                      <a:lnTo>
                        <a:pt x="525272" y="237998"/>
                      </a:lnTo>
                      <a:cubicBezTo>
                        <a:pt x="520446" y="236982"/>
                        <a:pt x="515239" y="232283"/>
                        <a:pt x="513588" y="227584"/>
                      </a:cubicBezTo>
                      <a:lnTo>
                        <a:pt x="497205" y="187960"/>
                      </a:lnTo>
                      <a:cubicBezTo>
                        <a:pt x="495046" y="183515"/>
                        <a:pt x="495427" y="176530"/>
                        <a:pt x="498094" y="172339"/>
                      </a:cubicBezTo>
                      <a:lnTo>
                        <a:pt x="526796" y="121666"/>
                      </a:lnTo>
                      <a:cubicBezTo>
                        <a:pt x="529336" y="117602"/>
                        <a:pt x="528701" y="111506"/>
                        <a:pt x="525272" y="108204"/>
                      </a:cubicBezTo>
                      <a:lnTo>
                        <a:pt x="481711" y="64643"/>
                      </a:lnTo>
                      <a:cubicBezTo>
                        <a:pt x="478282" y="61214"/>
                        <a:pt x="472186" y="60579"/>
                        <a:pt x="468249" y="63119"/>
                      </a:cubicBezTo>
                      <a:lnTo>
                        <a:pt x="417576" y="91821"/>
                      </a:lnTo>
                      <a:cubicBezTo>
                        <a:pt x="413385" y="94488"/>
                        <a:pt x="406400" y="94869"/>
                        <a:pt x="401955" y="92710"/>
                      </a:cubicBezTo>
                      <a:lnTo>
                        <a:pt x="362458" y="76327"/>
                      </a:lnTo>
                      <a:cubicBezTo>
                        <a:pt x="357759" y="74676"/>
                        <a:pt x="353060" y="69469"/>
                        <a:pt x="352044" y="64643"/>
                      </a:cubicBezTo>
                      <a:lnTo>
                        <a:pt x="336423" y="8509"/>
                      </a:lnTo>
                      <a:cubicBezTo>
                        <a:pt x="335407" y="3810"/>
                        <a:pt x="330581" y="0"/>
                        <a:pt x="325755" y="0"/>
                      </a:cubicBezTo>
                      <a:lnTo>
                        <a:pt x="264287" y="0"/>
                      </a:lnTo>
                      <a:cubicBezTo>
                        <a:pt x="259461" y="0"/>
                        <a:pt x="254762" y="3810"/>
                        <a:pt x="253746" y="8509"/>
                      </a:cubicBezTo>
                      <a:lnTo>
                        <a:pt x="238125" y="64516"/>
                      </a:lnTo>
                      <a:cubicBezTo>
                        <a:pt x="236982" y="69342"/>
                        <a:pt x="232283" y="74549"/>
                        <a:pt x="227711" y="76200"/>
                      </a:cubicBezTo>
                      <a:lnTo>
                        <a:pt x="188087" y="92583"/>
                      </a:lnTo>
                      <a:cubicBezTo>
                        <a:pt x="183642" y="94742"/>
                        <a:pt x="176657" y="94361"/>
                        <a:pt x="172465" y="91694"/>
                      </a:cubicBezTo>
                      <a:lnTo>
                        <a:pt x="121793" y="62992"/>
                      </a:lnTo>
                      <a:cubicBezTo>
                        <a:pt x="117728" y="60452"/>
                        <a:pt x="111633" y="61087"/>
                        <a:pt x="108331" y="64516"/>
                      </a:cubicBezTo>
                      <a:lnTo>
                        <a:pt x="64770" y="108077"/>
                      </a:lnTo>
                      <a:cubicBezTo>
                        <a:pt x="61340" y="111506"/>
                        <a:pt x="60706" y="117475"/>
                        <a:pt x="63246" y="121539"/>
                      </a:cubicBezTo>
                      <a:lnTo>
                        <a:pt x="91948" y="172212"/>
                      </a:lnTo>
                      <a:cubicBezTo>
                        <a:pt x="94615" y="176403"/>
                        <a:pt x="94996" y="183388"/>
                        <a:pt x="92837" y="187833"/>
                      </a:cubicBezTo>
                      <a:lnTo>
                        <a:pt x="76327" y="227457"/>
                      </a:lnTo>
                      <a:cubicBezTo>
                        <a:pt x="74676" y="232156"/>
                        <a:pt x="69469" y="236855"/>
                        <a:pt x="64643" y="237871"/>
                      </a:cubicBezTo>
                      <a:lnTo>
                        <a:pt x="8509" y="253492"/>
                      </a:lnTo>
                      <a:cubicBezTo>
                        <a:pt x="3810" y="254508"/>
                        <a:pt x="0" y="259334"/>
                        <a:pt x="0" y="264033"/>
                      </a:cubicBezTo>
                      <a:lnTo>
                        <a:pt x="0" y="325501"/>
                      </a:lnTo>
                      <a:cubicBezTo>
                        <a:pt x="0" y="330327"/>
                        <a:pt x="3810" y="335026"/>
                        <a:pt x="8509" y="336169"/>
                      </a:cubicBezTo>
                      <a:lnTo>
                        <a:pt x="64515" y="351790"/>
                      </a:lnTo>
                      <a:cubicBezTo>
                        <a:pt x="69342" y="352806"/>
                        <a:pt x="74549" y="357505"/>
                        <a:pt x="76200" y="362204"/>
                      </a:cubicBezTo>
                      <a:lnTo>
                        <a:pt x="92583" y="401828"/>
                      </a:lnTo>
                      <a:cubicBezTo>
                        <a:pt x="94742" y="406273"/>
                        <a:pt x="94361" y="413258"/>
                        <a:pt x="91694" y="417449"/>
                      </a:cubicBezTo>
                      <a:lnTo>
                        <a:pt x="62992" y="468122"/>
                      </a:lnTo>
                      <a:cubicBezTo>
                        <a:pt x="60452" y="472186"/>
                        <a:pt x="61087" y="478282"/>
                        <a:pt x="64515" y="481584"/>
                      </a:cubicBezTo>
                      <a:lnTo>
                        <a:pt x="108077" y="525145"/>
                      </a:lnTo>
                      <a:cubicBezTo>
                        <a:pt x="111506" y="528574"/>
                        <a:pt x="117602" y="529209"/>
                        <a:pt x="121539" y="526669"/>
                      </a:cubicBezTo>
                      <a:lnTo>
                        <a:pt x="172212" y="497967"/>
                      </a:lnTo>
                      <a:cubicBezTo>
                        <a:pt x="176402" y="495300"/>
                        <a:pt x="183388" y="494919"/>
                        <a:pt x="187833" y="497078"/>
                      </a:cubicBezTo>
                      <a:lnTo>
                        <a:pt x="227330" y="513461"/>
                      </a:lnTo>
                      <a:cubicBezTo>
                        <a:pt x="232028" y="515112"/>
                        <a:pt x="236727" y="520319"/>
                        <a:pt x="237744" y="525145"/>
                      </a:cubicBezTo>
                      <a:lnTo>
                        <a:pt x="253365" y="581279"/>
                      </a:lnTo>
                      <a:cubicBezTo>
                        <a:pt x="254381" y="585978"/>
                        <a:pt x="259207" y="589788"/>
                        <a:pt x="263906" y="589788"/>
                      </a:cubicBezTo>
                      <a:lnTo>
                        <a:pt x="325374" y="589788"/>
                      </a:lnTo>
                      <a:cubicBezTo>
                        <a:pt x="330200" y="589788"/>
                        <a:pt x="334899" y="585978"/>
                        <a:pt x="335915" y="581279"/>
                      </a:cubicBezTo>
                      <a:lnTo>
                        <a:pt x="351536" y="525272"/>
                      </a:lnTo>
                      <a:cubicBezTo>
                        <a:pt x="352552" y="520446"/>
                        <a:pt x="357251" y="515239"/>
                        <a:pt x="361950" y="513588"/>
                      </a:cubicBezTo>
                      <a:lnTo>
                        <a:pt x="374650" y="508381"/>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55" name="Freeform: Shape 54">
                  <a:extLst>
                    <a:ext uri="{FF2B5EF4-FFF2-40B4-BE49-F238E27FC236}">
                      <a16:creationId xmlns:a16="http://schemas.microsoft.com/office/drawing/2014/main" id="{1C9EBA2C-2F6F-1DB3-CF2A-49EBC4D11823}"/>
                    </a:ext>
                  </a:extLst>
                </p:cNvPr>
                <p:cNvSpPr/>
                <p:nvPr/>
              </p:nvSpPr>
              <p:spPr>
                <a:xfrm>
                  <a:off x="7564758" y="2016192"/>
                  <a:ext cx="437706" cy="437630"/>
                </a:xfrm>
                <a:custGeom>
                  <a:avLst/>
                  <a:gdLst>
                    <a:gd name="connsiteX0" fmla="*/ 108073 w 437706"/>
                    <a:gd name="connsiteY0" fmla="*/ 17840 h 437630"/>
                    <a:gd name="connsiteX1" fmla="*/ 178685 w 437706"/>
                    <a:gd name="connsiteY1" fmla="*/ 88452 h 437630"/>
                    <a:gd name="connsiteX2" fmla="*/ 182241 w 437706"/>
                    <a:gd name="connsiteY2" fmla="*/ 101787 h 437630"/>
                    <a:gd name="connsiteX3" fmla="*/ 101342 w 437706"/>
                    <a:gd name="connsiteY3" fmla="*/ 182685 h 437630"/>
                    <a:gd name="connsiteX4" fmla="*/ 88007 w 437706"/>
                    <a:gd name="connsiteY4" fmla="*/ 179129 h 437630"/>
                    <a:gd name="connsiteX5" fmla="*/ 17522 w 437706"/>
                    <a:gd name="connsiteY5" fmla="*/ 108644 h 437630"/>
                    <a:gd name="connsiteX6" fmla="*/ 2917 w 437706"/>
                    <a:gd name="connsiteY6" fmla="*/ 112962 h 437630"/>
                    <a:gd name="connsiteX7" fmla="*/ 41398 w 437706"/>
                    <a:gd name="connsiteY7" fmla="*/ 241740 h 437630"/>
                    <a:gd name="connsiteX8" fmla="*/ 193290 w 437706"/>
                    <a:gd name="connsiteY8" fmla="*/ 273363 h 437630"/>
                    <a:gd name="connsiteX9" fmla="*/ 340483 w 437706"/>
                    <a:gd name="connsiteY9" fmla="*/ 420556 h 437630"/>
                    <a:gd name="connsiteX10" fmla="*/ 419985 w 437706"/>
                    <a:gd name="connsiteY10" fmla="*/ 422462 h 437630"/>
                    <a:gd name="connsiteX11" fmla="*/ 421128 w 437706"/>
                    <a:gd name="connsiteY11" fmla="*/ 341562 h 437630"/>
                    <a:gd name="connsiteX12" fmla="*/ 273173 w 437706"/>
                    <a:gd name="connsiteY12" fmla="*/ 193607 h 437630"/>
                    <a:gd name="connsiteX13" fmla="*/ 241550 w 437706"/>
                    <a:gd name="connsiteY13" fmla="*/ 41462 h 437630"/>
                    <a:gd name="connsiteX14" fmla="*/ 112391 w 437706"/>
                    <a:gd name="connsiteY14" fmla="*/ 2981 h 437630"/>
                    <a:gd name="connsiteX15" fmla="*/ 108073 w 437706"/>
                    <a:gd name="connsiteY15" fmla="*/ 17585 h 43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706" h="437630">
                      <a:moveTo>
                        <a:pt x="108073" y="17840"/>
                      </a:moveTo>
                      <a:lnTo>
                        <a:pt x="178685" y="88452"/>
                      </a:lnTo>
                      <a:cubicBezTo>
                        <a:pt x="182241" y="92007"/>
                        <a:pt x="183511" y="97087"/>
                        <a:pt x="182241" y="101787"/>
                      </a:cubicBezTo>
                      <a:cubicBezTo>
                        <a:pt x="171700" y="141284"/>
                        <a:pt x="140839" y="172144"/>
                        <a:pt x="101342" y="182685"/>
                      </a:cubicBezTo>
                      <a:cubicBezTo>
                        <a:pt x="96516" y="183956"/>
                        <a:pt x="91436" y="182685"/>
                        <a:pt x="88007" y="179129"/>
                      </a:cubicBezTo>
                      <a:lnTo>
                        <a:pt x="17522" y="108644"/>
                      </a:lnTo>
                      <a:cubicBezTo>
                        <a:pt x="12696" y="103818"/>
                        <a:pt x="4314" y="106231"/>
                        <a:pt x="2917" y="112962"/>
                      </a:cubicBezTo>
                      <a:cubicBezTo>
                        <a:pt x="-6354" y="158047"/>
                        <a:pt x="6473" y="206815"/>
                        <a:pt x="41398" y="241740"/>
                      </a:cubicBezTo>
                      <a:cubicBezTo>
                        <a:pt x="82419" y="282762"/>
                        <a:pt x="142490" y="293303"/>
                        <a:pt x="193290" y="273363"/>
                      </a:cubicBezTo>
                      <a:lnTo>
                        <a:pt x="340483" y="420556"/>
                      </a:lnTo>
                      <a:cubicBezTo>
                        <a:pt x="362200" y="442274"/>
                        <a:pt x="397633" y="443671"/>
                        <a:pt x="419985" y="422462"/>
                      </a:cubicBezTo>
                      <a:cubicBezTo>
                        <a:pt x="443226" y="400490"/>
                        <a:pt x="443607" y="363915"/>
                        <a:pt x="421128" y="341562"/>
                      </a:cubicBezTo>
                      <a:lnTo>
                        <a:pt x="273173" y="193607"/>
                      </a:lnTo>
                      <a:cubicBezTo>
                        <a:pt x="293239" y="142807"/>
                        <a:pt x="282698" y="82609"/>
                        <a:pt x="241550" y="41462"/>
                      </a:cubicBezTo>
                      <a:cubicBezTo>
                        <a:pt x="206498" y="6409"/>
                        <a:pt x="157603" y="-6418"/>
                        <a:pt x="112391" y="2981"/>
                      </a:cubicBezTo>
                      <a:cubicBezTo>
                        <a:pt x="105660" y="4378"/>
                        <a:pt x="103247" y="12759"/>
                        <a:pt x="108073" y="17585"/>
                      </a:cubicBezTo>
                      <a:close/>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grpSp>
      </p:grpSp>
    </p:spTree>
    <p:extLst>
      <p:ext uri="{BB962C8B-B14F-4D97-AF65-F5344CB8AC3E}">
        <p14:creationId xmlns:p14="http://schemas.microsoft.com/office/powerpoint/2010/main" val="1240075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66AEC-EC40-94A2-813C-353802017C6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A078B99-9E61-A2CB-39BA-897219735D0E}"/>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Detailed review of capability scores, insights, and implications (5 of 5)</a:t>
            </a:r>
          </a:p>
        </p:txBody>
      </p:sp>
      <p:graphicFrame>
        <p:nvGraphicFramePr>
          <p:cNvPr id="45" name="Table 44">
            <a:extLst>
              <a:ext uri="{FF2B5EF4-FFF2-40B4-BE49-F238E27FC236}">
                <a16:creationId xmlns:a16="http://schemas.microsoft.com/office/drawing/2014/main" id="{915B6254-8B4A-63F4-7D3B-97B7AE4FB8B2}"/>
              </a:ext>
            </a:extLst>
          </p:cNvPr>
          <p:cNvGraphicFramePr>
            <a:graphicFrameLocks noGrp="1"/>
          </p:cNvGraphicFramePr>
          <p:nvPr>
            <p:extLst>
              <p:ext uri="{D42A27DB-BD31-4B8C-83A1-F6EECF244321}">
                <p14:modId xmlns:p14="http://schemas.microsoft.com/office/powerpoint/2010/main" val="1025710594"/>
              </p:ext>
            </p:extLst>
          </p:nvPr>
        </p:nvGraphicFramePr>
        <p:xfrm>
          <a:off x="495300" y="960120"/>
          <a:ext cx="11064240" cy="51206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4025228862"/>
                    </a:ext>
                  </a:extLst>
                </a:gridCol>
                <a:gridCol w="1371600">
                  <a:extLst>
                    <a:ext uri="{9D8B030D-6E8A-4147-A177-3AD203B41FA5}">
                      <a16:colId xmlns:a16="http://schemas.microsoft.com/office/drawing/2014/main" val="3580726984"/>
                    </a:ext>
                  </a:extLst>
                </a:gridCol>
                <a:gridCol w="3840480">
                  <a:extLst>
                    <a:ext uri="{9D8B030D-6E8A-4147-A177-3AD203B41FA5}">
                      <a16:colId xmlns:a16="http://schemas.microsoft.com/office/drawing/2014/main" val="1689672458"/>
                    </a:ext>
                  </a:extLst>
                </a:gridCol>
                <a:gridCol w="4206240">
                  <a:extLst>
                    <a:ext uri="{9D8B030D-6E8A-4147-A177-3AD203B41FA5}">
                      <a16:colId xmlns:a16="http://schemas.microsoft.com/office/drawing/2014/main" val="3797913146"/>
                    </a:ext>
                  </a:extLst>
                </a:gridCol>
              </a:tblGrid>
              <a:tr h="548640">
                <a:tc>
                  <a:txBody>
                    <a:bodyPr/>
                    <a:lstStyle/>
                    <a:p>
                      <a:r>
                        <a:rPr lang="en-US" sz="1200"/>
                        <a:t>Capability</a:t>
                      </a:r>
                    </a:p>
                  </a:txBody>
                  <a:tcPr anchor="ctr"/>
                </a:tc>
                <a:tc>
                  <a:txBody>
                    <a:bodyPr/>
                    <a:lstStyle/>
                    <a:p>
                      <a:pPr algn="ctr"/>
                      <a:r>
                        <a:rPr lang="en-US" sz="1200"/>
                        <a:t>Average Maturity Rating</a:t>
                      </a:r>
                    </a:p>
                  </a:txBody>
                  <a:tcPr anchor="ctr"/>
                </a:tc>
                <a:tc>
                  <a:txBody>
                    <a:bodyPr/>
                    <a:lstStyle/>
                    <a:p>
                      <a:pPr algn="ctr"/>
                      <a:r>
                        <a:rPr lang="en-US" sz="1200"/>
                        <a:t>Insights</a:t>
                      </a:r>
                    </a:p>
                  </a:txBody>
                  <a:tcPr anchor="ctr"/>
                </a:tc>
                <a:tc>
                  <a:txBody>
                    <a:bodyPr/>
                    <a:lstStyle/>
                    <a:p>
                      <a:pPr algn="ctr"/>
                      <a:r>
                        <a:rPr lang="en-US" sz="1200"/>
                        <a:t>Actions to address</a:t>
                      </a:r>
                    </a:p>
                  </a:txBody>
                  <a:tcPr anchor="ctr"/>
                </a:tc>
                <a:extLst>
                  <a:ext uri="{0D108BD9-81ED-4DB2-BD59-A6C34878D82A}">
                    <a16:rowId xmlns:a16="http://schemas.microsoft.com/office/drawing/2014/main" val="1767711685"/>
                  </a:ext>
                </a:extLst>
              </a:tr>
              <a:tr h="1097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Recovery &amp; Resiliency Management</a:t>
                      </a:r>
                    </a:p>
                  </a:txBody>
                  <a:tcPr anchor="ctr">
                    <a:solidFill>
                      <a:schemeClr val="accent3"/>
                    </a:solidFill>
                  </a:tcPr>
                </a:tc>
                <a:tc>
                  <a:txBody>
                    <a:bodyPr/>
                    <a:lstStyle/>
                    <a:p>
                      <a:pPr algn="ctr"/>
                      <a:r>
                        <a:rPr lang="en-US" sz="1200"/>
                        <a:t>2.5</a:t>
                      </a:r>
                    </a:p>
                  </a:txBody>
                  <a:tcPr anchor="ctr"/>
                </a:tc>
                <a:tc>
                  <a:txBody>
                    <a:bodyPr/>
                    <a:lstStyle/>
                    <a:p>
                      <a:pPr marL="171450" indent="-171450" algn="l">
                        <a:spcAft>
                          <a:spcPts val="300"/>
                        </a:spcAft>
                        <a:buFont typeface="Arial" panose="020B0604020202020204" pitchFamily="34" charset="0"/>
                        <a:buChar char="•"/>
                      </a:pPr>
                      <a:r>
                        <a:rPr lang="en-US" sz="900"/>
                        <a:t>Lack of tabletop exercises in-place to demonstrate effective ability to recover from a major incident </a:t>
                      </a:r>
                    </a:p>
                    <a:p>
                      <a:pPr marL="171450" indent="-171450" algn="l">
                        <a:spcAft>
                          <a:spcPts val="300"/>
                        </a:spcAft>
                        <a:buFont typeface="Arial" panose="020B0604020202020204" pitchFamily="34" charset="0"/>
                        <a:buChar char="•"/>
                      </a:pPr>
                      <a:r>
                        <a:rPr lang="en-US" sz="900"/>
                        <a:t>Lack of tested Disaster Recovery (DR) documentation regarding how operations will continue in the event of a cloud service provider outage</a:t>
                      </a:r>
                    </a:p>
                  </a:txBody>
                  <a:tcPr anchor="ctr"/>
                </a:tc>
                <a:tc>
                  <a:txBody>
                    <a:bodyPr/>
                    <a:lstStyle/>
                    <a:p>
                      <a:pPr marL="171450" indent="-171450" algn="l">
                        <a:spcAft>
                          <a:spcPts val="300"/>
                        </a:spcAft>
                        <a:buFont typeface="Arial" panose="020B0604020202020204" pitchFamily="34" charset="0"/>
                        <a:buChar char="•"/>
                      </a:pPr>
                      <a:r>
                        <a:rPr lang="en-US" sz="900"/>
                        <a:t>Prepare various adverse scenarios such as hardware failures, network outages or cyber attacks that will be simulated during recovery drilling</a:t>
                      </a:r>
                    </a:p>
                    <a:p>
                      <a:pPr marL="171450" indent="-171450" algn="l">
                        <a:spcAft>
                          <a:spcPts val="300"/>
                        </a:spcAft>
                        <a:buFont typeface="Arial" panose="020B0604020202020204" pitchFamily="34" charset="0"/>
                        <a:buChar char="•"/>
                      </a:pPr>
                      <a:r>
                        <a:rPr lang="en-US" sz="900"/>
                        <a:t>Execute recovery drilling cadences by simulating the adverse scenarios in a controlled environment</a:t>
                      </a:r>
                    </a:p>
                    <a:p>
                      <a:pPr marL="171450" indent="-171450" algn="l">
                        <a:spcAft>
                          <a:spcPts val="300"/>
                        </a:spcAft>
                        <a:buFont typeface="Arial" panose="020B0604020202020204" pitchFamily="34" charset="0"/>
                        <a:buChar char="•"/>
                      </a:pPr>
                      <a:r>
                        <a:rPr lang="en-US" sz="900"/>
                        <a:t>Audit, centralize and standardize recovery and resiliency processes, roles, and governance across the organization</a:t>
                      </a:r>
                    </a:p>
                  </a:txBody>
                  <a:tcPr anchor="ctr"/>
                </a:tc>
                <a:extLst>
                  <a:ext uri="{0D108BD9-81ED-4DB2-BD59-A6C34878D82A}">
                    <a16:rowId xmlns:a16="http://schemas.microsoft.com/office/drawing/2014/main" val="3957267152"/>
                  </a:ext>
                </a:extLst>
              </a:tr>
              <a:tr h="10972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Data Management &amp; Governance</a:t>
                      </a:r>
                    </a:p>
                  </a:txBody>
                  <a:tcPr anchor="ctr">
                    <a:solidFill>
                      <a:schemeClr val="accent3"/>
                    </a:solidFill>
                  </a:tcPr>
                </a:tc>
                <a:tc>
                  <a:txBody>
                    <a:bodyPr/>
                    <a:lstStyle/>
                    <a:p>
                      <a:pPr algn="ctr"/>
                      <a:r>
                        <a:rPr lang="en-US" sz="1200"/>
                        <a:t>3.0</a:t>
                      </a:r>
                    </a:p>
                  </a:txBody>
                  <a:tcPr anchor="ct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a:t>Significant progress in Power BI adoption and exploration of Microsoft Fabric, data lakes, and automation tools</a:t>
                      </a:r>
                    </a:p>
                    <a:p>
                      <a:pPr marL="171450" indent="-171450" algn="l">
                        <a:spcAft>
                          <a:spcPts val="300"/>
                        </a:spcAft>
                        <a:buFont typeface="Arial" panose="020B0604020202020204" pitchFamily="34" charset="0"/>
                        <a:buChar char="•"/>
                      </a:pPr>
                      <a:r>
                        <a:rPr lang="en-US" sz="900"/>
                        <a:t>Fragmentation of customer data between multiple systems (e.g., Bob MD, ECC, Hybris), limiting omnichannel experience</a:t>
                      </a:r>
                    </a:p>
                  </a:txBody>
                  <a:tcPr anchor="ct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a:t>Define clear decision rights, establish comprehensive metrics, and drive accountability for data quality and stewardship</a:t>
                      </a:r>
                    </a:p>
                    <a:p>
                      <a:pPr marL="171450" indent="-171450" algn="l">
                        <a:spcAft>
                          <a:spcPts val="300"/>
                        </a:spcAft>
                        <a:buFont typeface="Arial" panose="020B0604020202020204" pitchFamily="34" charset="0"/>
                        <a:buChar char="•"/>
                      </a:pPr>
                      <a:r>
                        <a:rPr lang="en-US" sz="900"/>
                        <a:t>Establish a data lakehouse architecture to create a unified platform to support advanced analytics and develop data marts to support business aligned AI use cases</a:t>
                      </a:r>
                    </a:p>
                  </a:txBody>
                  <a:tcPr anchor="ctr"/>
                </a:tc>
                <a:extLst>
                  <a:ext uri="{0D108BD9-81ED-4DB2-BD59-A6C34878D82A}">
                    <a16:rowId xmlns:a16="http://schemas.microsoft.com/office/drawing/2014/main" val="1183463315"/>
                  </a:ext>
                </a:extLst>
              </a:tr>
              <a:tr h="1188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IT Talent &amp; Communications Management</a:t>
                      </a:r>
                    </a:p>
                  </a:txBody>
                  <a:tcPr anchor="ctr">
                    <a:solidFill>
                      <a:schemeClr val="accent3"/>
                    </a:solidFill>
                  </a:tcPr>
                </a:tc>
                <a:tc>
                  <a:txBody>
                    <a:bodyPr/>
                    <a:lstStyle/>
                    <a:p>
                      <a:pPr algn="ctr"/>
                      <a:r>
                        <a:rPr lang="en-US" sz="1200"/>
                        <a:t>1.8</a:t>
                      </a:r>
                    </a:p>
                  </a:txBody>
                  <a:tcPr anchor="ctr"/>
                </a:tc>
                <a:tc>
                  <a:txBody>
                    <a:bodyPr/>
                    <a:lstStyle/>
                    <a:p>
                      <a:pPr marL="171450" indent="-171450" algn="l">
                        <a:spcAft>
                          <a:spcPts val="300"/>
                        </a:spcAft>
                        <a:buFont typeface="Arial" panose="020B0604020202020204" pitchFamily="34" charset="0"/>
                        <a:buChar char="•"/>
                      </a:pPr>
                      <a:r>
                        <a:rPr lang="en-US" sz="900"/>
                        <a:t>Key resources are often single points of failure and rely on heroic effort from individuals</a:t>
                      </a:r>
                    </a:p>
                    <a:p>
                      <a:pPr marL="171450" indent="-171450" algn="l">
                        <a:spcAft>
                          <a:spcPts val="300"/>
                        </a:spcAft>
                        <a:buFont typeface="Arial" panose="020B0604020202020204" pitchFamily="34" charset="0"/>
                        <a:buChar char="•"/>
                      </a:pPr>
                      <a:r>
                        <a:rPr lang="en-US" sz="900"/>
                        <a:t>Performance indicators are isolated, and decision-making is not fully enforced or aligned</a:t>
                      </a:r>
                    </a:p>
                  </a:txBody>
                  <a:tcPr anchor="ct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a:t>Leverage data-driven demand and capacity planning to help “say no” where possible and build business cases for additional capacity to address single points of failure</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a:t>Train and communicate with managers across IT as to how they can keep these capacity commitments up to date and continuously analyze resource allocation, identifying opportunities for optimization to enhance efficiency and productivity</a:t>
                      </a:r>
                    </a:p>
                  </a:txBody>
                  <a:tcPr anchor="ctr"/>
                </a:tc>
                <a:extLst>
                  <a:ext uri="{0D108BD9-81ED-4DB2-BD59-A6C34878D82A}">
                    <a16:rowId xmlns:a16="http://schemas.microsoft.com/office/drawing/2014/main" val="921240160"/>
                  </a:ext>
                </a:extLst>
              </a:tr>
              <a:tr h="1188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IT Financial Management</a:t>
                      </a:r>
                    </a:p>
                  </a:txBody>
                  <a:tcPr anchor="ctr">
                    <a:solidFill>
                      <a:schemeClr val="accent3"/>
                    </a:solidFill>
                  </a:tcPr>
                </a:tc>
                <a:tc>
                  <a:txBody>
                    <a:bodyPr/>
                    <a:lstStyle/>
                    <a:p>
                      <a:pPr algn="ctr"/>
                      <a:r>
                        <a:rPr lang="en-US" sz="1200"/>
                        <a:t>2.2</a:t>
                      </a:r>
                    </a:p>
                  </a:txBody>
                  <a:tcPr anchor="ct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a:t>The finance, budgeting, and annual project planning process is robust, with strong partnership between IT and finance</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a:t>Performance metrics and reporting exist but have minimal impact on decision-making, and cost transparency is not fully achieved.</a:t>
                      </a:r>
                      <a:endParaRPr lang="en-US" sz="900" kern="1200">
                        <a:solidFill>
                          <a:schemeClr val="dk1"/>
                        </a:solidFill>
                        <a:latin typeface="+mn-lt"/>
                        <a:ea typeface="+mn-ea"/>
                        <a:cs typeface="+mn-cs"/>
                      </a:endParaRPr>
                    </a:p>
                  </a:txBody>
                  <a:tcPr anchor="ctr"/>
                </a:tc>
                <a:tc>
                  <a:txBody>
                    <a:body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1200">
                          <a:solidFill>
                            <a:schemeClr val="dk1"/>
                          </a:solidFill>
                          <a:latin typeface="+mn-lt"/>
                          <a:ea typeface="+mn-ea"/>
                          <a:cs typeface="+mn-cs"/>
                        </a:rPr>
                        <a:t>Strengthen governance, training, and central oversight to ensure consistent reporting of return on investment and ownership of business cases and outcomes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kern="1200">
                          <a:solidFill>
                            <a:schemeClr val="dk1"/>
                          </a:solidFill>
                          <a:latin typeface="+mn-lt"/>
                          <a:ea typeface="+mn-ea"/>
                          <a:cs typeface="+mn-cs"/>
                        </a:rPr>
                        <a:t>Enhance performance metrics, reporting, and cost transparency to better inform decision-making and align portfolios against with strategic objectives</a:t>
                      </a:r>
                    </a:p>
                  </a:txBody>
                  <a:tcPr anchor="ctr"/>
                </a:tc>
                <a:extLst>
                  <a:ext uri="{0D108BD9-81ED-4DB2-BD59-A6C34878D82A}">
                    <a16:rowId xmlns:a16="http://schemas.microsoft.com/office/drawing/2014/main" val="1656224767"/>
                  </a:ext>
                </a:extLst>
              </a:tr>
            </a:tbl>
          </a:graphicData>
        </a:graphic>
      </p:graphicFrame>
      <p:grpSp>
        <p:nvGrpSpPr>
          <p:cNvPr id="46" name="Group 45">
            <a:extLst>
              <a:ext uri="{FF2B5EF4-FFF2-40B4-BE49-F238E27FC236}">
                <a16:creationId xmlns:a16="http://schemas.microsoft.com/office/drawing/2014/main" id="{35E66DE3-FAB4-AC6C-E01A-6BDE646CB976}"/>
              </a:ext>
            </a:extLst>
          </p:cNvPr>
          <p:cNvGrpSpPr/>
          <p:nvPr/>
        </p:nvGrpSpPr>
        <p:grpSpPr>
          <a:xfrm>
            <a:off x="4563863" y="6509385"/>
            <a:ext cx="6995677" cy="320040"/>
            <a:chOff x="995364" y="6490335"/>
            <a:chExt cx="6995677" cy="320040"/>
          </a:xfrm>
        </p:grpSpPr>
        <p:grpSp>
          <p:nvGrpSpPr>
            <p:cNvPr id="47" name="Group 46">
              <a:extLst>
                <a:ext uri="{FF2B5EF4-FFF2-40B4-BE49-F238E27FC236}">
                  <a16:creationId xmlns:a16="http://schemas.microsoft.com/office/drawing/2014/main" id="{DB7E2488-0F8D-799D-6557-9B459929795C}"/>
                </a:ext>
              </a:extLst>
            </p:cNvPr>
            <p:cNvGrpSpPr/>
            <p:nvPr/>
          </p:nvGrpSpPr>
          <p:grpSpPr>
            <a:xfrm>
              <a:off x="995364" y="6490335"/>
              <a:ext cx="1371600" cy="320040"/>
              <a:chOff x="995364" y="6490335"/>
              <a:chExt cx="1371600" cy="320040"/>
            </a:xfrm>
          </p:grpSpPr>
          <p:sp>
            <p:nvSpPr>
              <p:cNvPr id="81" name="Rectangle 80">
                <a:extLst>
                  <a:ext uri="{FF2B5EF4-FFF2-40B4-BE49-F238E27FC236}">
                    <a16:creationId xmlns:a16="http://schemas.microsoft.com/office/drawing/2014/main" id="{8D629EB6-18AE-FCAA-567F-26C0489BBA69}"/>
                  </a:ext>
                </a:extLst>
              </p:cNvPr>
              <p:cNvSpPr>
                <a:spLocks/>
              </p:cNvSpPr>
              <p:nvPr/>
            </p:nvSpPr>
            <p:spPr>
              <a:xfrm>
                <a:off x="995364" y="6490335"/>
                <a:ext cx="1371600" cy="32004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000" b="1" i="0" u="none" strike="noStrike" kern="1200" cap="none" spc="0" normalizeH="0" baseline="0" noProof="0">
                    <a:ln>
                      <a:noFill/>
                    </a:ln>
                    <a:solidFill>
                      <a:prstClr val="white"/>
                    </a:solidFill>
                    <a:effectLst/>
                    <a:uLnTx/>
                    <a:uFillTx/>
                    <a:latin typeface="KPMG Bold"/>
                    <a:ea typeface="+mn-ea"/>
                    <a:cs typeface="+mn-cs"/>
                  </a:rPr>
                  <a:t>Align</a:t>
                </a:r>
              </a:p>
            </p:txBody>
          </p:sp>
          <p:sp>
            <p:nvSpPr>
              <p:cNvPr id="82" name="Isosceles Triangle 81">
                <a:extLst>
                  <a:ext uri="{FF2B5EF4-FFF2-40B4-BE49-F238E27FC236}">
                    <a16:creationId xmlns:a16="http://schemas.microsoft.com/office/drawing/2014/main" id="{F157BBCC-DEDB-1224-E205-D404D12FDF45}"/>
                  </a:ext>
                </a:extLst>
              </p:cNvPr>
              <p:cNvSpPr/>
              <p:nvPr/>
            </p:nvSpPr>
            <p:spPr>
              <a:xfrm rot="5400000">
                <a:off x="2171463" y="6604122"/>
                <a:ext cx="138287" cy="924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83" name="Group 82">
                <a:extLst>
                  <a:ext uri="{FF2B5EF4-FFF2-40B4-BE49-F238E27FC236}">
                    <a16:creationId xmlns:a16="http://schemas.microsoft.com/office/drawing/2014/main" id="{C9E7E8E4-8560-E97D-055B-5C7AB039546F}"/>
                  </a:ext>
                </a:extLst>
              </p:cNvPr>
              <p:cNvGrpSpPr/>
              <p:nvPr/>
            </p:nvGrpSpPr>
            <p:grpSpPr>
              <a:xfrm>
                <a:off x="1763337" y="6554700"/>
                <a:ext cx="303131" cy="191311"/>
                <a:chOff x="1763337" y="6577560"/>
                <a:chExt cx="303131" cy="191311"/>
              </a:xfrm>
            </p:grpSpPr>
            <p:cxnSp>
              <p:nvCxnSpPr>
                <p:cNvPr id="84" name="Straight Connector 83">
                  <a:extLst>
                    <a:ext uri="{FF2B5EF4-FFF2-40B4-BE49-F238E27FC236}">
                      <a16:creationId xmlns:a16="http://schemas.microsoft.com/office/drawing/2014/main" id="{1D4B9313-A9B9-D4E3-B361-558669879545}"/>
                    </a:ext>
                  </a:extLst>
                </p:cNvPr>
                <p:cNvCxnSpPr>
                  <a:cxnSpLocks/>
                </p:cNvCxnSpPr>
                <p:nvPr/>
              </p:nvCxnSpPr>
              <p:spPr>
                <a:xfrm rot="5400000">
                  <a:off x="1667681" y="6673216"/>
                  <a:ext cx="191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13F4DE78-9FB5-25CA-F687-F367F4C4C421}"/>
                    </a:ext>
                  </a:extLst>
                </p:cNvPr>
                <p:cNvSpPr/>
                <p:nvPr/>
              </p:nvSpPr>
              <p:spPr>
                <a:xfrm rot="5400000">
                  <a:off x="1925365" y="6513261"/>
                  <a:ext cx="46082" cy="236124"/>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Arial"/>
                    <a:ea typeface="+mn-ea"/>
                    <a:cs typeface="+mn-cs"/>
                  </a:endParaRPr>
                </a:p>
              </p:txBody>
            </p:sp>
            <p:sp>
              <p:nvSpPr>
                <p:cNvPr id="86" name="Rectangle 85">
                  <a:extLst>
                    <a:ext uri="{FF2B5EF4-FFF2-40B4-BE49-F238E27FC236}">
                      <a16:creationId xmlns:a16="http://schemas.microsoft.com/office/drawing/2014/main" id="{BC99F167-8571-7CFB-67FF-35D8EE153B46}"/>
                    </a:ext>
                  </a:extLst>
                </p:cNvPr>
                <p:cNvSpPr/>
                <p:nvPr/>
              </p:nvSpPr>
              <p:spPr>
                <a:xfrm rot="5400000">
                  <a:off x="1880692" y="6641718"/>
                  <a:ext cx="46082" cy="14678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Arial"/>
                    <a:ea typeface="+mn-ea"/>
                    <a:cs typeface="+mn-cs"/>
                  </a:endParaRPr>
                </a:p>
              </p:txBody>
            </p:sp>
          </p:grpSp>
        </p:grpSp>
        <p:grpSp>
          <p:nvGrpSpPr>
            <p:cNvPr id="48" name="Group 47">
              <a:extLst>
                <a:ext uri="{FF2B5EF4-FFF2-40B4-BE49-F238E27FC236}">
                  <a16:creationId xmlns:a16="http://schemas.microsoft.com/office/drawing/2014/main" id="{5E39BE9E-6849-123D-599F-CA405C64E766}"/>
                </a:ext>
              </a:extLst>
            </p:cNvPr>
            <p:cNvGrpSpPr/>
            <p:nvPr/>
          </p:nvGrpSpPr>
          <p:grpSpPr>
            <a:xfrm>
              <a:off x="2401383" y="6490335"/>
              <a:ext cx="1371600" cy="320040"/>
              <a:chOff x="2644271" y="6490335"/>
              <a:chExt cx="1371600" cy="320040"/>
            </a:xfrm>
          </p:grpSpPr>
          <p:sp>
            <p:nvSpPr>
              <p:cNvPr id="69" name="Rectangle 68">
                <a:extLst>
                  <a:ext uri="{FF2B5EF4-FFF2-40B4-BE49-F238E27FC236}">
                    <a16:creationId xmlns:a16="http://schemas.microsoft.com/office/drawing/2014/main" id="{93C62B90-EAE1-DB3F-775A-6C5BA74384EC}"/>
                  </a:ext>
                </a:extLst>
              </p:cNvPr>
              <p:cNvSpPr>
                <a:spLocks/>
              </p:cNvSpPr>
              <p:nvPr/>
            </p:nvSpPr>
            <p:spPr>
              <a:xfrm>
                <a:off x="2644271" y="6490335"/>
                <a:ext cx="1371600" cy="320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Define</a:t>
                </a:r>
              </a:p>
            </p:txBody>
          </p:sp>
          <p:sp>
            <p:nvSpPr>
              <p:cNvPr id="70" name="Isosceles Triangle 69">
                <a:extLst>
                  <a:ext uri="{FF2B5EF4-FFF2-40B4-BE49-F238E27FC236}">
                    <a16:creationId xmlns:a16="http://schemas.microsoft.com/office/drawing/2014/main" id="{0F9C604F-247E-DE43-03F1-2028FDB43BD8}"/>
                  </a:ext>
                </a:extLst>
              </p:cNvPr>
              <p:cNvSpPr>
                <a:spLocks noChangeAspect="1"/>
              </p:cNvSpPr>
              <p:nvPr/>
            </p:nvSpPr>
            <p:spPr>
              <a:xfrm rot="5400000">
                <a:off x="3779431"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71" name="Graphic 5">
                <a:extLst>
                  <a:ext uri="{FF2B5EF4-FFF2-40B4-BE49-F238E27FC236}">
                    <a16:creationId xmlns:a16="http://schemas.microsoft.com/office/drawing/2014/main" id="{5FE4AC6B-A809-BBB3-A8A6-39D7E3AA6CFA}"/>
                  </a:ext>
                </a:extLst>
              </p:cNvPr>
              <p:cNvGrpSpPr>
                <a:grpSpLocks noChangeAspect="1"/>
              </p:cNvGrpSpPr>
              <p:nvPr/>
            </p:nvGrpSpPr>
            <p:grpSpPr>
              <a:xfrm>
                <a:off x="3465385" y="6579956"/>
                <a:ext cx="171179" cy="140799"/>
                <a:chOff x="3800475" y="1485138"/>
                <a:chExt cx="4730981" cy="3894305"/>
              </a:xfrm>
              <a:solidFill>
                <a:schemeClr val="accent5"/>
              </a:solidFill>
            </p:grpSpPr>
            <p:sp>
              <p:nvSpPr>
                <p:cNvPr id="72" name="Freeform: Shape 71">
                  <a:extLst>
                    <a:ext uri="{FF2B5EF4-FFF2-40B4-BE49-F238E27FC236}">
                      <a16:creationId xmlns:a16="http://schemas.microsoft.com/office/drawing/2014/main" id="{155F02F7-1256-5CF5-2192-8B1D28C56492}"/>
                    </a:ext>
                  </a:extLst>
                </p:cNvPr>
                <p:cNvSpPr/>
                <p:nvPr/>
              </p:nvSpPr>
              <p:spPr>
                <a:xfrm>
                  <a:off x="5176161" y="1485138"/>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Shape 72">
                  <a:extLst>
                    <a:ext uri="{FF2B5EF4-FFF2-40B4-BE49-F238E27FC236}">
                      <a16:creationId xmlns:a16="http://schemas.microsoft.com/office/drawing/2014/main" id="{FA36136F-3BF3-3205-8B10-518080EAE16A}"/>
                    </a:ext>
                  </a:extLst>
                </p:cNvPr>
                <p:cNvSpPr/>
                <p:nvPr/>
              </p:nvSpPr>
              <p:spPr>
                <a:xfrm>
                  <a:off x="5176161" y="2259996"/>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78AADCEE-273E-FA67-1DEE-78EDD2678424}"/>
                    </a:ext>
                  </a:extLst>
                </p:cNvPr>
                <p:cNvSpPr/>
                <p:nvPr/>
              </p:nvSpPr>
              <p:spPr>
                <a:xfrm>
                  <a:off x="5176161" y="3034865"/>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970604F2-4C43-D38C-0DDB-6731ACE8EC09}"/>
                    </a:ext>
                  </a:extLst>
                </p:cNvPr>
                <p:cNvSpPr/>
                <p:nvPr/>
              </p:nvSpPr>
              <p:spPr>
                <a:xfrm>
                  <a:off x="5176161" y="3809723"/>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0F13163F-7AE0-CC18-709B-289BA8D96DF2}"/>
                    </a:ext>
                  </a:extLst>
                </p:cNvPr>
                <p:cNvSpPr/>
                <p:nvPr/>
              </p:nvSpPr>
              <p:spPr>
                <a:xfrm>
                  <a:off x="3800475" y="1485138"/>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4248BEF0-C75D-8ABA-751B-A3E18364968C}"/>
                    </a:ext>
                  </a:extLst>
                </p:cNvPr>
                <p:cNvSpPr/>
                <p:nvPr/>
              </p:nvSpPr>
              <p:spPr>
                <a:xfrm>
                  <a:off x="3800475" y="3023425"/>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4B2169DB-DE90-C13A-3840-7728EC5C2063}"/>
                    </a:ext>
                  </a:extLst>
                </p:cNvPr>
                <p:cNvSpPr/>
                <p:nvPr/>
              </p:nvSpPr>
              <p:spPr>
                <a:xfrm>
                  <a:off x="5176161" y="4595060"/>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16EBCBA2-89F1-0138-242C-BA93C57048D3}"/>
                    </a:ext>
                  </a:extLst>
                </p:cNvPr>
                <p:cNvSpPr/>
                <p:nvPr/>
              </p:nvSpPr>
              <p:spPr>
                <a:xfrm>
                  <a:off x="5176161" y="5369918"/>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80" name="Freeform: Shape 79">
                  <a:extLst>
                    <a:ext uri="{FF2B5EF4-FFF2-40B4-BE49-F238E27FC236}">
                      <a16:creationId xmlns:a16="http://schemas.microsoft.com/office/drawing/2014/main" id="{0B0F4235-CE81-5E31-0E9A-4072D954D859}"/>
                    </a:ext>
                  </a:extLst>
                </p:cNvPr>
                <p:cNvSpPr/>
                <p:nvPr/>
              </p:nvSpPr>
              <p:spPr>
                <a:xfrm>
                  <a:off x="3800475" y="4583620"/>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49" name="Group 48">
              <a:extLst>
                <a:ext uri="{FF2B5EF4-FFF2-40B4-BE49-F238E27FC236}">
                  <a16:creationId xmlns:a16="http://schemas.microsoft.com/office/drawing/2014/main" id="{E55ECA7E-FE1F-BC12-4BBB-E287E76A152B}"/>
                </a:ext>
              </a:extLst>
            </p:cNvPr>
            <p:cNvGrpSpPr/>
            <p:nvPr/>
          </p:nvGrpSpPr>
          <p:grpSpPr>
            <a:xfrm>
              <a:off x="3807402" y="6490335"/>
              <a:ext cx="1371600" cy="320040"/>
              <a:chOff x="4293178" y="6490335"/>
              <a:chExt cx="1371600" cy="320040"/>
            </a:xfrm>
          </p:grpSpPr>
          <p:sp>
            <p:nvSpPr>
              <p:cNvPr id="60" name="Rectangle 59">
                <a:extLst>
                  <a:ext uri="{FF2B5EF4-FFF2-40B4-BE49-F238E27FC236}">
                    <a16:creationId xmlns:a16="http://schemas.microsoft.com/office/drawing/2014/main" id="{D459C2E2-A67C-6728-7BE5-58B60DABBC7A}"/>
                  </a:ext>
                </a:extLst>
              </p:cNvPr>
              <p:cNvSpPr>
                <a:spLocks/>
              </p:cNvSpPr>
              <p:nvPr/>
            </p:nvSpPr>
            <p:spPr>
              <a:xfrm>
                <a:off x="4293178" y="6490335"/>
                <a:ext cx="1371600" cy="3200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Change</a:t>
                </a:r>
              </a:p>
            </p:txBody>
          </p:sp>
          <p:sp>
            <p:nvSpPr>
              <p:cNvPr id="61" name="Isosceles Triangle 60">
                <a:extLst>
                  <a:ext uri="{FF2B5EF4-FFF2-40B4-BE49-F238E27FC236}">
                    <a16:creationId xmlns:a16="http://schemas.microsoft.com/office/drawing/2014/main" id="{6CF561BD-F0DA-E85E-B44B-B800BEB2AA46}"/>
                  </a:ext>
                </a:extLst>
              </p:cNvPr>
              <p:cNvSpPr>
                <a:spLocks noChangeAspect="1"/>
              </p:cNvSpPr>
              <p:nvPr/>
            </p:nvSpPr>
            <p:spPr>
              <a:xfrm rot="5400000">
                <a:off x="5419575"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grpSp>
            <p:nvGrpSpPr>
              <p:cNvPr id="62" name="Group 61">
                <a:extLst>
                  <a:ext uri="{FF2B5EF4-FFF2-40B4-BE49-F238E27FC236}">
                    <a16:creationId xmlns:a16="http://schemas.microsoft.com/office/drawing/2014/main" id="{BDE87138-33A2-2C54-17B0-B77150899375}"/>
                  </a:ext>
                </a:extLst>
              </p:cNvPr>
              <p:cNvGrpSpPr>
                <a:grpSpLocks noChangeAspect="1"/>
              </p:cNvGrpSpPr>
              <p:nvPr/>
            </p:nvGrpSpPr>
            <p:grpSpPr>
              <a:xfrm>
                <a:off x="5128218" y="6560571"/>
                <a:ext cx="176552" cy="179568"/>
                <a:chOff x="6042573" y="1717468"/>
                <a:chExt cx="590930" cy="601026"/>
              </a:xfrm>
              <a:solidFill>
                <a:schemeClr val="accent4"/>
              </a:solidFill>
            </p:grpSpPr>
            <p:grpSp>
              <p:nvGrpSpPr>
                <p:cNvPr id="63" name="Graphic 97">
                  <a:extLst>
                    <a:ext uri="{FF2B5EF4-FFF2-40B4-BE49-F238E27FC236}">
                      <a16:creationId xmlns:a16="http://schemas.microsoft.com/office/drawing/2014/main" id="{0207B29F-43AB-44AC-E7D5-FCCF2717D761}"/>
                    </a:ext>
                  </a:extLst>
                </p:cNvPr>
                <p:cNvGrpSpPr/>
                <p:nvPr/>
              </p:nvGrpSpPr>
              <p:grpSpPr>
                <a:xfrm>
                  <a:off x="6042573" y="1717468"/>
                  <a:ext cx="590930" cy="479964"/>
                  <a:chOff x="6042573" y="1717468"/>
                  <a:chExt cx="590930" cy="479964"/>
                </a:xfrm>
                <a:grpFill/>
              </p:grpSpPr>
              <p:sp>
                <p:nvSpPr>
                  <p:cNvPr id="67" name="Freeform: Shape 66">
                    <a:extLst>
                      <a:ext uri="{FF2B5EF4-FFF2-40B4-BE49-F238E27FC236}">
                        <a16:creationId xmlns:a16="http://schemas.microsoft.com/office/drawing/2014/main" id="{C18BF063-C39B-172B-0A82-225F5DE58C8D}"/>
                      </a:ext>
                    </a:extLst>
                  </p:cNvPr>
                  <p:cNvSpPr/>
                  <p:nvPr/>
                </p:nvSpPr>
                <p:spPr>
                  <a:xfrm>
                    <a:off x="6042573" y="1834911"/>
                    <a:ext cx="590930" cy="362521"/>
                  </a:xfrm>
                  <a:custGeom>
                    <a:avLst/>
                    <a:gdLst>
                      <a:gd name="connsiteX0" fmla="*/ 0 w 590930"/>
                      <a:gd name="connsiteY0" fmla="*/ 362522 h 362521"/>
                      <a:gd name="connsiteX1" fmla="*/ 131445 w 590930"/>
                      <a:gd name="connsiteY1" fmla="*/ 362522 h 362521"/>
                      <a:gd name="connsiteX2" fmla="*/ 162020 w 590930"/>
                      <a:gd name="connsiteY2" fmla="*/ 345948 h 362521"/>
                      <a:gd name="connsiteX3" fmla="*/ 376714 w 590930"/>
                      <a:gd name="connsiteY3" fmla="*/ 16573 h 362521"/>
                      <a:gd name="connsiteX4" fmla="*/ 407289 w 590930"/>
                      <a:gd name="connsiteY4" fmla="*/ 0 h 362521"/>
                      <a:gd name="connsiteX5" fmla="*/ 590931 w 590930"/>
                      <a:gd name="connsiteY5" fmla="*/ 0 h 36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521">
                        <a:moveTo>
                          <a:pt x="0" y="362522"/>
                        </a:moveTo>
                        <a:lnTo>
                          <a:pt x="131445" y="362522"/>
                        </a:lnTo>
                        <a:cubicBezTo>
                          <a:pt x="143828" y="362522"/>
                          <a:pt x="155258" y="356330"/>
                          <a:pt x="162020" y="345948"/>
                        </a:cubicBezTo>
                        <a:lnTo>
                          <a:pt x="376714" y="16573"/>
                        </a:lnTo>
                        <a:cubicBezTo>
                          <a:pt x="383477" y="6286"/>
                          <a:pt x="394907" y="0"/>
                          <a:pt x="407289" y="0"/>
                        </a:cubicBezTo>
                        <a:lnTo>
                          <a:pt x="590931"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68" name="Freeform: Shape 67">
                    <a:extLst>
                      <a:ext uri="{FF2B5EF4-FFF2-40B4-BE49-F238E27FC236}">
                        <a16:creationId xmlns:a16="http://schemas.microsoft.com/office/drawing/2014/main" id="{532A4E13-1F52-6608-1644-1C15DCCB9D88}"/>
                      </a:ext>
                    </a:extLst>
                  </p:cNvPr>
                  <p:cNvSpPr/>
                  <p:nvPr/>
                </p:nvSpPr>
                <p:spPr>
                  <a:xfrm>
                    <a:off x="6519680" y="1717468"/>
                    <a:ext cx="113823" cy="242220"/>
                  </a:xfrm>
                  <a:custGeom>
                    <a:avLst/>
                    <a:gdLst>
                      <a:gd name="connsiteX0" fmla="*/ 3810 w 113823"/>
                      <a:gd name="connsiteY0" fmla="*/ 242221 h 242220"/>
                      <a:gd name="connsiteX1" fmla="*/ 113824 w 113823"/>
                      <a:gd name="connsiteY1" fmla="*/ 117539 h 242220"/>
                      <a:gd name="connsiteX2" fmla="*/ 0 w 113823"/>
                      <a:gd name="connsiteY2" fmla="*/ 0 h 242220"/>
                    </a:gdLst>
                    <a:ahLst/>
                    <a:cxnLst>
                      <a:cxn ang="0">
                        <a:pos x="connsiteX0" y="connsiteY0"/>
                      </a:cxn>
                      <a:cxn ang="0">
                        <a:pos x="connsiteX1" y="connsiteY1"/>
                      </a:cxn>
                      <a:cxn ang="0">
                        <a:pos x="connsiteX2" y="connsiteY2"/>
                      </a:cxn>
                    </a:cxnLst>
                    <a:rect l="l" t="t" r="r" b="b"/>
                    <a:pathLst>
                      <a:path w="113823" h="242220">
                        <a:moveTo>
                          <a:pt x="3810" y="242221"/>
                        </a:moveTo>
                        <a:lnTo>
                          <a:pt x="113824" y="117539"/>
                        </a:lnTo>
                        <a:lnTo>
                          <a:pt x="0"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64" name="Graphic 97">
                  <a:extLst>
                    <a:ext uri="{FF2B5EF4-FFF2-40B4-BE49-F238E27FC236}">
                      <a16:creationId xmlns:a16="http://schemas.microsoft.com/office/drawing/2014/main" id="{DA405181-1271-27C9-8C7A-5EF446F29A6D}"/>
                    </a:ext>
                  </a:extLst>
                </p:cNvPr>
                <p:cNvGrpSpPr/>
                <p:nvPr/>
              </p:nvGrpSpPr>
              <p:grpSpPr>
                <a:xfrm>
                  <a:off x="6042573" y="1838530"/>
                  <a:ext cx="590930" cy="479964"/>
                  <a:chOff x="6042573" y="1838530"/>
                  <a:chExt cx="590930" cy="479964"/>
                </a:xfrm>
                <a:grpFill/>
              </p:grpSpPr>
              <p:sp>
                <p:nvSpPr>
                  <p:cNvPr id="65" name="Freeform: Shape 64">
                    <a:extLst>
                      <a:ext uri="{FF2B5EF4-FFF2-40B4-BE49-F238E27FC236}">
                        <a16:creationId xmlns:a16="http://schemas.microsoft.com/office/drawing/2014/main" id="{F3A1FDD7-8211-16ED-EB53-5D297AA07C41}"/>
                      </a:ext>
                    </a:extLst>
                  </p:cNvPr>
                  <p:cNvSpPr/>
                  <p:nvPr/>
                </p:nvSpPr>
                <p:spPr>
                  <a:xfrm>
                    <a:off x="6042573" y="1838530"/>
                    <a:ext cx="590930" cy="362426"/>
                  </a:xfrm>
                  <a:custGeom>
                    <a:avLst/>
                    <a:gdLst>
                      <a:gd name="connsiteX0" fmla="*/ 0 w 590930"/>
                      <a:gd name="connsiteY0" fmla="*/ 0 h 362426"/>
                      <a:gd name="connsiteX1" fmla="*/ 131445 w 590930"/>
                      <a:gd name="connsiteY1" fmla="*/ 0 h 362426"/>
                      <a:gd name="connsiteX2" fmla="*/ 162020 w 590930"/>
                      <a:gd name="connsiteY2" fmla="*/ 16573 h 362426"/>
                      <a:gd name="connsiteX3" fmla="*/ 376714 w 590930"/>
                      <a:gd name="connsiteY3" fmla="*/ 345853 h 362426"/>
                      <a:gd name="connsiteX4" fmla="*/ 407289 w 590930"/>
                      <a:gd name="connsiteY4" fmla="*/ 362426 h 362426"/>
                      <a:gd name="connsiteX5" fmla="*/ 590931 w 590930"/>
                      <a:gd name="connsiteY5" fmla="*/ 362426 h 36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426">
                        <a:moveTo>
                          <a:pt x="0" y="0"/>
                        </a:moveTo>
                        <a:lnTo>
                          <a:pt x="131445" y="0"/>
                        </a:lnTo>
                        <a:cubicBezTo>
                          <a:pt x="143828" y="0"/>
                          <a:pt x="155258" y="6191"/>
                          <a:pt x="162020" y="16573"/>
                        </a:cubicBezTo>
                        <a:lnTo>
                          <a:pt x="376714" y="345853"/>
                        </a:lnTo>
                        <a:cubicBezTo>
                          <a:pt x="383477" y="356140"/>
                          <a:pt x="394907" y="362426"/>
                          <a:pt x="407289" y="362426"/>
                        </a:cubicBezTo>
                        <a:lnTo>
                          <a:pt x="590931" y="362426"/>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66" name="Freeform: Shape 65">
                    <a:extLst>
                      <a:ext uri="{FF2B5EF4-FFF2-40B4-BE49-F238E27FC236}">
                        <a16:creationId xmlns:a16="http://schemas.microsoft.com/office/drawing/2014/main" id="{BFAD4D35-DF9D-CCE2-DDA7-575666128CE5}"/>
                      </a:ext>
                    </a:extLst>
                  </p:cNvPr>
                  <p:cNvSpPr/>
                  <p:nvPr/>
                </p:nvSpPr>
                <p:spPr>
                  <a:xfrm>
                    <a:off x="6519680" y="2076274"/>
                    <a:ext cx="113823" cy="242220"/>
                  </a:xfrm>
                  <a:custGeom>
                    <a:avLst/>
                    <a:gdLst>
                      <a:gd name="connsiteX0" fmla="*/ 3810 w 113823"/>
                      <a:gd name="connsiteY0" fmla="*/ 0 h 242220"/>
                      <a:gd name="connsiteX1" fmla="*/ 113824 w 113823"/>
                      <a:gd name="connsiteY1" fmla="*/ 124682 h 242220"/>
                      <a:gd name="connsiteX2" fmla="*/ 0 w 113823"/>
                      <a:gd name="connsiteY2" fmla="*/ 242221 h 242220"/>
                    </a:gdLst>
                    <a:ahLst/>
                    <a:cxnLst>
                      <a:cxn ang="0">
                        <a:pos x="connsiteX0" y="connsiteY0"/>
                      </a:cxn>
                      <a:cxn ang="0">
                        <a:pos x="connsiteX1" y="connsiteY1"/>
                      </a:cxn>
                      <a:cxn ang="0">
                        <a:pos x="connsiteX2" y="connsiteY2"/>
                      </a:cxn>
                    </a:cxnLst>
                    <a:rect l="l" t="t" r="r" b="b"/>
                    <a:pathLst>
                      <a:path w="113823" h="242220">
                        <a:moveTo>
                          <a:pt x="3810" y="0"/>
                        </a:moveTo>
                        <a:lnTo>
                          <a:pt x="113824" y="124682"/>
                        </a:lnTo>
                        <a:lnTo>
                          <a:pt x="0" y="242221"/>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grpSp>
          </p:grpSp>
        </p:grpSp>
        <p:grpSp>
          <p:nvGrpSpPr>
            <p:cNvPr id="50" name="Group 49">
              <a:extLst>
                <a:ext uri="{FF2B5EF4-FFF2-40B4-BE49-F238E27FC236}">
                  <a16:creationId xmlns:a16="http://schemas.microsoft.com/office/drawing/2014/main" id="{87054175-11E0-09CC-3BF6-E341EB4286AF}"/>
                </a:ext>
              </a:extLst>
            </p:cNvPr>
            <p:cNvGrpSpPr/>
            <p:nvPr/>
          </p:nvGrpSpPr>
          <p:grpSpPr>
            <a:xfrm>
              <a:off x="5213421" y="6490335"/>
              <a:ext cx="1371600" cy="320040"/>
              <a:chOff x="5942085" y="6490335"/>
              <a:chExt cx="1371600" cy="320040"/>
            </a:xfrm>
          </p:grpSpPr>
          <p:sp>
            <p:nvSpPr>
              <p:cNvPr id="56" name="Rectangle 55">
                <a:extLst>
                  <a:ext uri="{FF2B5EF4-FFF2-40B4-BE49-F238E27FC236}">
                    <a16:creationId xmlns:a16="http://schemas.microsoft.com/office/drawing/2014/main" id="{BE527D31-DF3B-02A8-64C6-F9171BB8D0C6}"/>
                  </a:ext>
                </a:extLst>
              </p:cNvPr>
              <p:cNvSpPr>
                <a:spLocks/>
              </p:cNvSpPr>
              <p:nvPr/>
            </p:nvSpPr>
            <p:spPr>
              <a:xfrm>
                <a:off x="5942085" y="6490335"/>
                <a:ext cx="1371600" cy="3200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Deliver</a:t>
                </a:r>
              </a:p>
            </p:txBody>
          </p:sp>
          <p:sp>
            <p:nvSpPr>
              <p:cNvPr id="57" name="Isosceles Triangle 56">
                <a:extLst>
                  <a:ext uri="{FF2B5EF4-FFF2-40B4-BE49-F238E27FC236}">
                    <a16:creationId xmlns:a16="http://schemas.microsoft.com/office/drawing/2014/main" id="{82480A0C-2220-C0A8-3D1A-E9BD22026820}"/>
                  </a:ext>
                </a:extLst>
              </p:cNvPr>
              <p:cNvSpPr>
                <a:spLocks noChangeAspect="1"/>
              </p:cNvSpPr>
              <p:nvPr/>
            </p:nvSpPr>
            <p:spPr>
              <a:xfrm rot="5400000">
                <a:off x="7041430" y="6604121"/>
                <a:ext cx="138288" cy="9246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Arial"/>
                  <a:ea typeface="+mn-ea"/>
                  <a:cs typeface="+mn-cs"/>
                </a:endParaRPr>
              </a:p>
            </p:txBody>
          </p:sp>
          <p:sp>
            <p:nvSpPr>
              <p:cNvPr id="58" name="Freeform: Shape 57">
                <a:extLst>
                  <a:ext uri="{FF2B5EF4-FFF2-40B4-BE49-F238E27FC236}">
                    <a16:creationId xmlns:a16="http://schemas.microsoft.com/office/drawing/2014/main" id="{E25B4A03-470B-EF4D-D20D-BACAA0DC2CE2}"/>
                  </a:ext>
                </a:extLst>
              </p:cNvPr>
              <p:cNvSpPr>
                <a:spLocks noChangeAspect="1"/>
              </p:cNvSpPr>
              <p:nvPr/>
            </p:nvSpPr>
            <p:spPr>
              <a:xfrm>
                <a:off x="6751037" y="6591168"/>
                <a:ext cx="169030" cy="118375"/>
              </a:xfrm>
              <a:custGeom>
                <a:avLst/>
                <a:gdLst>
                  <a:gd name="connsiteX0" fmla="*/ 558546 w 558545"/>
                  <a:gd name="connsiteY0" fmla="*/ 391160 h 391160"/>
                  <a:gd name="connsiteX1" fmla="*/ 0 w 558545"/>
                  <a:gd name="connsiteY1" fmla="*/ 391160 h 391160"/>
                  <a:gd name="connsiteX2" fmla="*/ 0 w 558545"/>
                  <a:gd name="connsiteY2" fmla="*/ 391160 h 391160"/>
                  <a:gd name="connsiteX3" fmla="*/ 0 w 558545"/>
                  <a:gd name="connsiteY3" fmla="*/ 0 h 391160"/>
                  <a:gd name="connsiteX4" fmla="*/ 558546 w 558545"/>
                  <a:gd name="connsiteY4" fmla="*/ 0 h 391160"/>
                  <a:gd name="connsiteX5" fmla="*/ 558546 w 558545"/>
                  <a:gd name="connsiteY5" fmla="*/ 0 h 391160"/>
                  <a:gd name="connsiteX6" fmla="*/ 558546 w 558545"/>
                  <a:gd name="connsiteY6" fmla="*/ 391160 h 391160"/>
                  <a:gd name="connsiteX7" fmla="*/ 558546 w 558545"/>
                  <a:gd name="connsiteY7" fmla="*/ 391160 h 39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545" h="391160">
                    <a:moveTo>
                      <a:pt x="558546" y="391160"/>
                    </a:moveTo>
                    <a:lnTo>
                      <a:pt x="0" y="391160"/>
                    </a:lnTo>
                    <a:lnTo>
                      <a:pt x="0" y="391160"/>
                    </a:lnTo>
                    <a:lnTo>
                      <a:pt x="0" y="0"/>
                    </a:lnTo>
                    <a:lnTo>
                      <a:pt x="558546" y="0"/>
                    </a:lnTo>
                    <a:lnTo>
                      <a:pt x="558546" y="0"/>
                    </a:lnTo>
                    <a:lnTo>
                      <a:pt x="558546" y="391160"/>
                    </a:lnTo>
                    <a:lnTo>
                      <a:pt x="558546" y="391160"/>
                    </a:lnTo>
                    <a:close/>
                  </a:path>
                </a:pathLst>
              </a:custGeom>
              <a:solidFill>
                <a:schemeClr val="accent6"/>
              </a:solid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Shape 58">
                <a:extLst>
                  <a:ext uri="{FF2B5EF4-FFF2-40B4-BE49-F238E27FC236}">
                    <a16:creationId xmlns:a16="http://schemas.microsoft.com/office/drawing/2014/main" id="{0A898B37-535A-DA6A-FEFA-A20A00287E3D}"/>
                  </a:ext>
                </a:extLst>
              </p:cNvPr>
              <p:cNvSpPr>
                <a:spLocks noChangeAspect="1"/>
              </p:cNvSpPr>
              <p:nvPr/>
            </p:nvSpPr>
            <p:spPr>
              <a:xfrm>
                <a:off x="6753733" y="6613383"/>
                <a:ext cx="165418" cy="73944"/>
              </a:xfrm>
              <a:custGeom>
                <a:avLst/>
                <a:gdLst>
                  <a:gd name="connsiteX0" fmla="*/ 0 w 546607"/>
                  <a:gd name="connsiteY0" fmla="*/ 0 h 244347"/>
                  <a:gd name="connsiteX1" fmla="*/ 273304 w 546607"/>
                  <a:gd name="connsiteY1" fmla="*/ 244348 h 244347"/>
                  <a:gd name="connsiteX2" fmla="*/ 546608 w 546607"/>
                  <a:gd name="connsiteY2" fmla="*/ 0 h 244347"/>
                </a:gdLst>
                <a:ahLst/>
                <a:cxnLst>
                  <a:cxn ang="0">
                    <a:pos x="connsiteX0" y="connsiteY0"/>
                  </a:cxn>
                  <a:cxn ang="0">
                    <a:pos x="connsiteX1" y="connsiteY1"/>
                  </a:cxn>
                  <a:cxn ang="0">
                    <a:pos x="connsiteX2" y="connsiteY2"/>
                  </a:cxn>
                </a:cxnLst>
                <a:rect l="l" t="t" r="r" b="b"/>
                <a:pathLst>
                  <a:path w="546607" h="244347">
                    <a:moveTo>
                      <a:pt x="0" y="0"/>
                    </a:moveTo>
                    <a:lnTo>
                      <a:pt x="273304" y="244348"/>
                    </a:lnTo>
                    <a:lnTo>
                      <a:pt x="546608" y="0"/>
                    </a:lnTo>
                  </a:path>
                </a:pathLst>
              </a:custGeom>
              <a:solidFill>
                <a:schemeClr val="accent6"/>
              </a:solid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51" name="Group 50">
              <a:extLst>
                <a:ext uri="{FF2B5EF4-FFF2-40B4-BE49-F238E27FC236}">
                  <a16:creationId xmlns:a16="http://schemas.microsoft.com/office/drawing/2014/main" id="{3B3A2C0E-EB3E-EA5F-58BD-304CFEF7C33B}"/>
                </a:ext>
              </a:extLst>
            </p:cNvPr>
            <p:cNvGrpSpPr/>
            <p:nvPr/>
          </p:nvGrpSpPr>
          <p:grpSpPr>
            <a:xfrm>
              <a:off x="6619441" y="6490335"/>
              <a:ext cx="1371600" cy="320040"/>
              <a:chOff x="7590991" y="6490335"/>
              <a:chExt cx="1371600" cy="320040"/>
            </a:xfrm>
          </p:grpSpPr>
          <p:sp>
            <p:nvSpPr>
              <p:cNvPr id="52" name="Rectangle 51">
                <a:extLst>
                  <a:ext uri="{FF2B5EF4-FFF2-40B4-BE49-F238E27FC236}">
                    <a16:creationId xmlns:a16="http://schemas.microsoft.com/office/drawing/2014/main" id="{ACB2EF17-32B3-EA11-3E2A-BBD88FDF6A44}"/>
                  </a:ext>
                </a:extLst>
              </p:cNvPr>
              <p:cNvSpPr>
                <a:spLocks/>
              </p:cNvSpPr>
              <p:nvPr/>
            </p:nvSpPr>
            <p:spPr>
              <a:xfrm>
                <a:off x="7590991" y="6490335"/>
                <a:ext cx="1371600" cy="3200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KPMG Bold"/>
                    <a:ea typeface="+mn-ea"/>
                    <a:cs typeface="+mn-cs"/>
                  </a:rPr>
                  <a:t>Sustain</a:t>
                </a:r>
              </a:p>
            </p:txBody>
          </p:sp>
          <p:grpSp>
            <p:nvGrpSpPr>
              <p:cNvPr id="53" name="Graphic 3">
                <a:extLst>
                  <a:ext uri="{FF2B5EF4-FFF2-40B4-BE49-F238E27FC236}">
                    <a16:creationId xmlns:a16="http://schemas.microsoft.com/office/drawing/2014/main" id="{6C446522-DE85-6D69-633F-AA33A3C4BC5C}"/>
                  </a:ext>
                </a:extLst>
              </p:cNvPr>
              <p:cNvGrpSpPr>
                <a:grpSpLocks noChangeAspect="1"/>
              </p:cNvGrpSpPr>
              <p:nvPr/>
            </p:nvGrpSpPr>
            <p:grpSpPr>
              <a:xfrm>
                <a:off x="8432241" y="6553566"/>
                <a:ext cx="193664" cy="193578"/>
                <a:chOff x="7411466" y="1863089"/>
                <a:chExt cx="590998" cy="590733"/>
              </a:xfrm>
              <a:solidFill>
                <a:schemeClr val="accent3"/>
              </a:solidFill>
            </p:grpSpPr>
            <p:sp>
              <p:nvSpPr>
                <p:cNvPr id="54" name="Freeform: Shape 53">
                  <a:extLst>
                    <a:ext uri="{FF2B5EF4-FFF2-40B4-BE49-F238E27FC236}">
                      <a16:creationId xmlns:a16="http://schemas.microsoft.com/office/drawing/2014/main" id="{39CE2D5B-4268-6CFD-8C89-21E377CDDD36}"/>
                    </a:ext>
                  </a:extLst>
                </p:cNvPr>
                <p:cNvSpPr/>
                <p:nvPr/>
              </p:nvSpPr>
              <p:spPr>
                <a:xfrm>
                  <a:off x="7411466" y="1863089"/>
                  <a:ext cx="589788" cy="589788"/>
                </a:xfrm>
                <a:custGeom>
                  <a:avLst/>
                  <a:gdLst>
                    <a:gd name="connsiteX0" fmla="*/ 508127 w 589788"/>
                    <a:gd name="connsiteY0" fmla="*/ 375158 h 589788"/>
                    <a:gd name="connsiteX1" fmla="*/ 513461 w 589788"/>
                    <a:gd name="connsiteY1" fmla="*/ 362458 h 589788"/>
                    <a:gd name="connsiteX2" fmla="*/ 525145 w 589788"/>
                    <a:gd name="connsiteY2" fmla="*/ 352044 h 589788"/>
                    <a:gd name="connsiteX3" fmla="*/ 581279 w 589788"/>
                    <a:gd name="connsiteY3" fmla="*/ 336423 h 589788"/>
                    <a:gd name="connsiteX4" fmla="*/ 589788 w 589788"/>
                    <a:gd name="connsiteY4" fmla="*/ 325755 h 589788"/>
                    <a:gd name="connsiteX5" fmla="*/ 589788 w 589788"/>
                    <a:gd name="connsiteY5" fmla="*/ 264287 h 589788"/>
                    <a:gd name="connsiteX6" fmla="*/ 581279 w 589788"/>
                    <a:gd name="connsiteY6" fmla="*/ 253619 h 589788"/>
                    <a:gd name="connsiteX7" fmla="*/ 525272 w 589788"/>
                    <a:gd name="connsiteY7" fmla="*/ 237998 h 589788"/>
                    <a:gd name="connsiteX8" fmla="*/ 513588 w 589788"/>
                    <a:gd name="connsiteY8" fmla="*/ 227584 h 589788"/>
                    <a:gd name="connsiteX9" fmla="*/ 497205 w 589788"/>
                    <a:gd name="connsiteY9" fmla="*/ 187960 h 589788"/>
                    <a:gd name="connsiteX10" fmla="*/ 498094 w 589788"/>
                    <a:gd name="connsiteY10" fmla="*/ 172339 h 589788"/>
                    <a:gd name="connsiteX11" fmla="*/ 526796 w 589788"/>
                    <a:gd name="connsiteY11" fmla="*/ 121666 h 589788"/>
                    <a:gd name="connsiteX12" fmla="*/ 525272 w 589788"/>
                    <a:gd name="connsiteY12" fmla="*/ 108204 h 589788"/>
                    <a:gd name="connsiteX13" fmla="*/ 481711 w 589788"/>
                    <a:gd name="connsiteY13" fmla="*/ 64643 h 589788"/>
                    <a:gd name="connsiteX14" fmla="*/ 468249 w 589788"/>
                    <a:gd name="connsiteY14" fmla="*/ 63119 h 589788"/>
                    <a:gd name="connsiteX15" fmla="*/ 417576 w 589788"/>
                    <a:gd name="connsiteY15" fmla="*/ 91821 h 589788"/>
                    <a:gd name="connsiteX16" fmla="*/ 401955 w 589788"/>
                    <a:gd name="connsiteY16" fmla="*/ 92710 h 589788"/>
                    <a:gd name="connsiteX17" fmla="*/ 362458 w 589788"/>
                    <a:gd name="connsiteY17" fmla="*/ 76327 h 589788"/>
                    <a:gd name="connsiteX18" fmla="*/ 352044 w 589788"/>
                    <a:gd name="connsiteY18" fmla="*/ 64643 h 589788"/>
                    <a:gd name="connsiteX19" fmla="*/ 336423 w 589788"/>
                    <a:gd name="connsiteY19" fmla="*/ 8509 h 589788"/>
                    <a:gd name="connsiteX20" fmla="*/ 325755 w 589788"/>
                    <a:gd name="connsiteY20" fmla="*/ 0 h 589788"/>
                    <a:gd name="connsiteX21" fmla="*/ 264287 w 589788"/>
                    <a:gd name="connsiteY21" fmla="*/ 0 h 589788"/>
                    <a:gd name="connsiteX22" fmla="*/ 253746 w 589788"/>
                    <a:gd name="connsiteY22" fmla="*/ 8509 h 589788"/>
                    <a:gd name="connsiteX23" fmla="*/ 238125 w 589788"/>
                    <a:gd name="connsiteY23" fmla="*/ 64516 h 589788"/>
                    <a:gd name="connsiteX24" fmla="*/ 227711 w 589788"/>
                    <a:gd name="connsiteY24" fmla="*/ 76200 h 589788"/>
                    <a:gd name="connsiteX25" fmla="*/ 188087 w 589788"/>
                    <a:gd name="connsiteY25" fmla="*/ 92583 h 589788"/>
                    <a:gd name="connsiteX26" fmla="*/ 172465 w 589788"/>
                    <a:gd name="connsiteY26" fmla="*/ 91694 h 589788"/>
                    <a:gd name="connsiteX27" fmla="*/ 121793 w 589788"/>
                    <a:gd name="connsiteY27" fmla="*/ 62992 h 589788"/>
                    <a:gd name="connsiteX28" fmla="*/ 108331 w 589788"/>
                    <a:gd name="connsiteY28" fmla="*/ 64516 h 589788"/>
                    <a:gd name="connsiteX29" fmla="*/ 64770 w 589788"/>
                    <a:gd name="connsiteY29" fmla="*/ 108077 h 589788"/>
                    <a:gd name="connsiteX30" fmla="*/ 63246 w 589788"/>
                    <a:gd name="connsiteY30" fmla="*/ 121539 h 589788"/>
                    <a:gd name="connsiteX31" fmla="*/ 91948 w 589788"/>
                    <a:gd name="connsiteY31" fmla="*/ 172212 h 589788"/>
                    <a:gd name="connsiteX32" fmla="*/ 92837 w 589788"/>
                    <a:gd name="connsiteY32" fmla="*/ 187833 h 589788"/>
                    <a:gd name="connsiteX33" fmla="*/ 76327 w 589788"/>
                    <a:gd name="connsiteY33" fmla="*/ 227457 h 589788"/>
                    <a:gd name="connsiteX34" fmla="*/ 64643 w 589788"/>
                    <a:gd name="connsiteY34" fmla="*/ 237871 h 589788"/>
                    <a:gd name="connsiteX35" fmla="*/ 8509 w 589788"/>
                    <a:gd name="connsiteY35" fmla="*/ 253492 h 589788"/>
                    <a:gd name="connsiteX36" fmla="*/ 0 w 589788"/>
                    <a:gd name="connsiteY36" fmla="*/ 264033 h 589788"/>
                    <a:gd name="connsiteX37" fmla="*/ 0 w 589788"/>
                    <a:gd name="connsiteY37" fmla="*/ 325501 h 589788"/>
                    <a:gd name="connsiteX38" fmla="*/ 8509 w 589788"/>
                    <a:gd name="connsiteY38" fmla="*/ 336169 h 589788"/>
                    <a:gd name="connsiteX39" fmla="*/ 64515 w 589788"/>
                    <a:gd name="connsiteY39" fmla="*/ 351790 h 589788"/>
                    <a:gd name="connsiteX40" fmla="*/ 76200 w 589788"/>
                    <a:gd name="connsiteY40" fmla="*/ 362204 h 589788"/>
                    <a:gd name="connsiteX41" fmla="*/ 92583 w 589788"/>
                    <a:gd name="connsiteY41" fmla="*/ 401828 h 589788"/>
                    <a:gd name="connsiteX42" fmla="*/ 91694 w 589788"/>
                    <a:gd name="connsiteY42" fmla="*/ 417449 h 589788"/>
                    <a:gd name="connsiteX43" fmla="*/ 62992 w 589788"/>
                    <a:gd name="connsiteY43" fmla="*/ 468122 h 589788"/>
                    <a:gd name="connsiteX44" fmla="*/ 64515 w 589788"/>
                    <a:gd name="connsiteY44" fmla="*/ 481584 h 589788"/>
                    <a:gd name="connsiteX45" fmla="*/ 108077 w 589788"/>
                    <a:gd name="connsiteY45" fmla="*/ 525145 h 589788"/>
                    <a:gd name="connsiteX46" fmla="*/ 121539 w 589788"/>
                    <a:gd name="connsiteY46" fmla="*/ 526669 h 589788"/>
                    <a:gd name="connsiteX47" fmla="*/ 172212 w 589788"/>
                    <a:gd name="connsiteY47" fmla="*/ 497967 h 589788"/>
                    <a:gd name="connsiteX48" fmla="*/ 187833 w 589788"/>
                    <a:gd name="connsiteY48" fmla="*/ 497078 h 589788"/>
                    <a:gd name="connsiteX49" fmla="*/ 227330 w 589788"/>
                    <a:gd name="connsiteY49" fmla="*/ 513461 h 589788"/>
                    <a:gd name="connsiteX50" fmla="*/ 237744 w 589788"/>
                    <a:gd name="connsiteY50" fmla="*/ 525145 h 589788"/>
                    <a:gd name="connsiteX51" fmla="*/ 253365 w 589788"/>
                    <a:gd name="connsiteY51" fmla="*/ 581279 h 589788"/>
                    <a:gd name="connsiteX52" fmla="*/ 263906 w 589788"/>
                    <a:gd name="connsiteY52" fmla="*/ 589788 h 589788"/>
                    <a:gd name="connsiteX53" fmla="*/ 325374 w 589788"/>
                    <a:gd name="connsiteY53" fmla="*/ 589788 h 589788"/>
                    <a:gd name="connsiteX54" fmla="*/ 335915 w 589788"/>
                    <a:gd name="connsiteY54" fmla="*/ 581279 h 589788"/>
                    <a:gd name="connsiteX55" fmla="*/ 351536 w 589788"/>
                    <a:gd name="connsiteY55" fmla="*/ 525272 h 589788"/>
                    <a:gd name="connsiteX56" fmla="*/ 361950 w 589788"/>
                    <a:gd name="connsiteY56" fmla="*/ 513588 h 589788"/>
                    <a:gd name="connsiteX57" fmla="*/ 374650 w 589788"/>
                    <a:gd name="connsiteY57" fmla="*/ 508381 h 589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589788" h="589788">
                      <a:moveTo>
                        <a:pt x="508127" y="375158"/>
                      </a:moveTo>
                      <a:lnTo>
                        <a:pt x="513461" y="362458"/>
                      </a:lnTo>
                      <a:cubicBezTo>
                        <a:pt x="515112" y="357759"/>
                        <a:pt x="520319" y="353060"/>
                        <a:pt x="525145" y="352044"/>
                      </a:cubicBezTo>
                      <a:lnTo>
                        <a:pt x="581279" y="336423"/>
                      </a:lnTo>
                      <a:cubicBezTo>
                        <a:pt x="585977" y="335407"/>
                        <a:pt x="589788" y="330581"/>
                        <a:pt x="589788" y="325755"/>
                      </a:cubicBezTo>
                      <a:lnTo>
                        <a:pt x="589788" y="264287"/>
                      </a:lnTo>
                      <a:cubicBezTo>
                        <a:pt x="589788" y="259461"/>
                        <a:pt x="585977" y="254762"/>
                        <a:pt x="581279" y="253619"/>
                      </a:cubicBezTo>
                      <a:lnTo>
                        <a:pt x="525272" y="237998"/>
                      </a:lnTo>
                      <a:cubicBezTo>
                        <a:pt x="520446" y="236982"/>
                        <a:pt x="515239" y="232283"/>
                        <a:pt x="513588" y="227584"/>
                      </a:cubicBezTo>
                      <a:lnTo>
                        <a:pt x="497205" y="187960"/>
                      </a:lnTo>
                      <a:cubicBezTo>
                        <a:pt x="495046" y="183515"/>
                        <a:pt x="495427" y="176530"/>
                        <a:pt x="498094" y="172339"/>
                      </a:cubicBezTo>
                      <a:lnTo>
                        <a:pt x="526796" y="121666"/>
                      </a:lnTo>
                      <a:cubicBezTo>
                        <a:pt x="529336" y="117602"/>
                        <a:pt x="528701" y="111506"/>
                        <a:pt x="525272" y="108204"/>
                      </a:cubicBezTo>
                      <a:lnTo>
                        <a:pt x="481711" y="64643"/>
                      </a:lnTo>
                      <a:cubicBezTo>
                        <a:pt x="478282" y="61214"/>
                        <a:pt x="472186" y="60579"/>
                        <a:pt x="468249" y="63119"/>
                      </a:cubicBezTo>
                      <a:lnTo>
                        <a:pt x="417576" y="91821"/>
                      </a:lnTo>
                      <a:cubicBezTo>
                        <a:pt x="413385" y="94488"/>
                        <a:pt x="406400" y="94869"/>
                        <a:pt x="401955" y="92710"/>
                      </a:cubicBezTo>
                      <a:lnTo>
                        <a:pt x="362458" y="76327"/>
                      </a:lnTo>
                      <a:cubicBezTo>
                        <a:pt x="357759" y="74676"/>
                        <a:pt x="353060" y="69469"/>
                        <a:pt x="352044" y="64643"/>
                      </a:cubicBezTo>
                      <a:lnTo>
                        <a:pt x="336423" y="8509"/>
                      </a:lnTo>
                      <a:cubicBezTo>
                        <a:pt x="335407" y="3810"/>
                        <a:pt x="330581" y="0"/>
                        <a:pt x="325755" y="0"/>
                      </a:cubicBezTo>
                      <a:lnTo>
                        <a:pt x="264287" y="0"/>
                      </a:lnTo>
                      <a:cubicBezTo>
                        <a:pt x="259461" y="0"/>
                        <a:pt x="254762" y="3810"/>
                        <a:pt x="253746" y="8509"/>
                      </a:cubicBezTo>
                      <a:lnTo>
                        <a:pt x="238125" y="64516"/>
                      </a:lnTo>
                      <a:cubicBezTo>
                        <a:pt x="236982" y="69342"/>
                        <a:pt x="232283" y="74549"/>
                        <a:pt x="227711" y="76200"/>
                      </a:cubicBezTo>
                      <a:lnTo>
                        <a:pt x="188087" y="92583"/>
                      </a:lnTo>
                      <a:cubicBezTo>
                        <a:pt x="183642" y="94742"/>
                        <a:pt x="176657" y="94361"/>
                        <a:pt x="172465" y="91694"/>
                      </a:cubicBezTo>
                      <a:lnTo>
                        <a:pt x="121793" y="62992"/>
                      </a:lnTo>
                      <a:cubicBezTo>
                        <a:pt x="117728" y="60452"/>
                        <a:pt x="111633" y="61087"/>
                        <a:pt x="108331" y="64516"/>
                      </a:cubicBezTo>
                      <a:lnTo>
                        <a:pt x="64770" y="108077"/>
                      </a:lnTo>
                      <a:cubicBezTo>
                        <a:pt x="61340" y="111506"/>
                        <a:pt x="60706" y="117475"/>
                        <a:pt x="63246" y="121539"/>
                      </a:cubicBezTo>
                      <a:lnTo>
                        <a:pt x="91948" y="172212"/>
                      </a:lnTo>
                      <a:cubicBezTo>
                        <a:pt x="94615" y="176403"/>
                        <a:pt x="94996" y="183388"/>
                        <a:pt x="92837" y="187833"/>
                      </a:cubicBezTo>
                      <a:lnTo>
                        <a:pt x="76327" y="227457"/>
                      </a:lnTo>
                      <a:cubicBezTo>
                        <a:pt x="74676" y="232156"/>
                        <a:pt x="69469" y="236855"/>
                        <a:pt x="64643" y="237871"/>
                      </a:cubicBezTo>
                      <a:lnTo>
                        <a:pt x="8509" y="253492"/>
                      </a:lnTo>
                      <a:cubicBezTo>
                        <a:pt x="3810" y="254508"/>
                        <a:pt x="0" y="259334"/>
                        <a:pt x="0" y="264033"/>
                      </a:cubicBezTo>
                      <a:lnTo>
                        <a:pt x="0" y="325501"/>
                      </a:lnTo>
                      <a:cubicBezTo>
                        <a:pt x="0" y="330327"/>
                        <a:pt x="3810" y="335026"/>
                        <a:pt x="8509" y="336169"/>
                      </a:cubicBezTo>
                      <a:lnTo>
                        <a:pt x="64515" y="351790"/>
                      </a:lnTo>
                      <a:cubicBezTo>
                        <a:pt x="69342" y="352806"/>
                        <a:pt x="74549" y="357505"/>
                        <a:pt x="76200" y="362204"/>
                      </a:cubicBezTo>
                      <a:lnTo>
                        <a:pt x="92583" y="401828"/>
                      </a:lnTo>
                      <a:cubicBezTo>
                        <a:pt x="94742" y="406273"/>
                        <a:pt x="94361" y="413258"/>
                        <a:pt x="91694" y="417449"/>
                      </a:cubicBezTo>
                      <a:lnTo>
                        <a:pt x="62992" y="468122"/>
                      </a:lnTo>
                      <a:cubicBezTo>
                        <a:pt x="60452" y="472186"/>
                        <a:pt x="61087" y="478282"/>
                        <a:pt x="64515" y="481584"/>
                      </a:cubicBezTo>
                      <a:lnTo>
                        <a:pt x="108077" y="525145"/>
                      </a:lnTo>
                      <a:cubicBezTo>
                        <a:pt x="111506" y="528574"/>
                        <a:pt x="117602" y="529209"/>
                        <a:pt x="121539" y="526669"/>
                      </a:cubicBezTo>
                      <a:lnTo>
                        <a:pt x="172212" y="497967"/>
                      </a:lnTo>
                      <a:cubicBezTo>
                        <a:pt x="176402" y="495300"/>
                        <a:pt x="183388" y="494919"/>
                        <a:pt x="187833" y="497078"/>
                      </a:cubicBezTo>
                      <a:lnTo>
                        <a:pt x="227330" y="513461"/>
                      </a:lnTo>
                      <a:cubicBezTo>
                        <a:pt x="232028" y="515112"/>
                        <a:pt x="236727" y="520319"/>
                        <a:pt x="237744" y="525145"/>
                      </a:cubicBezTo>
                      <a:lnTo>
                        <a:pt x="253365" y="581279"/>
                      </a:lnTo>
                      <a:cubicBezTo>
                        <a:pt x="254381" y="585978"/>
                        <a:pt x="259207" y="589788"/>
                        <a:pt x="263906" y="589788"/>
                      </a:cubicBezTo>
                      <a:lnTo>
                        <a:pt x="325374" y="589788"/>
                      </a:lnTo>
                      <a:cubicBezTo>
                        <a:pt x="330200" y="589788"/>
                        <a:pt x="334899" y="585978"/>
                        <a:pt x="335915" y="581279"/>
                      </a:cubicBezTo>
                      <a:lnTo>
                        <a:pt x="351536" y="525272"/>
                      </a:lnTo>
                      <a:cubicBezTo>
                        <a:pt x="352552" y="520446"/>
                        <a:pt x="357251" y="515239"/>
                        <a:pt x="361950" y="513588"/>
                      </a:cubicBezTo>
                      <a:lnTo>
                        <a:pt x="374650" y="508381"/>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55" name="Freeform: Shape 54">
                  <a:extLst>
                    <a:ext uri="{FF2B5EF4-FFF2-40B4-BE49-F238E27FC236}">
                      <a16:creationId xmlns:a16="http://schemas.microsoft.com/office/drawing/2014/main" id="{51C9F996-FE6D-F533-552B-15BC114E27F3}"/>
                    </a:ext>
                  </a:extLst>
                </p:cNvPr>
                <p:cNvSpPr/>
                <p:nvPr/>
              </p:nvSpPr>
              <p:spPr>
                <a:xfrm>
                  <a:off x="7564758" y="2016192"/>
                  <a:ext cx="437706" cy="437630"/>
                </a:xfrm>
                <a:custGeom>
                  <a:avLst/>
                  <a:gdLst>
                    <a:gd name="connsiteX0" fmla="*/ 108073 w 437706"/>
                    <a:gd name="connsiteY0" fmla="*/ 17840 h 437630"/>
                    <a:gd name="connsiteX1" fmla="*/ 178685 w 437706"/>
                    <a:gd name="connsiteY1" fmla="*/ 88452 h 437630"/>
                    <a:gd name="connsiteX2" fmla="*/ 182241 w 437706"/>
                    <a:gd name="connsiteY2" fmla="*/ 101787 h 437630"/>
                    <a:gd name="connsiteX3" fmla="*/ 101342 w 437706"/>
                    <a:gd name="connsiteY3" fmla="*/ 182685 h 437630"/>
                    <a:gd name="connsiteX4" fmla="*/ 88007 w 437706"/>
                    <a:gd name="connsiteY4" fmla="*/ 179129 h 437630"/>
                    <a:gd name="connsiteX5" fmla="*/ 17522 w 437706"/>
                    <a:gd name="connsiteY5" fmla="*/ 108644 h 437630"/>
                    <a:gd name="connsiteX6" fmla="*/ 2917 w 437706"/>
                    <a:gd name="connsiteY6" fmla="*/ 112962 h 437630"/>
                    <a:gd name="connsiteX7" fmla="*/ 41398 w 437706"/>
                    <a:gd name="connsiteY7" fmla="*/ 241740 h 437630"/>
                    <a:gd name="connsiteX8" fmla="*/ 193290 w 437706"/>
                    <a:gd name="connsiteY8" fmla="*/ 273363 h 437630"/>
                    <a:gd name="connsiteX9" fmla="*/ 340483 w 437706"/>
                    <a:gd name="connsiteY9" fmla="*/ 420556 h 437630"/>
                    <a:gd name="connsiteX10" fmla="*/ 419985 w 437706"/>
                    <a:gd name="connsiteY10" fmla="*/ 422462 h 437630"/>
                    <a:gd name="connsiteX11" fmla="*/ 421128 w 437706"/>
                    <a:gd name="connsiteY11" fmla="*/ 341562 h 437630"/>
                    <a:gd name="connsiteX12" fmla="*/ 273173 w 437706"/>
                    <a:gd name="connsiteY12" fmla="*/ 193607 h 437630"/>
                    <a:gd name="connsiteX13" fmla="*/ 241550 w 437706"/>
                    <a:gd name="connsiteY13" fmla="*/ 41462 h 437630"/>
                    <a:gd name="connsiteX14" fmla="*/ 112391 w 437706"/>
                    <a:gd name="connsiteY14" fmla="*/ 2981 h 437630"/>
                    <a:gd name="connsiteX15" fmla="*/ 108073 w 437706"/>
                    <a:gd name="connsiteY15" fmla="*/ 17585 h 43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706" h="437630">
                      <a:moveTo>
                        <a:pt x="108073" y="17840"/>
                      </a:moveTo>
                      <a:lnTo>
                        <a:pt x="178685" y="88452"/>
                      </a:lnTo>
                      <a:cubicBezTo>
                        <a:pt x="182241" y="92007"/>
                        <a:pt x="183511" y="97087"/>
                        <a:pt x="182241" y="101787"/>
                      </a:cubicBezTo>
                      <a:cubicBezTo>
                        <a:pt x="171700" y="141284"/>
                        <a:pt x="140839" y="172144"/>
                        <a:pt x="101342" y="182685"/>
                      </a:cubicBezTo>
                      <a:cubicBezTo>
                        <a:pt x="96516" y="183956"/>
                        <a:pt x="91436" y="182685"/>
                        <a:pt x="88007" y="179129"/>
                      </a:cubicBezTo>
                      <a:lnTo>
                        <a:pt x="17522" y="108644"/>
                      </a:lnTo>
                      <a:cubicBezTo>
                        <a:pt x="12696" y="103818"/>
                        <a:pt x="4314" y="106231"/>
                        <a:pt x="2917" y="112962"/>
                      </a:cubicBezTo>
                      <a:cubicBezTo>
                        <a:pt x="-6354" y="158047"/>
                        <a:pt x="6473" y="206815"/>
                        <a:pt x="41398" y="241740"/>
                      </a:cubicBezTo>
                      <a:cubicBezTo>
                        <a:pt x="82419" y="282762"/>
                        <a:pt x="142490" y="293303"/>
                        <a:pt x="193290" y="273363"/>
                      </a:cubicBezTo>
                      <a:lnTo>
                        <a:pt x="340483" y="420556"/>
                      </a:lnTo>
                      <a:cubicBezTo>
                        <a:pt x="362200" y="442274"/>
                        <a:pt x="397633" y="443671"/>
                        <a:pt x="419985" y="422462"/>
                      </a:cubicBezTo>
                      <a:cubicBezTo>
                        <a:pt x="443226" y="400490"/>
                        <a:pt x="443607" y="363915"/>
                        <a:pt x="421128" y="341562"/>
                      </a:cubicBezTo>
                      <a:lnTo>
                        <a:pt x="273173" y="193607"/>
                      </a:lnTo>
                      <a:cubicBezTo>
                        <a:pt x="293239" y="142807"/>
                        <a:pt x="282698" y="82609"/>
                        <a:pt x="241550" y="41462"/>
                      </a:cubicBezTo>
                      <a:cubicBezTo>
                        <a:pt x="206498" y="6409"/>
                        <a:pt x="157603" y="-6418"/>
                        <a:pt x="112391" y="2981"/>
                      </a:cubicBezTo>
                      <a:cubicBezTo>
                        <a:pt x="105660" y="4378"/>
                        <a:pt x="103247" y="12759"/>
                        <a:pt x="108073" y="17585"/>
                      </a:cubicBezTo>
                      <a:close/>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grpSp>
      </p:grpSp>
    </p:spTree>
    <p:extLst>
      <p:ext uri="{BB962C8B-B14F-4D97-AF65-F5344CB8AC3E}">
        <p14:creationId xmlns:p14="http://schemas.microsoft.com/office/powerpoint/2010/main" val="378664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B2E08-E64C-22C8-458D-1768DADE0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9556E-34CA-288B-EF32-DE6612B84C6B}"/>
              </a:ext>
            </a:extLst>
          </p:cNvPr>
          <p:cNvSpPr>
            <a:spLocks noGrp="1"/>
          </p:cNvSpPr>
          <p:nvPr>
            <p:ph type="ctrTitle"/>
          </p:nvPr>
        </p:nvSpPr>
        <p:spPr/>
        <p:txBody>
          <a:bodyPr/>
          <a:lstStyle/>
          <a:p>
            <a:r>
              <a:rPr lang="en-US"/>
              <a:t>Prioritized and Sequenced Capabilities for Action</a:t>
            </a:r>
          </a:p>
        </p:txBody>
      </p:sp>
      <p:sp>
        <p:nvSpPr>
          <p:cNvPr id="3" name="Text Placeholder 2">
            <a:extLst>
              <a:ext uri="{FF2B5EF4-FFF2-40B4-BE49-F238E27FC236}">
                <a16:creationId xmlns:a16="http://schemas.microsoft.com/office/drawing/2014/main" id="{42B0A320-3A6D-85F6-4221-50E514A009B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447607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3A6EE00-D9E5-312A-F5E8-D6803C7967B7}"/>
              </a:ext>
            </a:extLst>
          </p:cNvPr>
          <p:cNvSpPr txBox="1"/>
          <p:nvPr/>
        </p:nvSpPr>
        <p:spPr>
          <a:xfrm>
            <a:off x="5680438" y="1337987"/>
            <a:ext cx="5486400" cy="548640"/>
          </a:xfrm>
          <a:prstGeom prst="rect">
            <a:avLst/>
          </a:prstGeom>
          <a:noFill/>
        </p:spPr>
        <p:txBody>
          <a:bodyPr wrap="square" lIns="0" tIns="0" rIns="0" bIns="0" rtlCol="0" anchor="ctr">
            <a:noAutofit/>
          </a:bodyPr>
          <a:lstStyle/>
          <a:p>
            <a:pPr marL="0" marR="0" lvl="0" indent="0" algn="l" defTabSz="812810" rtl="0" eaLnBrk="1" fontAlgn="auto" latinLnBrk="0" hangingPunct="1">
              <a:lnSpc>
                <a:spcPts val="2400"/>
              </a:lnSpc>
              <a:spcBef>
                <a:spcPts val="0"/>
              </a:spcBef>
              <a:spcAft>
                <a:spcPts val="1600"/>
              </a:spcAft>
              <a:buClrTx/>
              <a:buSzTx/>
              <a:buFontTx/>
              <a:buNone/>
              <a:tabLst/>
              <a:defRPr/>
            </a:pPr>
            <a:r>
              <a:rPr kumimoji="0" lang="en-US" sz="2000" b="0" i="0" u="none" strike="noStrike" kern="1200" cap="none" spc="0" normalizeH="0" baseline="0" noProof="0">
                <a:ln>
                  <a:noFill/>
                </a:ln>
                <a:effectLst/>
                <a:uLnTx/>
                <a:uFillTx/>
                <a:latin typeface="UNIVERS 45 LIGHT" pitchFamily="2" charset="0"/>
                <a:ea typeface="+mn-ea"/>
                <a:cs typeface="+mn-cs"/>
              </a:rPr>
              <a:t>What </a:t>
            </a:r>
            <a:r>
              <a:rPr lang="en-US" sz="2000">
                <a:latin typeface="UNIVERS 45 LIGHT" pitchFamily="2" charset="0"/>
              </a:rPr>
              <a:t>are key planned and in-flight programs for Bob’s over the next 1-2 years?</a:t>
            </a:r>
            <a:endParaRPr kumimoji="0" lang="en-US" sz="2000" b="1" i="0" u="none" strike="noStrike" kern="1200" cap="none" spc="0" normalizeH="0" baseline="0" noProof="0">
              <a:ln>
                <a:noFill/>
              </a:ln>
              <a:effectLst/>
              <a:uLnTx/>
              <a:uFillTx/>
              <a:latin typeface="Univers 45 Light" pitchFamily="2" charset="0"/>
              <a:ea typeface="+mn-ea"/>
              <a:cs typeface="+mn-cs"/>
            </a:endParaRPr>
          </a:p>
        </p:txBody>
      </p:sp>
      <p:sp>
        <p:nvSpPr>
          <p:cNvPr id="7" name="Oval 6">
            <a:extLst>
              <a:ext uri="{FF2B5EF4-FFF2-40B4-BE49-F238E27FC236}">
                <a16:creationId xmlns:a16="http://schemas.microsoft.com/office/drawing/2014/main" id="{972F17C1-F368-3F4D-DB4D-B31D3C791615}"/>
              </a:ext>
            </a:extLst>
          </p:cNvPr>
          <p:cNvSpPr/>
          <p:nvPr/>
        </p:nvSpPr>
        <p:spPr>
          <a:xfrm>
            <a:off x="4858691" y="1191847"/>
            <a:ext cx="683507" cy="683507"/>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8542" tIns="48542" rIns="48542" bIns="48542" rtlCol="0" anchor="ctr"/>
          <a:lstStyle/>
          <a:p>
            <a:pPr marL="0" marR="0" lvl="0" indent="0" algn="ctr" defTabSz="812810" rtl="0" eaLnBrk="1" fontAlgn="auto" latinLnBrk="0" hangingPunct="1">
              <a:lnSpc>
                <a:spcPts val="32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KPMG Bold"/>
                <a:ea typeface="+mn-ea"/>
                <a:cs typeface="+mn-cs"/>
              </a:rPr>
              <a:t>1</a:t>
            </a:r>
          </a:p>
        </p:txBody>
      </p:sp>
      <p:sp>
        <p:nvSpPr>
          <p:cNvPr id="8" name="Oval 7">
            <a:extLst>
              <a:ext uri="{FF2B5EF4-FFF2-40B4-BE49-F238E27FC236}">
                <a16:creationId xmlns:a16="http://schemas.microsoft.com/office/drawing/2014/main" id="{EDD9FDEC-E6AF-3F1E-483C-E206ECA6F35D}"/>
              </a:ext>
            </a:extLst>
          </p:cNvPr>
          <p:cNvSpPr/>
          <p:nvPr/>
        </p:nvSpPr>
        <p:spPr>
          <a:xfrm>
            <a:off x="4858690" y="2189845"/>
            <a:ext cx="683507" cy="683507"/>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8542" tIns="48542" rIns="48542" bIns="48542" rtlCol="0" anchor="ctr"/>
          <a:lstStyle/>
          <a:p>
            <a:pPr marL="0" marR="0" lvl="0" indent="0" algn="ctr" defTabSz="812810" rtl="0" eaLnBrk="1" fontAlgn="auto" latinLnBrk="0" hangingPunct="1">
              <a:lnSpc>
                <a:spcPts val="32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KPMG Bold"/>
                <a:ea typeface="+mn-ea"/>
                <a:cs typeface="+mn-cs"/>
              </a:rPr>
              <a:t>2</a:t>
            </a:r>
          </a:p>
        </p:txBody>
      </p:sp>
      <p:sp>
        <p:nvSpPr>
          <p:cNvPr id="10" name="Oval 9">
            <a:extLst>
              <a:ext uri="{FF2B5EF4-FFF2-40B4-BE49-F238E27FC236}">
                <a16:creationId xmlns:a16="http://schemas.microsoft.com/office/drawing/2014/main" id="{46C6813C-A5D6-2E49-E804-2A7D6ED886F0}"/>
              </a:ext>
            </a:extLst>
          </p:cNvPr>
          <p:cNvSpPr/>
          <p:nvPr/>
        </p:nvSpPr>
        <p:spPr>
          <a:xfrm>
            <a:off x="4858687" y="3185943"/>
            <a:ext cx="683507" cy="683507"/>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8542" tIns="48542" rIns="48542" bIns="48542" rtlCol="0" anchor="ctr"/>
          <a:lstStyle/>
          <a:p>
            <a:pPr marL="0" marR="0" lvl="0" indent="0" algn="ctr" defTabSz="812810" rtl="0" eaLnBrk="1" fontAlgn="auto" latinLnBrk="0" hangingPunct="1">
              <a:lnSpc>
                <a:spcPts val="32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KPMG Bold"/>
                <a:ea typeface="+mn-ea"/>
                <a:cs typeface="+mn-cs"/>
              </a:rPr>
              <a:t>3</a:t>
            </a:r>
          </a:p>
        </p:txBody>
      </p:sp>
      <p:sp>
        <p:nvSpPr>
          <p:cNvPr id="11" name="TextBox 10">
            <a:extLst>
              <a:ext uri="{FF2B5EF4-FFF2-40B4-BE49-F238E27FC236}">
                <a16:creationId xmlns:a16="http://schemas.microsoft.com/office/drawing/2014/main" id="{077641DD-05E8-6771-E9CD-DF392A80F3B4}"/>
              </a:ext>
            </a:extLst>
          </p:cNvPr>
          <p:cNvSpPr txBox="1"/>
          <p:nvPr/>
        </p:nvSpPr>
        <p:spPr>
          <a:xfrm>
            <a:off x="5732565" y="2315876"/>
            <a:ext cx="5486400" cy="548640"/>
          </a:xfrm>
          <a:prstGeom prst="rect">
            <a:avLst/>
          </a:prstGeom>
          <a:noFill/>
        </p:spPr>
        <p:txBody>
          <a:bodyPr wrap="square" lIns="0" tIns="0" rIns="0" bIns="0" rtlCol="0" anchor="ctr">
            <a:noAutofit/>
          </a:bodyPr>
          <a:lstStyle/>
          <a:p>
            <a:pPr marL="0" marR="0" lvl="0" indent="0" algn="l" defTabSz="812810" rtl="0" eaLnBrk="1" fontAlgn="auto" latinLnBrk="0" hangingPunct="1">
              <a:lnSpc>
                <a:spcPts val="2400"/>
              </a:lnSpc>
              <a:spcBef>
                <a:spcPts val="0"/>
              </a:spcBef>
              <a:spcAft>
                <a:spcPts val="1600"/>
              </a:spcAft>
              <a:buClrTx/>
              <a:buSzTx/>
              <a:buFontTx/>
              <a:buNone/>
              <a:tabLst/>
              <a:defRPr/>
            </a:pPr>
            <a:r>
              <a:rPr lang="en-US" sz="2000">
                <a:latin typeface="UNIVERS 45 LIGHT" pitchFamily="2" charset="0"/>
              </a:rPr>
              <a:t>What other projects/programs are needed to address capability gaps?</a:t>
            </a:r>
            <a:endParaRPr kumimoji="0" lang="en-US" sz="2000" b="1" i="0" u="none" strike="noStrike" kern="1200" cap="none" spc="0" normalizeH="0" baseline="0" noProof="0">
              <a:ln>
                <a:noFill/>
              </a:ln>
              <a:effectLst/>
              <a:uLnTx/>
              <a:uFillTx/>
              <a:latin typeface="Univers 45 Light" pitchFamily="2" charset="0"/>
              <a:ea typeface="+mn-ea"/>
              <a:cs typeface="+mn-cs"/>
            </a:endParaRPr>
          </a:p>
        </p:txBody>
      </p:sp>
      <p:sp>
        <p:nvSpPr>
          <p:cNvPr id="12" name="TextBox 11">
            <a:extLst>
              <a:ext uri="{FF2B5EF4-FFF2-40B4-BE49-F238E27FC236}">
                <a16:creationId xmlns:a16="http://schemas.microsoft.com/office/drawing/2014/main" id="{DD4001C1-E4F8-A350-4C19-37982F3AA659}"/>
              </a:ext>
            </a:extLst>
          </p:cNvPr>
          <p:cNvSpPr txBox="1"/>
          <p:nvPr/>
        </p:nvSpPr>
        <p:spPr>
          <a:xfrm>
            <a:off x="5732565" y="3300693"/>
            <a:ext cx="5486400" cy="548640"/>
          </a:xfrm>
          <a:prstGeom prst="rect">
            <a:avLst/>
          </a:prstGeom>
          <a:noFill/>
        </p:spPr>
        <p:txBody>
          <a:bodyPr wrap="square" lIns="0" tIns="0" rIns="0" bIns="0" rtlCol="0" anchor="ctr">
            <a:noAutofit/>
          </a:bodyPr>
          <a:lstStyle/>
          <a:p>
            <a:pPr marL="0" marR="0" lvl="0" indent="0" algn="l" defTabSz="812810" rtl="0" eaLnBrk="1" fontAlgn="auto" latinLnBrk="0" hangingPunct="1">
              <a:lnSpc>
                <a:spcPts val="2400"/>
              </a:lnSpc>
              <a:spcBef>
                <a:spcPts val="0"/>
              </a:spcBef>
              <a:spcAft>
                <a:spcPts val="1600"/>
              </a:spcAft>
              <a:buClrTx/>
              <a:buSzTx/>
              <a:buFontTx/>
              <a:buNone/>
              <a:tabLst/>
              <a:defRPr/>
            </a:pPr>
            <a:r>
              <a:rPr lang="en-US" sz="2000">
                <a:latin typeface="UNIVERS 45 LIGHT" pitchFamily="2" charset="0"/>
              </a:rPr>
              <a:t>What constraints are there that may limit the ability to achieve desired maturity improvements?</a:t>
            </a:r>
            <a:endParaRPr kumimoji="0" lang="en-US" sz="2000" b="0" i="0" u="none" strike="noStrike" kern="1200" cap="none" spc="0" normalizeH="0" baseline="0" noProof="0">
              <a:ln>
                <a:noFill/>
              </a:ln>
              <a:effectLst/>
              <a:uLnTx/>
              <a:uFillTx/>
              <a:latin typeface="UNIVERS 45 LIGHT" pitchFamily="2" charset="0"/>
              <a:ea typeface="+mn-ea"/>
              <a:cs typeface="+mn-cs"/>
            </a:endParaRPr>
          </a:p>
        </p:txBody>
      </p:sp>
      <p:sp>
        <p:nvSpPr>
          <p:cNvPr id="2" name="TextBox 1">
            <a:extLst>
              <a:ext uri="{FF2B5EF4-FFF2-40B4-BE49-F238E27FC236}">
                <a16:creationId xmlns:a16="http://schemas.microsoft.com/office/drawing/2014/main" id="{CA2A96B8-9212-F5B6-1DA9-C32F8C02FA8C}"/>
              </a:ext>
            </a:extLst>
          </p:cNvPr>
          <p:cNvSpPr txBox="1"/>
          <p:nvPr/>
        </p:nvSpPr>
        <p:spPr>
          <a:xfrm>
            <a:off x="3814763" y="-1714500"/>
            <a:ext cx="0" cy="0"/>
          </a:xfrm>
          <a:prstGeom prst="rect">
            <a:avLst/>
          </a:prstGeom>
          <a:noFill/>
        </p:spPr>
        <p:txBody>
          <a:bodyPr wrap="none" lIns="54610" tIns="54610" rIns="54610" bIns="5461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338D"/>
              </a:solidFill>
              <a:effectLst/>
              <a:uLnTx/>
              <a:uFillTx/>
              <a:latin typeface="Arial"/>
              <a:ea typeface="+mn-ea"/>
              <a:cs typeface="+mn-cs"/>
            </a:endParaRPr>
          </a:p>
        </p:txBody>
      </p:sp>
      <p:sp>
        <p:nvSpPr>
          <p:cNvPr id="14" name="Text Placeholder 13">
            <a:extLst>
              <a:ext uri="{FF2B5EF4-FFF2-40B4-BE49-F238E27FC236}">
                <a16:creationId xmlns:a16="http://schemas.microsoft.com/office/drawing/2014/main" id="{3AFF66B6-3A9C-5EED-5632-7D4041D3BBB8}"/>
              </a:ext>
            </a:extLst>
          </p:cNvPr>
          <p:cNvSpPr>
            <a:spLocks noGrp="1"/>
          </p:cNvSpPr>
          <p:nvPr>
            <p:ph type="body" sz="quarter" idx="13"/>
          </p:nvPr>
        </p:nvSpPr>
        <p:spPr/>
        <p:txBody>
          <a:bodyPr/>
          <a:lstStyle/>
          <a:p>
            <a:r>
              <a:rPr lang="en-US"/>
              <a:t>Key Priorities for Bob’s Discount Furniture IT</a:t>
            </a:r>
          </a:p>
        </p:txBody>
      </p:sp>
    </p:spTree>
    <p:extLst>
      <p:ext uri="{BB962C8B-B14F-4D97-AF65-F5344CB8AC3E}">
        <p14:creationId xmlns:p14="http://schemas.microsoft.com/office/powerpoint/2010/main" val="1470034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984AA-5989-1F9F-3200-D7665809C6C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768D768-B4DB-F0A8-18EE-8D7723B09712}"/>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solidFill>
                  <a:schemeClr val="tx2"/>
                </a:solidFill>
              </a:rPr>
              <a:t>In addition to the themes from the maturity assessment, we reviewed current and planned initiatives  to develop 7 priorities that target the most critical maturity enhancements</a:t>
            </a:r>
          </a:p>
        </p:txBody>
      </p:sp>
      <p:graphicFrame>
        <p:nvGraphicFramePr>
          <p:cNvPr id="2" name="Table 1">
            <a:extLst>
              <a:ext uri="{FF2B5EF4-FFF2-40B4-BE49-F238E27FC236}">
                <a16:creationId xmlns:a16="http://schemas.microsoft.com/office/drawing/2014/main" id="{E21B856B-49CA-AE69-8D6F-BC1AFB302B90}"/>
              </a:ext>
            </a:extLst>
          </p:cNvPr>
          <p:cNvGraphicFramePr>
            <a:graphicFrameLocks noGrp="1"/>
          </p:cNvGraphicFramePr>
          <p:nvPr>
            <p:extLst>
              <p:ext uri="{D42A27DB-BD31-4B8C-83A1-F6EECF244321}">
                <p14:modId xmlns:p14="http://schemas.microsoft.com/office/powerpoint/2010/main" val="3274672160"/>
              </p:ext>
            </p:extLst>
          </p:nvPr>
        </p:nvGraphicFramePr>
        <p:xfrm>
          <a:off x="8778878" y="1279682"/>
          <a:ext cx="2743200" cy="4114800"/>
        </p:xfrm>
        <a:graphic>
          <a:graphicData uri="http://schemas.openxmlformats.org/drawingml/2006/table">
            <a:tbl>
              <a:tblPr firstRow="1">
                <a:tableStyleId>{B301B821-A1FF-4177-AEE7-76D212191A09}</a:tableStyleId>
              </a:tblPr>
              <a:tblGrid>
                <a:gridCol w="2743200">
                  <a:extLst>
                    <a:ext uri="{9D8B030D-6E8A-4147-A177-3AD203B41FA5}">
                      <a16:colId xmlns:a16="http://schemas.microsoft.com/office/drawing/2014/main" val="2431036641"/>
                    </a:ext>
                  </a:extLst>
                </a:gridCol>
              </a:tblGrid>
              <a:tr h="594360">
                <a:tc>
                  <a:txBody>
                    <a:bodyPr/>
                    <a:lstStyle/>
                    <a:p>
                      <a:pPr algn="ctr"/>
                      <a:r>
                        <a:rPr lang="en-US" sz="1600"/>
                        <a:t>Key Priorities</a:t>
                      </a:r>
                    </a:p>
                  </a:txBody>
                  <a:tcPr anchor="ctr"/>
                </a:tc>
                <a:extLst>
                  <a:ext uri="{0D108BD9-81ED-4DB2-BD59-A6C34878D82A}">
                    <a16:rowId xmlns:a16="http://schemas.microsoft.com/office/drawing/2014/main" val="7420777"/>
                  </a:ext>
                </a:extLst>
              </a:tr>
              <a:tr h="502920">
                <a:tc>
                  <a:txBody>
                    <a:bodyPr/>
                    <a:lstStyle/>
                    <a:p>
                      <a:pPr algn="ctr"/>
                      <a:r>
                        <a:rPr lang="en-US" sz="1200" b="1">
                          <a:solidFill>
                            <a:schemeClr val="tx2"/>
                          </a:solidFill>
                        </a:rPr>
                        <a:t>Control Demand and Supply</a:t>
                      </a:r>
                    </a:p>
                  </a:txBody>
                  <a:tcPr anchor="ctr"/>
                </a:tc>
                <a:extLst>
                  <a:ext uri="{0D108BD9-81ED-4DB2-BD59-A6C34878D82A}">
                    <a16:rowId xmlns:a16="http://schemas.microsoft.com/office/drawing/2014/main" val="712720856"/>
                  </a:ext>
                </a:extLst>
              </a:tr>
              <a:tr h="502920">
                <a:tc>
                  <a:txBody>
                    <a:bodyPr/>
                    <a:lstStyle/>
                    <a:p>
                      <a:pPr algn="ctr"/>
                      <a:r>
                        <a:rPr lang="en-US" sz="1200" b="1">
                          <a:solidFill>
                            <a:schemeClr val="tx2"/>
                          </a:solidFill>
                        </a:rPr>
                        <a:t>Do More with the Same</a:t>
                      </a:r>
                    </a:p>
                  </a:txBody>
                  <a:tcPr anchor="ctr"/>
                </a:tc>
                <a:extLst>
                  <a:ext uri="{0D108BD9-81ED-4DB2-BD59-A6C34878D82A}">
                    <a16:rowId xmlns:a16="http://schemas.microsoft.com/office/drawing/2014/main" val="1272781805"/>
                  </a:ext>
                </a:extLst>
              </a:tr>
              <a:tr h="502920">
                <a:tc>
                  <a:txBody>
                    <a:bodyPr/>
                    <a:lstStyle/>
                    <a:p>
                      <a:pPr algn="ctr"/>
                      <a:r>
                        <a:rPr lang="en-US" sz="1200" b="1">
                          <a:solidFill>
                            <a:schemeClr val="tx2"/>
                          </a:solidFill>
                        </a:rPr>
                        <a:t>Enhance Technology Resiliency</a:t>
                      </a:r>
                    </a:p>
                  </a:txBody>
                  <a:tcPr anchor="ctr"/>
                </a:tc>
                <a:extLst>
                  <a:ext uri="{0D108BD9-81ED-4DB2-BD59-A6C34878D82A}">
                    <a16:rowId xmlns:a16="http://schemas.microsoft.com/office/drawing/2014/main" val="3293075418"/>
                  </a:ext>
                </a:extLst>
              </a:tr>
              <a:tr h="502920">
                <a:tc>
                  <a:txBody>
                    <a:bodyPr/>
                    <a:lstStyle/>
                    <a:p>
                      <a:pPr algn="ctr"/>
                      <a:r>
                        <a:rPr lang="en-US" sz="1200" b="1">
                          <a:solidFill>
                            <a:schemeClr val="tx2"/>
                          </a:solidFill>
                        </a:rPr>
                        <a:t>Rearchitect for the Future</a:t>
                      </a:r>
                    </a:p>
                  </a:txBody>
                  <a:tcPr anchor="ctr"/>
                </a:tc>
                <a:extLst>
                  <a:ext uri="{0D108BD9-81ED-4DB2-BD59-A6C34878D82A}">
                    <a16:rowId xmlns:a16="http://schemas.microsoft.com/office/drawing/2014/main" val="1253851818"/>
                  </a:ext>
                </a:extLst>
              </a:tr>
              <a:tr h="502920">
                <a:tc>
                  <a:txBody>
                    <a:bodyPr/>
                    <a:lstStyle/>
                    <a:p>
                      <a:pPr algn="ctr"/>
                      <a:r>
                        <a:rPr lang="en-US" sz="1200" b="1">
                          <a:solidFill>
                            <a:schemeClr val="tx2"/>
                          </a:solidFill>
                        </a:rPr>
                        <a:t>Leverage Data as an Asset</a:t>
                      </a:r>
                    </a:p>
                  </a:txBody>
                  <a:tcPr anchor="ctr"/>
                </a:tc>
                <a:extLst>
                  <a:ext uri="{0D108BD9-81ED-4DB2-BD59-A6C34878D82A}">
                    <a16:rowId xmlns:a16="http://schemas.microsoft.com/office/drawing/2014/main" val="1805351566"/>
                  </a:ext>
                </a:extLst>
              </a:tr>
              <a:tr h="502920">
                <a:tc>
                  <a:txBody>
                    <a:bodyPr/>
                    <a:lstStyle/>
                    <a:p>
                      <a:pPr algn="ctr"/>
                      <a:r>
                        <a:rPr lang="en-US" sz="1200" b="1">
                          <a:solidFill>
                            <a:schemeClr val="tx2"/>
                          </a:solidFill>
                        </a:rPr>
                        <a:t>Enable AI</a:t>
                      </a:r>
                    </a:p>
                  </a:txBody>
                  <a:tcPr anchor="ctr"/>
                </a:tc>
                <a:extLst>
                  <a:ext uri="{0D108BD9-81ED-4DB2-BD59-A6C34878D82A}">
                    <a16:rowId xmlns:a16="http://schemas.microsoft.com/office/drawing/2014/main" val="1706192016"/>
                  </a:ext>
                </a:extLst>
              </a:tr>
              <a:tr h="502920">
                <a:tc>
                  <a:txBody>
                    <a:bodyPr/>
                    <a:lstStyle/>
                    <a:p>
                      <a:pPr algn="ctr"/>
                      <a:r>
                        <a:rPr lang="en-US" sz="1200" b="1">
                          <a:solidFill>
                            <a:schemeClr val="tx2"/>
                          </a:solidFill>
                        </a:rPr>
                        <a:t>Transform our Operating Model</a:t>
                      </a:r>
                    </a:p>
                  </a:txBody>
                  <a:tcPr anchor="ctr"/>
                </a:tc>
                <a:extLst>
                  <a:ext uri="{0D108BD9-81ED-4DB2-BD59-A6C34878D82A}">
                    <a16:rowId xmlns:a16="http://schemas.microsoft.com/office/drawing/2014/main" val="2770978128"/>
                  </a:ext>
                </a:extLst>
              </a:tr>
            </a:tbl>
          </a:graphicData>
        </a:graphic>
      </p:graphicFrame>
      <p:sp>
        <p:nvSpPr>
          <p:cNvPr id="11" name="TextBox 10">
            <a:extLst>
              <a:ext uri="{FF2B5EF4-FFF2-40B4-BE49-F238E27FC236}">
                <a16:creationId xmlns:a16="http://schemas.microsoft.com/office/drawing/2014/main" id="{60DE7A92-7F63-E99C-3CA5-6ADDCB98F5D8}"/>
              </a:ext>
            </a:extLst>
          </p:cNvPr>
          <p:cNvSpPr txBox="1"/>
          <p:nvPr/>
        </p:nvSpPr>
        <p:spPr>
          <a:xfrm>
            <a:off x="0" y="5853981"/>
            <a:ext cx="12192000" cy="488950"/>
          </a:xfrm>
          <a:prstGeom prst="rect">
            <a:avLst/>
          </a:prstGeom>
          <a:solidFill>
            <a:schemeClr val="tx2"/>
          </a:solidFill>
        </p:spPr>
        <p:txBody>
          <a:bodyPr wrap="square" lIns="54610" tIns="54610" rIns="54610" bIns="54610" rtlCol="0" anchor="ctr">
            <a:noAutofit/>
          </a:bodyPr>
          <a:lstStyle/>
          <a:p>
            <a:pPr algn="ctr">
              <a:spcAft>
                <a:spcPts val="600"/>
              </a:spcAft>
            </a:pPr>
            <a:r>
              <a:rPr lang="en-US" sz="1500" b="1" i="1">
                <a:solidFill>
                  <a:schemeClr val="bg1"/>
                </a:solidFill>
              </a:rPr>
              <a:t>“How do we transition from Will to Discipline without breaking the team culture we value.”</a:t>
            </a:r>
          </a:p>
        </p:txBody>
      </p:sp>
      <p:sp>
        <p:nvSpPr>
          <p:cNvPr id="12" name="Plus Sign 11">
            <a:extLst>
              <a:ext uri="{FF2B5EF4-FFF2-40B4-BE49-F238E27FC236}">
                <a16:creationId xmlns:a16="http://schemas.microsoft.com/office/drawing/2014/main" id="{AA547465-4F5C-A112-901F-EAA0AD2BE856}"/>
              </a:ext>
            </a:extLst>
          </p:cNvPr>
          <p:cNvSpPr/>
          <p:nvPr/>
        </p:nvSpPr>
        <p:spPr>
          <a:xfrm>
            <a:off x="4028315" y="3222782"/>
            <a:ext cx="548640" cy="548640"/>
          </a:xfrm>
          <a:prstGeom prst="mathPlus">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graphicFrame>
        <p:nvGraphicFramePr>
          <p:cNvPr id="14" name="Table 13">
            <a:extLst>
              <a:ext uri="{FF2B5EF4-FFF2-40B4-BE49-F238E27FC236}">
                <a16:creationId xmlns:a16="http://schemas.microsoft.com/office/drawing/2014/main" id="{2F64384B-E226-7955-F1A8-499764419F28}"/>
              </a:ext>
            </a:extLst>
          </p:cNvPr>
          <p:cNvGraphicFramePr>
            <a:graphicFrameLocks noGrp="1"/>
          </p:cNvGraphicFramePr>
          <p:nvPr>
            <p:extLst>
              <p:ext uri="{D42A27DB-BD31-4B8C-83A1-F6EECF244321}">
                <p14:modId xmlns:p14="http://schemas.microsoft.com/office/powerpoint/2010/main" val="2776083019"/>
              </p:ext>
            </p:extLst>
          </p:nvPr>
        </p:nvGraphicFramePr>
        <p:xfrm>
          <a:off x="4624712" y="1279682"/>
          <a:ext cx="3474720" cy="443484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1949036174"/>
                    </a:ext>
                  </a:extLst>
                </a:gridCol>
              </a:tblGrid>
              <a:tr h="594360">
                <a:tc>
                  <a:txBody>
                    <a:bodyPr/>
                    <a:lstStyle/>
                    <a:p>
                      <a:pPr algn="l"/>
                      <a:r>
                        <a:rPr lang="en-US" sz="1600"/>
                        <a:t>Current and </a:t>
                      </a:r>
                      <a:br>
                        <a:rPr lang="en-US" sz="1600"/>
                      </a:br>
                      <a:r>
                        <a:rPr lang="en-US" sz="1600"/>
                        <a:t>Planned Initiatives</a:t>
                      </a:r>
                    </a:p>
                  </a:txBody>
                  <a:tcPr marL="731520"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solidFill>
                      <a:schemeClr val="accent2"/>
                    </a:solidFill>
                  </a:tcPr>
                </a:tc>
                <a:extLst>
                  <a:ext uri="{0D108BD9-81ED-4DB2-BD59-A6C34878D82A}">
                    <a16:rowId xmlns:a16="http://schemas.microsoft.com/office/drawing/2014/main" val="2484823507"/>
                  </a:ext>
                </a:extLst>
              </a:tr>
              <a:tr h="3840480">
                <a:tc>
                  <a:txBody>
                    <a:bodyPr/>
                    <a:lstStyle/>
                    <a:p>
                      <a:pPr marL="274320" indent="-274320">
                        <a:spcAft>
                          <a:spcPts val="600"/>
                        </a:spcAft>
                        <a:buFont typeface="+mj-lt"/>
                        <a:buAutoNum type="arabicPeriod"/>
                      </a:pPr>
                      <a:r>
                        <a:rPr lang="en-US" sz="1100">
                          <a:solidFill>
                            <a:schemeClr val="tx2"/>
                          </a:solidFill>
                        </a:rPr>
                        <a:t>Moving to unified Point of Sale by establishing a pub/sub model, shifting to browsers in stores, and implementing a microservices architecture</a:t>
                      </a:r>
                    </a:p>
                    <a:p>
                      <a:pPr marL="274320" indent="-274320">
                        <a:spcAft>
                          <a:spcPts val="600"/>
                        </a:spcAft>
                        <a:buFont typeface="+mj-lt"/>
                        <a:buAutoNum type="arabicPeriod"/>
                      </a:pPr>
                      <a:r>
                        <a:rPr lang="en-US" sz="1100">
                          <a:solidFill>
                            <a:schemeClr val="tx2"/>
                          </a:solidFill>
                        </a:rPr>
                        <a:t>Redesigning the organization to have a single development team and a unified product delivery team</a:t>
                      </a:r>
                    </a:p>
                    <a:p>
                      <a:pPr marL="274320" indent="-274320">
                        <a:spcAft>
                          <a:spcPts val="600"/>
                        </a:spcAft>
                        <a:buFont typeface="+mj-lt"/>
                        <a:buAutoNum type="arabicPeriod"/>
                      </a:pPr>
                      <a:r>
                        <a:rPr lang="en-US" sz="1100">
                          <a:solidFill>
                            <a:schemeClr val="tx2"/>
                          </a:solidFill>
                        </a:rPr>
                        <a:t>Enhancing the planning process by collaboratively and iteratively building the technology roadmap with the business</a:t>
                      </a:r>
                    </a:p>
                    <a:p>
                      <a:pPr marL="274320" indent="-274320">
                        <a:spcAft>
                          <a:spcPts val="600"/>
                        </a:spcAft>
                        <a:buFont typeface="+mj-lt"/>
                        <a:buAutoNum type="arabicPeriod"/>
                      </a:pPr>
                      <a:r>
                        <a:rPr lang="en-US" sz="1100">
                          <a:solidFill>
                            <a:schemeClr val="tx2"/>
                          </a:solidFill>
                        </a:rPr>
                        <a:t>Implementing PaaS as we continue our shift to the cloud</a:t>
                      </a:r>
                    </a:p>
                    <a:p>
                      <a:pPr marL="274320" indent="-274320">
                        <a:spcAft>
                          <a:spcPts val="600"/>
                        </a:spcAft>
                        <a:buFont typeface="+mj-lt"/>
                        <a:buAutoNum type="arabicPeriod"/>
                      </a:pPr>
                      <a:r>
                        <a:rPr lang="en-US" sz="1100">
                          <a:solidFill>
                            <a:schemeClr val="tx2"/>
                          </a:solidFill>
                        </a:rPr>
                        <a:t>Leveraging data as a strategic asset by establishing analytics and insights, creating a data warehouse, enabling semantic modeling, establishing data stewards, and creating data marts for AI use cases</a:t>
                      </a:r>
                    </a:p>
                    <a:p>
                      <a:pPr marL="274320" indent="-274320">
                        <a:spcAft>
                          <a:spcPts val="600"/>
                        </a:spcAft>
                        <a:buFont typeface="+mj-lt"/>
                        <a:buAutoNum type="arabicPeriod"/>
                      </a:pPr>
                      <a:r>
                        <a:rPr lang="en-US" sz="1100">
                          <a:solidFill>
                            <a:schemeClr val="tx2"/>
                          </a:solidFill>
                        </a:rPr>
                        <a:t>Enabling AI by rolling out Copilot licenses and training, while forming an AI counsel and backlog to establish governance</a:t>
                      </a:r>
                    </a:p>
                  </a:txBody>
                  <a:tcP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B w="1270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682600564"/>
                  </a:ext>
                </a:extLst>
              </a:tr>
            </a:tbl>
          </a:graphicData>
        </a:graphic>
      </p:graphicFrame>
      <p:sp>
        <p:nvSpPr>
          <p:cNvPr id="16" name="Equals 15">
            <a:extLst>
              <a:ext uri="{FF2B5EF4-FFF2-40B4-BE49-F238E27FC236}">
                <a16:creationId xmlns:a16="http://schemas.microsoft.com/office/drawing/2014/main" id="{2401D3CD-160B-E64F-574B-5819C740F5BE}"/>
              </a:ext>
            </a:extLst>
          </p:cNvPr>
          <p:cNvSpPr/>
          <p:nvPr/>
        </p:nvSpPr>
        <p:spPr>
          <a:xfrm>
            <a:off x="8164835" y="3222782"/>
            <a:ext cx="548640" cy="548640"/>
          </a:xfrm>
          <a:prstGeom prst="mathEqual">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graphicFrame>
        <p:nvGraphicFramePr>
          <p:cNvPr id="18" name="Table 17">
            <a:extLst>
              <a:ext uri="{FF2B5EF4-FFF2-40B4-BE49-F238E27FC236}">
                <a16:creationId xmlns:a16="http://schemas.microsoft.com/office/drawing/2014/main" id="{4F672132-9E45-F00F-8B3B-72C032C30C6F}"/>
              </a:ext>
            </a:extLst>
          </p:cNvPr>
          <p:cNvGraphicFramePr>
            <a:graphicFrameLocks noGrp="1"/>
          </p:cNvGraphicFramePr>
          <p:nvPr>
            <p:extLst>
              <p:ext uri="{D42A27DB-BD31-4B8C-83A1-F6EECF244321}">
                <p14:modId xmlns:p14="http://schemas.microsoft.com/office/powerpoint/2010/main" val="272280540"/>
              </p:ext>
            </p:extLst>
          </p:nvPr>
        </p:nvGraphicFramePr>
        <p:xfrm>
          <a:off x="505838" y="1279682"/>
          <a:ext cx="3474720" cy="443484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1949036174"/>
                    </a:ext>
                  </a:extLst>
                </a:gridCol>
              </a:tblGrid>
              <a:tr h="594360">
                <a:tc>
                  <a:txBody>
                    <a:bodyPr/>
                    <a:lstStyle/>
                    <a:p>
                      <a:pPr algn="l"/>
                      <a:r>
                        <a:rPr lang="en-US" sz="1600"/>
                        <a:t>Key themes from the </a:t>
                      </a:r>
                      <a:br>
                        <a:rPr lang="en-US" sz="1600"/>
                      </a:br>
                      <a:r>
                        <a:rPr lang="en-US" sz="1600"/>
                        <a:t>IT Maturity Assessment</a:t>
                      </a:r>
                    </a:p>
                  </a:txBody>
                  <a:tcPr marL="7315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solidFill>
                      <a:schemeClr val="accent4"/>
                    </a:solidFill>
                  </a:tcPr>
                </a:tc>
                <a:extLst>
                  <a:ext uri="{0D108BD9-81ED-4DB2-BD59-A6C34878D82A}">
                    <a16:rowId xmlns:a16="http://schemas.microsoft.com/office/drawing/2014/main" val="2484823507"/>
                  </a:ext>
                </a:extLst>
              </a:tr>
              <a:tr h="3840480">
                <a:tc>
                  <a:txBody>
                    <a:bodyPr/>
                    <a:lstStyle/>
                    <a:p>
                      <a:pPr marL="274320" marR="0" lvl="0" indent="-27432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100" b="1" i="0" u="none" strike="noStrike" kern="1200" cap="none" spc="0" normalizeH="0" baseline="0" noProof="0">
                          <a:ln>
                            <a:noFill/>
                          </a:ln>
                          <a:solidFill>
                            <a:srgbClr val="00338D"/>
                          </a:solidFill>
                          <a:effectLst/>
                          <a:uLnTx/>
                          <a:uFillTx/>
                          <a:latin typeface="+mn-lt"/>
                          <a:ea typeface="+mn-ea"/>
                          <a:cs typeface="+mn-cs"/>
                        </a:rPr>
                        <a:t>Controlling Demand and Supply: </a:t>
                      </a:r>
                      <a:r>
                        <a:rPr kumimoji="0" lang="en-US" sz="1100" b="0" i="0" u="none" strike="noStrike" kern="1200" cap="none" spc="0" normalizeH="0" baseline="0" noProof="0">
                          <a:ln>
                            <a:noFill/>
                          </a:ln>
                          <a:solidFill>
                            <a:srgbClr val="00338D"/>
                          </a:solidFill>
                          <a:effectLst/>
                          <a:uLnTx/>
                          <a:uFillTx/>
                          <a:latin typeface="+mn-lt"/>
                          <a:ea typeface="+mn-ea"/>
                          <a:cs typeface="+mn-cs"/>
                        </a:rPr>
                        <a:t>implementing more robust demand intake processes that can be aligned with data driven resource capacity planning </a:t>
                      </a:r>
                    </a:p>
                    <a:p>
                      <a:pPr marL="274320" marR="0" lvl="0" indent="-274320" algn="l" defTabSz="914400" rtl="0" eaLnBrk="1" fontAlgn="auto" latinLnBrk="0" hangingPunct="1">
                        <a:lnSpc>
                          <a:spcPct val="100000"/>
                        </a:lnSpc>
                        <a:spcBef>
                          <a:spcPts val="0"/>
                        </a:spcBef>
                        <a:spcAft>
                          <a:spcPts val="1200"/>
                        </a:spcAft>
                        <a:buClrTx/>
                        <a:buSzTx/>
                        <a:buFont typeface="+mj-lt"/>
                        <a:buAutoNum type="arabicPeriod"/>
                        <a:tabLst/>
                        <a:defRPr/>
                      </a:pPr>
                      <a:r>
                        <a:rPr kumimoji="0" lang="en-US" sz="1100" b="1" i="0" u="none" strike="noStrike" kern="1200" cap="none" spc="0" normalizeH="0" baseline="0" noProof="0">
                          <a:ln>
                            <a:noFill/>
                          </a:ln>
                          <a:solidFill>
                            <a:srgbClr val="00338D"/>
                          </a:solidFill>
                          <a:effectLst/>
                          <a:uLnTx/>
                          <a:uFillTx/>
                          <a:latin typeface="+mn-lt"/>
                          <a:ea typeface="+mn-ea"/>
                          <a:cs typeface="+mn-cs"/>
                        </a:rPr>
                        <a:t>Attacking Critical Resiliency Risks:</a:t>
                      </a:r>
                      <a:endParaRPr kumimoji="0" lang="en-US" sz="1100" b="0" i="0" u="none" strike="noStrike" kern="1200" cap="none" spc="0" normalizeH="0" baseline="0" noProof="0">
                        <a:ln>
                          <a:noFill/>
                        </a:ln>
                        <a:solidFill>
                          <a:srgbClr val="00338D"/>
                        </a:solidFill>
                        <a:effectLst/>
                        <a:uLnTx/>
                        <a:uFillTx/>
                        <a:latin typeface="+mn-lt"/>
                        <a:ea typeface="+mn-ea"/>
                        <a:cs typeface="+mn-cs"/>
                      </a:endParaRPr>
                    </a:p>
                    <a:p>
                      <a:pPr marL="457200" marR="0" lvl="0" indent="-274320" algn="l" defTabSz="914400" rtl="0" eaLnBrk="1" fontAlgn="auto" latinLnBrk="0" hangingPunct="1">
                        <a:lnSpc>
                          <a:spcPct val="100000"/>
                        </a:lnSpc>
                        <a:spcBef>
                          <a:spcPts val="0"/>
                        </a:spcBef>
                        <a:spcAft>
                          <a:spcPts val="1200"/>
                        </a:spcAft>
                        <a:buClrTx/>
                        <a:buSzTx/>
                        <a:buFont typeface="Courier New" panose="02070309020205020404" pitchFamily="49" charset="0"/>
                        <a:buChar char="o"/>
                        <a:tabLst/>
                        <a:defRPr/>
                      </a:pPr>
                      <a:r>
                        <a:rPr kumimoji="0" lang="en-US" sz="1100" b="0" i="0" u="none" strike="noStrike" kern="1200" cap="none" spc="0" normalizeH="0" baseline="0" noProof="0">
                          <a:ln>
                            <a:noFill/>
                          </a:ln>
                          <a:solidFill>
                            <a:srgbClr val="00338D"/>
                          </a:solidFill>
                          <a:effectLst/>
                          <a:uLnTx/>
                          <a:uFillTx/>
                          <a:latin typeface="+mn-lt"/>
                          <a:ea typeface="+mn-ea"/>
                          <a:cs typeface="+mn-cs"/>
                        </a:rPr>
                        <a:t>Defining business continuity and disaster recovery</a:t>
                      </a:r>
                    </a:p>
                    <a:p>
                      <a:pPr marL="457200" marR="0" lvl="0" indent="-274320" algn="l" defTabSz="914400" rtl="0" eaLnBrk="1" fontAlgn="auto" latinLnBrk="0" hangingPunct="1">
                        <a:lnSpc>
                          <a:spcPct val="100000"/>
                        </a:lnSpc>
                        <a:spcBef>
                          <a:spcPts val="0"/>
                        </a:spcBef>
                        <a:spcAft>
                          <a:spcPts val="1200"/>
                        </a:spcAft>
                        <a:buClrTx/>
                        <a:buSzTx/>
                        <a:buFont typeface="Courier New" panose="02070309020205020404" pitchFamily="49" charset="0"/>
                        <a:buChar char="o"/>
                        <a:tabLst/>
                        <a:defRPr/>
                      </a:pPr>
                      <a:r>
                        <a:rPr kumimoji="0" lang="en-US" sz="1100" b="0" i="0" u="none" strike="noStrike" kern="1200" cap="none" spc="0" normalizeH="0" baseline="0" noProof="0">
                          <a:ln>
                            <a:noFill/>
                          </a:ln>
                          <a:solidFill>
                            <a:srgbClr val="00338D"/>
                          </a:solidFill>
                          <a:effectLst/>
                          <a:uLnTx/>
                          <a:uFillTx/>
                          <a:latin typeface="+mn-lt"/>
                          <a:ea typeface="+mn-ea"/>
                          <a:cs typeface="+mn-cs"/>
                        </a:rPr>
                        <a:t>Addressing roles where there are single point of failure or segregation of duties requirements</a:t>
                      </a:r>
                    </a:p>
                    <a:p>
                      <a:pPr marL="457200" marR="0" lvl="0" indent="-274320" algn="l" defTabSz="914400" rtl="0" eaLnBrk="1" fontAlgn="auto" latinLnBrk="0" hangingPunct="1">
                        <a:lnSpc>
                          <a:spcPct val="100000"/>
                        </a:lnSpc>
                        <a:spcBef>
                          <a:spcPts val="0"/>
                        </a:spcBef>
                        <a:spcAft>
                          <a:spcPts val="1200"/>
                        </a:spcAft>
                        <a:buClrTx/>
                        <a:buSzTx/>
                        <a:buFont typeface="Courier New" panose="02070309020205020404" pitchFamily="49" charset="0"/>
                        <a:buChar char="o"/>
                        <a:tabLst/>
                        <a:defRPr/>
                      </a:pPr>
                      <a:r>
                        <a:rPr kumimoji="0" lang="en-US" sz="1100" b="0" i="0" u="none" strike="noStrike" kern="1200" cap="none" spc="0" normalizeH="0" baseline="0" noProof="0">
                          <a:ln>
                            <a:noFill/>
                          </a:ln>
                          <a:solidFill>
                            <a:srgbClr val="00338D"/>
                          </a:solidFill>
                          <a:effectLst/>
                          <a:uLnTx/>
                          <a:uFillTx/>
                          <a:latin typeface="+mn-lt"/>
                          <a:ea typeface="+mn-ea"/>
                          <a:cs typeface="+mn-cs"/>
                        </a:rPr>
                        <a:t>Documenting and enhancing key processes and runbooks to remove knowledge silos</a:t>
                      </a:r>
                    </a:p>
                    <a:p>
                      <a:pPr marL="274320" marR="0" lvl="0" indent="-274320" algn="l" defTabSz="914400" rtl="0" eaLnBrk="1" fontAlgn="auto" latinLnBrk="0" hangingPunct="1">
                        <a:lnSpc>
                          <a:spcPct val="100000"/>
                        </a:lnSpc>
                        <a:spcBef>
                          <a:spcPts val="0"/>
                        </a:spcBef>
                        <a:spcAft>
                          <a:spcPts val="1200"/>
                        </a:spcAft>
                        <a:buClrTx/>
                        <a:buSzTx/>
                        <a:buFont typeface="+mj-lt"/>
                        <a:buAutoNum type="arabicPeriod" startAt="3"/>
                        <a:tabLst/>
                        <a:defRPr/>
                      </a:pPr>
                      <a:r>
                        <a:rPr kumimoji="0" lang="en-US" sz="1100" b="1" i="0" u="none" strike="noStrike" kern="1200" cap="none" spc="0" normalizeH="0" baseline="0" noProof="0">
                          <a:ln>
                            <a:noFill/>
                          </a:ln>
                          <a:solidFill>
                            <a:srgbClr val="00338D"/>
                          </a:solidFill>
                          <a:effectLst/>
                          <a:uLnTx/>
                          <a:uFillTx/>
                          <a:latin typeface="+mn-lt"/>
                          <a:ea typeface="+mn-ea"/>
                          <a:cs typeface="+mn-cs"/>
                        </a:rPr>
                        <a:t>Meeting the Demands of our Customers</a:t>
                      </a:r>
                      <a:r>
                        <a:rPr kumimoji="0" lang="en-US" sz="1100" b="0" i="0" u="none" strike="noStrike" kern="1200" cap="none" spc="0" normalizeH="0" baseline="0" noProof="0">
                          <a:ln>
                            <a:noFill/>
                          </a:ln>
                          <a:solidFill>
                            <a:srgbClr val="00338D"/>
                          </a:solidFill>
                          <a:effectLst/>
                          <a:uLnTx/>
                          <a:uFillTx/>
                          <a:latin typeface="+mn-lt"/>
                          <a:ea typeface="+mn-ea"/>
                          <a:cs typeface="+mn-cs"/>
                        </a:rPr>
                        <a:t>:  ensuring clear visibility into assets deployed in stores and that new devices and features are tested before release through a lab environment</a:t>
                      </a: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B w="12700" cap="flat" cmpd="sng" algn="ctr">
                      <a:solidFill>
                        <a:schemeClr val="accent4"/>
                      </a:solidFill>
                      <a:prstDash val="solid"/>
                      <a:round/>
                      <a:headEnd type="none" w="med" len="med"/>
                      <a:tailEnd type="none" w="med" len="med"/>
                    </a:lnB>
                    <a:solidFill>
                      <a:schemeClr val="bg1"/>
                    </a:solidFill>
                  </a:tcPr>
                </a:tc>
                <a:extLst>
                  <a:ext uri="{0D108BD9-81ED-4DB2-BD59-A6C34878D82A}">
                    <a16:rowId xmlns:a16="http://schemas.microsoft.com/office/drawing/2014/main" val="1682600564"/>
                  </a:ext>
                </a:extLst>
              </a:tr>
            </a:tbl>
          </a:graphicData>
        </a:graphic>
      </p:graphicFrame>
      <p:grpSp>
        <p:nvGrpSpPr>
          <p:cNvPr id="19" name="Group 18">
            <a:extLst>
              <a:ext uri="{FF2B5EF4-FFF2-40B4-BE49-F238E27FC236}">
                <a16:creationId xmlns:a16="http://schemas.microsoft.com/office/drawing/2014/main" id="{12B196CF-CFA9-AD54-10F6-9E109956D782}"/>
              </a:ext>
            </a:extLst>
          </p:cNvPr>
          <p:cNvGrpSpPr>
            <a:grpSpLocks noChangeAspect="1"/>
          </p:cNvGrpSpPr>
          <p:nvPr/>
        </p:nvGrpSpPr>
        <p:grpSpPr>
          <a:xfrm>
            <a:off x="4806217" y="1399323"/>
            <a:ext cx="365760" cy="348223"/>
            <a:chOff x="1787525" y="76200"/>
            <a:chExt cx="927100" cy="882650"/>
          </a:xfrm>
          <a:solidFill>
            <a:schemeClr val="bg1"/>
          </a:solidFill>
        </p:grpSpPr>
        <p:sp>
          <p:nvSpPr>
            <p:cNvPr id="20" name="Freeform 50">
              <a:extLst>
                <a:ext uri="{FF2B5EF4-FFF2-40B4-BE49-F238E27FC236}">
                  <a16:creationId xmlns:a16="http://schemas.microsoft.com/office/drawing/2014/main" id="{B3DAADB0-150D-4D2A-0AE9-58FD2D283E1D}"/>
                </a:ext>
              </a:extLst>
            </p:cNvPr>
            <p:cNvSpPr>
              <a:spLocks noEditPoints="1"/>
            </p:cNvSpPr>
            <p:nvPr/>
          </p:nvSpPr>
          <p:spPr bwMode="auto">
            <a:xfrm>
              <a:off x="1787525" y="76200"/>
              <a:ext cx="927100" cy="882650"/>
            </a:xfrm>
            <a:custGeom>
              <a:avLst/>
              <a:gdLst/>
              <a:ahLst/>
              <a:cxnLst>
                <a:cxn ang="0">
                  <a:pos x="134" y="20"/>
                </a:cxn>
                <a:cxn ang="0">
                  <a:pos x="138" y="62"/>
                </a:cxn>
                <a:cxn ang="0">
                  <a:pos x="148" y="168"/>
                </a:cxn>
                <a:cxn ang="0">
                  <a:pos x="148" y="268"/>
                </a:cxn>
                <a:cxn ang="0">
                  <a:pos x="142" y="334"/>
                </a:cxn>
                <a:cxn ang="0">
                  <a:pos x="132" y="396"/>
                </a:cxn>
                <a:cxn ang="0">
                  <a:pos x="2" y="424"/>
                </a:cxn>
                <a:cxn ang="0">
                  <a:pos x="0" y="446"/>
                </a:cxn>
                <a:cxn ang="0">
                  <a:pos x="2" y="484"/>
                </a:cxn>
                <a:cxn ang="0">
                  <a:pos x="10" y="510"/>
                </a:cxn>
                <a:cxn ang="0">
                  <a:pos x="22" y="528"/>
                </a:cxn>
                <a:cxn ang="0">
                  <a:pos x="38" y="538"/>
                </a:cxn>
                <a:cxn ang="0">
                  <a:pos x="58" y="546"/>
                </a:cxn>
                <a:cxn ang="0">
                  <a:pos x="72" y="546"/>
                </a:cxn>
                <a:cxn ang="0">
                  <a:pos x="432" y="556"/>
                </a:cxn>
                <a:cxn ang="0">
                  <a:pos x="436" y="556"/>
                </a:cxn>
                <a:cxn ang="0">
                  <a:pos x="448" y="554"/>
                </a:cxn>
                <a:cxn ang="0">
                  <a:pos x="472" y="550"/>
                </a:cxn>
                <a:cxn ang="0">
                  <a:pos x="492" y="540"/>
                </a:cxn>
                <a:cxn ang="0">
                  <a:pos x="518" y="514"/>
                </a:cxn>
                <a:cxn ang="0">
                  <a:pos x="546" y="466"/>
                </a:cxn>
                <a:cxn ang="0">
                  <a:pos x="566" y="400"/>
                </a:cxn>
                <a:cxn ang="0">
                  <a:pos x="578" y="320"/>
                </a:cxn>
                <a:cxn ang="0">
                  <a:pos x="584" y="226"/>
                </a:cxn>
                <a:cxn ang="0">
                  <a:pos x="584" y="118"/>
                </a:cxn>
                <a:cxn ang="0">
                  <a:pos x="576" y="0"/>
                </a:cxn>
                <a:cxn ang="0">
                  <a:pos x="440" y="522"/>
                </a:cxn>
                <a:cxn ang="0">
                  <a:pos x="434" y="522"/>
                </a:cxn>
                <a:cxn ang="0">
                  <a:pos x="418" y="516"/>
                </a:cxn>
                <a:cxn ang="0">
                  <a:pos x="404" y="506"/>
                </a:cxn>
                <a:cxn ang="0">
                  <a:pos x="388" y="472"/>
                </a:cxn>
                <a:cxn ang="0">
                  <a:pos x="382" y="438"/>
                </a:cxn>
                <a:cxn ang="0">
                  <a:pos x="166" y="424"/>
                </a:cxn>
                <a:cxn ang="0">
                  <a:pos x="170" y="398"/>
                </a:cxn>
                <a:cxn ang="0">
                  <a:pos x="180" y="314"/>
                </a:cxn>
                <a:cxn ang="0">
                  <a:pos x="182" y="200"/>
                </a:cxn>
                <a:cxn ang="0">
                  <a:pos x="178" y="72"/>
                </a:cxn>
                <a:cxn ang="0">
                  <a:pos x="536" y="54"/>
                </a:cxn>
                <a:cxn ang="0">
                  <a:pos x="546" y="146"/>
                </a:cxn>
                <a:cxn ang="0">
                  <a:pos x="546" y="232"/>
                </a:cxn>
                <a:cxn ang="0">
                  <a:pos x="542" y="312"/>
                </a:cxn>
                <a:cxn ang="0">
                  <a:pos x="530" y="382"/>
                </a:cxn>
                <a:cxn ang="0">
                  <a:pos x="512" y="440"/>
                </a:cxn>
                <a:cxn ang="0">
                  <a:pos x="492" y="484"/>
                </a:cxn>
                <a:cxn ang="0">
                  <a:pos x="468" y="512"/>
                </a:cxn>
                <a:cxn ang="0">
                  <a:pos x="448" y="522"/>
                </a:cxn>
                <a:cxn ang="0">
                  <a:pos x="440" y="522"/>
                </a:cxn>
              </a:cxnLst>
              <a:rect l="0" t="0" r="r" b="b"/>
              <a:pathLst>
                <a:path w="584" h="556">
                  <a:moveTo>
                    <a:pt x="576" y="0"/>
                  </a:moveTo>
                  <a:lnTo>
                    <a:pt x="134" y="20"/>
                  </a:lnTo>
                  <a:lnTo>
                    <a:pt x="134" y="20"/>
                  </a:lnTo>
                  <a:lnTo>
                    <a:pt x="138" y="62"/>
                  </a:lnTo>
                  <a:lnTo>
                    <a:pt x="144" y="110"/>
                  </a:lnTo>
                  <a:lnTo>
                    <a:pt x="148" y="168"/>
                  </a:lnTo>
                  <a:lnTo>
                    <a:pt x="148" y="234"/>
                  </a:lnTo>
                  <a:lnTo>
                    <a:pt x="148" y="268"/>
                  </a:lnTo>
                  <a:lnTo>
                    <a:pt x="146" y="300"/>
                  </a:lnTo>
                  <a:lnTo>
                    <a:pt x="142" y="334"/>
                  </a:lnTo>
                  <a:lnTo>
                    <a:pt x="138" y="366"/>
                  </a:lnTo>
                  <a:lnTo>
                    <a:pt x="132" y="396"/>
                  </a:lnTo>
                  <a:lnTo>
                    <a:pt x="124" y="424"/>
                  </a:lnTo>
                  <a:lnTo>
                    <a:pt x="2" y="424"/>
                  </a:lnTo>
                  <a:lnTo>
                    <a:pt x="2" y="424"/>
                  </a:lnTo>
                  <a:lnTo>
                    <a:pt x="0" y="446"/>
                  </a:lnTo>
                  <a:lnTo>
                    <a:pt x="0" y="466"/>
                  </a:lnTo>
                  <a:lnTo>
                    <a:pt x="2" y="484"/>
                  </a:lnTo>
                  <a:lnTo>
                    <a:pt x="4" y="498"/>
                  </a:lnTo>
                  <a:lnTo>
                    <a:pt x="10" y="510"/>
                  </a:lnTo>
                  <a:lnTo>
                    <a:pt x="16" y="520"/>
                  </a:lnTo>
                  <a:lnTo>
                    <a:pt x="22" y="528"/>
                  </a:lnTo>
                  <a:lnTo>
                    <a:pt x="30" y="534"/>
                  </a:lnTo>
                  <a:lnTo>
                    <a:pt x="38" y="538"/>
                  </a:lnTo>
                  <a:lnTo>
                    <a:pt x="44" y="542"/>
                  </a:lnTo>
                  <a:lnTo>
                    <a:pt x="58" y="546"/>
                  </a:lnTo>
                  <a:lnTo>
                    <a:pt x="68" y="546"/>
                  </a:lnTo>
                  <a:lnTo>
                    <a:pt x="72" y="546"/>
                  </a:lnTo>
                  <a:lnTo>
                    <a:pt x="432" y="556"/>
                  </a:lnTo>
                  <a:lnTo>
                    <a:pt x="432" y="556"/>
                  </a:lnTo>
                  <a:lnTo>
                    <a:pt x="426" y="554"/>
                  </a:lnTo>
                  <a:lnTo>
                    <a:pt x="436" y="556"/>
                  </a:lnTo>
                  <a:lnTo>
                    <a:pt x="436" y="556"/>
                  </a:lnTo>
                  <a:lnTo>
                    <a:pt x="448" y="554"/>
                  </a:lnTo>
                  <a:lnTo>
                    <a:pt x="460" y="552"/>
                  </a:lnTo>
                  <a:lnTo>
                    <a:pt x="472" y="550"/>
                  </a:lnTo>
                  <a:lnTo>
                    <a:pt x="482" y="544"/>
                  </a:lnTo>
                  <a:lnTo>
                    <a:pt x="492" y="540"/>
                  </a:lnTo>
                  <a:lnTo>
                    <a:pt x="502" y="532"/>
                  </a:lnTo>
                  <a:lnTo>
                    <a:pt x="518" y="514"/>
                  </a:lnTo>
                  <a:lnTo>
                    <a:pt x="534" y="492"/>
                  </a:lnTo>
                  <a:lnTo>
                    <a:pt x="546" y="466"/>
                  </a:lnTo>
                  <a:lnTo>
                    <a:pt x="558" y="436"/>
                  </a:lnTo>
                  <a:lnTo>
                    <a:pt x="566" y="400"/>
                  </a:lnTo>
                  <a:lnTo>
                    <a:pt x="574" y="362"/>
                  </a:lnTo>
                  <a:lnTo>
                    <a:pt x="578" y="320"/>
                  </a:lnTo>
                  <a:lnTo>
                    <a:pt x="582" y="274"/>
                  </a:lnTo>
                  <a:lnTo>
                    <a:pt x="584" y="226"/>
                  </a:lnTo>
                  <a:lnTo>
                    <a:pt x="584" y="174"/>
                  </a:lnTo>
                  <a:lnTo>
                    <a:pt x="584" y="118"/>
                  </a:lnTo>
                  <a:lnTo>
                    <a:pt x="580" y="60"/>
                  </a:lnTo>
                  <a:lnTo>
                    <a:pt x="576" y="0"/>
                  </a:lnTo>
                  <a:lnTo>
                    <a:pt x="576" y="0"/>
                  </a:lnTo>
                  <a:close/>
                  <a:moveTo>
                    <a:pt x="440" y="522"/>
                  </a:moveTo>
                  <a:lnTo>
                    <a:pt x="434" y="522"/>
                  </a:lnTo>
                  <a:lnTo>
                    <a:pt x="434" y="522"/>
                  </a:lnTo>
                  <a:lnTo>
                    <a:pt x="426" y="520"/>
                  </a:lnTo>
                  <a:lnTo>
                    <a:pt x="418" y="516"/>
                  </a:lnTo>
                  <a:lnTo>
                    <a:pt x="410" y="512"/>
                  </a:lnTo>
                  <a:lnTo>
                    <a:pt x="404" y="506"/>
                  </a:lnTo>
                  <a:lnTo>
                    <a:pt x="396" y="490"/>
                  </a:lnTo>
                  <a:lnTo>
                    <a:pt x="388" y="472"/>
                  </a:lnTo>
                  <a:lnTo>
                    <a:pt x="384" y="454"/>
                  </a:lnTo>
                  <a:lnTo>
                    <a:pt x="382" y="438"/>
                  </a:lnTo>
                  <a:lnTo>
                    <a:pt x="380" y="424"/>
                  </a:lnTo>
                  <a:lnTo>
                    <a:pt x="166" y="424"/>
                  </a:lnTo>
                  <a:lnTo>
                    <a:pt x="166" y="424"/>
                  </a:lnTo>
                  <a:lnTo>
                    <a:pt x="170" y="398"/>
                  </a:lnTo>
                  <a:lnTo>
                    <a:pt x="174" y="372"/>
                  </a:lnTo>
                  <a:lnTo>
                    <a:pt x="180" y="314"/>
                  </a:lnTo>
                  <a:lnTo>
                    <a:pt x="182" y="256"/>
                  </a:lnTo>
                  <a:lnTo>
                    <a:pt x="182" y="200"/>
                  </a:lnTo>
                  <a:lnTo>
                    <a:pt x="180" y="110"/>
                  </a:lnTo>
                  <a:lnTo>
                    <a:pt x="178" y="72"/>
                  </a:lnTo>
                  <a:lnTo>
                    <a:pt x="536" y="54"/>
                  </a:lnTo>
                  <a:lnTo>
                    <a:pt x="536" y="54"/>
                  </a:lnTo>
                  <a:lnTo>
                    <a:pt x="542" y="100"/>
                  </a:lnTo>
                  <a:lnTo>
                    <a:pt x="546" y="146"/>
                  </a:lnTo>
                  <a:lnTo>
                    <a:pt x="546" y="190"/>
                  </a:lnTo>
                  <a:lnTo>
                    <a:pt x="546" y="232"/>
                  </a:lnTo>
                  <a:lnTo>
                    <a:pt x="546" y="274"/>
                  </a:lnTo>
                  <a:lnTo>
                    <a:pt x="542" y="312"/>
                  </a:lnTo>
                  <a:lnTo>
                    <a:pt x="536" y="348"/>
                  </a:lnTo>
                  <a:lnTo>
                    <a:pt x="530" y="382"/>
                  </a:lnTo>
                  <a:lnTo>
                    <a:pt x="522" y="412"/>
                  </a:lnTo>
                  <a:lnTo>
                    <a:pt x="512" y="440"/>
                  </a:lnTo>
                  <a:lnTo>
                    <a:pt x="502" y="464"/>
                  </a:lnTo>
                  <a:lnTo>
                    <a:pt x="492" y="484"/>
                  </a:lnTo>
                  <a:lnTo>
                    <a:pt x="480" y="500"/>
                  </a:lnTo>
                  <a:lnTo>
                    <a:pt x="468" y="512"/>
                  </a:lnTo>
                  <a:lnTo>
                    <a:pt x="454" y="520"/>
                  </a:lnTo>
                  <a:lnTo>
                    <a:pt x="448" y="522"/>
                  </a:lnTo>
                  <a:lnTo>
                    <a:pt x="440" y="522"/>
                  </a:lnTo>
                  <a:lnTo>
                    <a:pt x="440" y="5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1" name="Freeform 51">
              <a:extLst>
                <a:ext uri="{FF2B5EF4-FFF2-40B4-BE49-F238E27FC236}">
                  <a16:creationId xmlns:a16="http://schemas.microsoft.com/office/drawing/2014/main" id="{0F0F29E1-74D0-4B46-F49C-A6F1A37F9BDA}"/>
                </a:ext>
              </a:extLst>
            </p:cNvPr>
            <p:cNvSpPr>
              <a:spLocks/>
            </p:cNvSpPr>
            <p:nvPr/>
          </p:nvSpPr>
          <p:spPr bwMode="auto">
            <a:xfrm>
              <a:off x="2460625" y="381000"/>
              <a:ext cx="98425" cy="44450"/>
            </a:xfrm>
            <a:custGeom>
              <a:avLst/>
              <a:gdLst/>
              <a:ahLst/>
              <a:cxnLst>
                <a:cxn ang="0">
                  <a:pos x="60" y="0"/>
                </a:cxn>
                <a:cxn ang="0">
                  <a:pos x="0" y="2"/>
                </a:cxn>
                <a:cxn ang="0">
                  <a:pos x="2" y="28"/>
                </a:cxn>
                <a:cxn ang="0">
                  <a:pos x="62" y="26"/>
                </a:cxn>
                <a:cxn ang="0">
                  <a:pos x="60" y="0"/>
                </a:cxn>
              </a:cxnLst>
              <a:rect l="0" t="0" r="r" b="b"/>
              <a:pathLst>
                <a:path w="62" h="28">
                  <a:moveTo>
                    <a:pt x="60" y="0"/>
                  </a:moveTo>
                  <a:lnTo>
                    <a:pt x="0" y="2"/>
                  </a:lnTo>
                  <a:lnTo>
                    <a:pt x="2" y="28"/>
                  </a:lnTo>
                  <a:lnTo>
                    <a:pt x="62" y="26"/>
                  </a:lnTo>
                  <a:lnTo>
                    <a:pt x="6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2" name="Freeform 52">
              <a:extLst>
                <a:ext uri="{FF2B5EF4-FFF2-40B4-BE49-F238E27FC236}">
                  <a16:creationId xmlns:a16="http://schemas.microsoft.com/office/drawing/2014/main" id="{C67B4292-6D0C-D641-7437-4D1344F89A75}"/>
                </a:ext>
              </a:extLst>
            </p:cNvPr>
            <p:cNvSpPr>
              <a:spLocks/>
            </p:cNvSpPr>
            <p:nvPr/>
          </p:nvSpPr>
          <p:spPr bwMode="auto">
            <a:xfrm>
              <a:off x="2457450" y="317500"/>
              <a:ext cx="146050" cy="50800"/>
            </a:xfrm>
            <a:custGeom>
              <a:avLst/>
              <a:gdLst/>
              <a:ahLst/>
              <a:cxnLst>
                <a:cxn ang="0">
                  <a:pos x="0" y="6"/>
                </a:cxn>
                <a:cxn ang="0">
                  <a:pos x="0" y="32"/>
                </a:cxn>
                <a:cxn ang="0">
                  <a:pos x="92" y="26"/>
                </a:cxn>
                <a:cxn ang="0">
                  <a:pos x="92" y="0"/>
                </a:cxn>
                <a:cxn ang="0">
                  <a:pos x="0" y="6"/>
                </a:cxn>
              </a:cxnLst>
              <a:rect l="0" t="0" r="r" b="b"/>
              <a:pathLst>
                <a:path w="92" h="32">
                  <a:moveTo>
                    <a:pt x="0" y="6"/>
                  </a:moveTo>
                  <a:lnTo>
                    <a:pt x="0" y="32"/>
                  </a:lnTo>
                  <a:lnTo>
                    <a:pt x="92" y="26"/>
                  </a:lnTo>
                  <a:lnTo>
                    <a:pt x="92" y="0"/>
                  </a:lnTo>
                  <a:lnTo>
                    <a:pt x="0" y="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3" name="Freeform 53">
              <a:extLst>
                <a:ext uri="{FF2B5EF4-FFF2-40B4-BE49-F238E27FC236}">
                  <a16:creationId xmlns:a16="http://schemas.microsoft.com/office/drawing/2014/main" id="{327762E0-0BF0-A8B2-4239-83962C209AA7}"/>
                </a:ext>
              </a:extLst>
            </p:cNvPr>
            <p:cNvSpPr>
              <a:spLocks/>
            </p:cNvSpPr>
            <p:nvPr/>
          </p:nvSpPr>
          <p:spPr bwMode="auto">
            <a:xfrm>
              <a:off x="2463800" y="590550"/>
              <a:ext cx="76200" cy="44450"/>
            </a:xfrm>
            <a:custGeom>
              <a:avLst/>
              <a:gdLst/>
              <a:ahLst/>
              <a:cxnLst>
                <a:cxn ang="0">
                  <a:pos x="0" y="2"/>
                </a:cxn>
                <a:cxn ang="0">
                  <a:pos x="2" y="28"/>
                </a:cxn>
                <a:cxn ang="0">
                  <a:pos x="48" y="26"/>
                </a:cxn>
                <a:cxn ang="0">
                  <a:pos x="48" y="0"/>
                </a:cxn>
                <a:cxn ang="0">
                  <a:pos x="0" y="2"/>
                </a:cxn>
              </a:cxnLst>
              <a:rect l="0" t="0" r="r" b="b"/>
              <a:pathLst>
                <a:path w="48" h="28">
                  <a:moveTo>
                    <a:pt x="0" y="2"/>
                  </a:moveTo>
                  <a:lnTo>
                    <a:pt x="2" y="28"/>
                  </a:lnTo>
                  <a:lnTo>
                    <a:pt x="48" y="26"/>
                  </a:lnTo>
                  <a:lnTo>
                    <a:pt x="48" y="0"/>
                  </a:lnTo>
                  <a:lnTo>
                    <a:pt x="0" y="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4" name="Freeform 54">
              <a:extLst>
                <a:ext uri="{FF2B5EF4-FFF2-40B4-BE49-F238E27FC236}">
                  <a16:creationId xmlns:a16="http://schemas.microsoft.com/office/drawing/2014/main" id="{A12DC9F5-9704-1E01-0089-C3E237BE59D8}"/>
                </a:ext>
              </a:extLst>
            </p:cNvPr>
            <p:cNvSpPr>
              <a:spLocks/>
            </p:cNvSpPr>
            <p:nvPr/>
          </p:nvSpPr>
          <p:spPr bwMode="auto">
            <a:xfrm>
              <a:off x="2460625" y="527050"/>
              <a:ext cx="117475" cy="50800"/>
            </a:xfrm>
            <a:custGeom>
              <a:avLst/>
              <a:gdLst/>
              <a:ahLst/>
              <a:cxnLst>
                <a:cxn ang="0">
                  <a:pos x="0" y="6"/>
                </a:cxn>
                <a:cxn ang="0">
                  <a:pos x="2" y="32"/>
                </a:cxn>
                <a:cxn ang="0">
                  <a:pos x="74" y="28"/>
                </a:cxn>
                <a:cxn ang="0">
                  <a:pos x="72" y="0"/>
                </a:cxn>
                <a:cxn ang="0">
                  <a:pos x="0" y="6"/>
                </a:cxn>
              </a:cxnLst>
              <a:rect l="0" t="0" r="r" b="b"/>
              <a:pathLst>
                <a:path w="74" h="32">
                  <a:moveTo>
                    <a:pt x="0" y="6"/>
                  </a:moveTo>
                  <a:lnTo>
                    <a:pt x="2" y="32"/>
                  </a:lnTo>
                  <a:lnTo>
                    <a:pt x="74" y="28"/>
                  </a:lnTo>
                  <a:lnTo>
                    <a:pt x="72" y="0"/>
                  </a:lnTo>
                  <a:lnTo>
                    <a:pt x="0" y="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5" name="Freeform 55">
              <a:extLst>
                <a:ext uri="{FF2B5EF4-FFF2-40B4-BE49-F238E27FC236}">
                  <a16:creationId xmlns:a16="http://schemas.microsoft.com/office/drawing/2014/main" id="{7E039E1E-2CD5-5CA0-82DB-A7F40B866924}"/>
                </a:ext>
              </a:extLst>
            </p:cNvPr>
            <p:cNvSpPr>
              <a:spLocks/>
            </p:cNvSpPr>
            <p:nvPr/>
          </p:nvSpPr>
          <p:spPr bwMode="auto">
            <a:xfrm>
              <a:off x="2120900" y="266700"/>
              <a:ext cx="203200" cy="196850"/>
            </a:xfrm>
            <a:custGeom>
              <a:avLst/>
              <a:gdLst/>
              <a:ahLst/>
              <a:cxnLst>
                <a:cxn ang="0">
                  <a:pos x="22" y="124"/>
                </a:cxn>
                <a:cxn ang="0">
                  <a:pos x="86" y="122"/>
                </a:cxn>
                <a:cxn ang="0">
                  <a:pos x="54" y="96"/>
                </a:cxn>
                <a:cxn ang="0">
                  <a:pos x="30" y="98"/>
                </a:cxn>
                <a:cxn ang="0">
                  <a:pos x="26" y="30"/>
                </a:cxn>
                <a:cxn ang="0">
                  <a:pos x="102" y="26"/>
                </a:cxn>
                <a:cxn ang="0">
                  <a:pos x="102" y="46"/>
                </a:cxn>
                <a:cxn ang="0">
                  <a:pos x="104" y="46"/>
                </a:cxn>
                <a:cxn ang="0">
                  <a:pos x="126" y="20"/>
                </a:cxn>
                <a:cxn ang="0">
                  <a:pos x="126" y="20"/>
                </a:cxn>
                <a:cxn ang="0">
                  <a:pos x="128" y="16"/>
                </a:cxn>
                <a:cxn ang="0">
                  <a:pos x="128" y="16"/>
                </a:cxn>
                <a:cxn ang="0">
                  <a:pos x="126" y="10"/>
                </a:cxn>
                <a:cxn ang="0">
                  <a:pos x="122" y="4"/>
                </a:cxn>
                <a:cxn ang="0">
                  <a:pos x="116" y="0"/>
                </a:cxn>
                <a:cxn ang="0">
                  <a:pos x="108" y="0"/>
                </a:cxn>
                <a:cxn ang="0">
                  <a:pos x="108" y="0"/>
                </a:cxn>
                <a:cxn ang="0">
                  <a:pos x="108" y="0"/>
                </a:cxn>
                <a:cxn ang="0">
                  <a:pos x="18" y="4"/>
                </a:cxn>
                <a:cxn ang="0">
                  <a:pos x="18" y="4"/>
                </a:cxn>
                <a:cxn ang="0">
                  <a:pos x="10" y="4"/>
                </a:cxn>
                <a:cxn ang="0">
                  <a:pos x="4" y="8"/>
                </a:cxn>
                <a:cxn ang="0">
                  <a:pos x="4" y="8"/>
                </a:cxn>
                <a:cxn ang="0">
                  <a:pos x="0" y="14"/>
                </a:cxn>
                <a:cxn ang="0">
                  <a:pos x="0" y="22"/>
                </a:cxn>
                <a:cxn ang="0">
                  <a:pos x="4" y="108"/>
                </a:cxn>
                <a:cxn ang="0">
                  <a:pos x="4" y="108"/>
                </a:cxn>
                <a:cxn ang="0">
                  <a:pos x="4" y="114"/>
                </a:cxn>
                <a:cxn ang="0">
                  <a:pos x="8" y="120"/>
                </a:cxn>
                <a:cxn ang="0">
                  <a:pos x="14" y="124"/>
                </a:cxn>
                <a:cxn ang="0">
                  <a:pos x="22" y="124"/>
                </a:cxn>
                <a:cxn ang="0">
                  <a:pos x="22" y="124"/>
                </a:cxn>
              </a:cxnLst>
              <a:rect l="0" t="0" r="r" b="b"/>
              <a:pathLst>
                <a:path w="128" h="124">
                  <a:moveTo>
                    <a:pt x="22" y="124"/>
                  </a:moveTo>
                  <a:lnTo>
                    <a:pt x="86" y="122"/>
                  </a:lnTo>
                  <a:lnTo>
                    <a:pt x="54" y="96"/>
                  </a:lnTo>
                  <a:lnTo>
                    <a:pt x="30" y="98"/>
                  </a:lnTo>
                  <a:lnTo>
                    <a:pt x="26" y="30"/>
                  </a:lnTo>
                  <a:lnTo>
                    <a:pt x="102" y="26"/>
                  </a:lnTo>
                  <a:lnTo>
                    <a:pt x="102" y="46"/>
                  </a:lnTo>
                  <a:lnTo>
                    <a:pt x="104" y="46"/>
                  </a:lnTo>
                  <a:lnTo>
                    <a:pt x="126" y="20"/>
                  </a:lnTo>
                  <a:lnTo>
                    <a:pt x="126" y="20"/>
                  </a:lnTo>
                  <a:lnTo>
                    <a:pt x="128" y="16"/>
                  </a:lnTo>
                  <a:lnTo>
                    <a:pt x="128" y="16"/>
                  </a:lnTo>
                  <a:lnTo>
                    <a:pt x="126" y="10"/>
                  </a:lnTo>
                  <a:lnTo>
                    <a:pt x="122" y="4"/>
                  </a:lnTo>
                  <a:lnTo>
                    <a:pt x="116" y="0"/>
                  </a:lnTo>
                  <a:lnTo>
                    <a:pt x="108" y="0"/>
                  </a:lnTo>
                  <a:lnTo>
                    <a:pt x="108" y="0"/>
                  </a:lnTo>
                  <a:lnTo>
                    <a:pt x="108" y="0"/>
                  </a:lnTo>
                  <a:lnTo>
                    <a:pt x="18" y="4"/>
                  </a:lnTo>
                  <a:lnTo>
                    <a:pt x="18" y="4"/>
                  </a:lnTo>
                  <a:lnTo>
                    <a:pt x="10" y="4"/>
                  </a:lnTo>
                  <a:lnTo>
                    <a:pt x="4" y="8"/>
                  </a:lnTo>
                  <a:lnTo>
                    <a:pt x="4" y="8"/>
                  </a:lnTo>
                  <a:lnTo>
                    <a:pt x="0" y="14"/>
                  </a:lnTo>
                  <a:lnTo>
                    <a:pt x="0" y="22"/>
                  </a:lnTo>
                  <a:lnTo>
                    <a:pt x="4" y="108"/>
                  </a:lnTo>
                  <a:lnTo>
                    <a:pt x="4" y="108"/>
                  </a:lnTo>
                  <a:lnTo>
                    <a:pt x="4" y="114"/>
                  </a:lnTo>
                  <a:lnTo>
                    <a:pt x="8" y="120"/>
                  </a:lnTo>
                  <a:lnTo>
                    <a:pt x="14" y="124"/>
                  </a:lnTo>
                  <a:lnTo>
                    <a:pt x="22" y="124"/>
                  </a:lnTo>
                  <a:lnTo>
                    <a:pt x="22" y="12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6" name="Freeform 56">
              <a:extLst>
                <a:ext uri="{FF2B5EF4-FFF2-40B4-BE49-F238E27FC236}">
                  <a16:creationId xmlns:a16="http://schemas.microsoft.com/office/drawing/2014/main" id="{C9D706D7-1760-D7A4-380D-ABA61724BDAE}"/>
                </a:ext>
              </a:extLst>
            </p:cNvPr>
            <p:cNvSpPr>
              <a:spLocks/>
            </p:cNvSpPr>
            <p:nvPr/>
          </p:nvSpPr>
          <p:spPr bwMode="auto">
            <a:xfrm>
              <a:off x="2206625" y="279400"/>
              <a:ext cx="203200" cy="180975"/>
            </a:xfrm>
            <a:custGeom>
              <a:avLst/>
              <a:gdLst/>
              <a:ahLst/>
              <a:cxnLst>
                <a:cxn ang="0">
                  <a:pos x="28" y="44"/>
                </a:cxn>
                <a:cxn ang="0">
                  <a:pos x="28" y="44"/>
                </a:cxn>
                <a:cxn ang="0">
                  <a:pos x="22" y="42"/>
                </a:cxn>
                <a:cxn ang="0">
                  <a:pos x="16" y="40"/>
                </a:cxn>
                <a:cxn ang="0">
                  <a:pos x="8" y="42"/>
                </a:cxn>
                <a:cxn ang="0">
                  <a:pos x="4" y="48"/>
                </a:cxn>
                <a:cxn ang="0">
                  <a:pos x="4" y="48"/>
                </a:cxn>
                <a:cxn ang="0">
                  <a:pos x="0" y="54"/>
                </a:cxn>
                <a:cxn ang="0">
                  <a:pos x="0" y="60"/>
                </a:cxn>
                <a:cxn ang="0">
                  <a:pos x="2" y="66"/>
                </a:cxn>
                <a:cxn ang="0">
                  <a:pos x="6" y="72"/>
                </a:cxn>
                <a:cxn ang="0">
                  <a:pos x="58" y="114"/>
                </a:cxn>
                <a:cxn ang="0">
                  <a:pos x="124" y="28"/>
                </a:cxn>
                <a:cxn ang="0">
                  <a:pos x="124" y="28"/>
                </a:cxn>
                <a:cxn ang="0">
                  <a:pos x="128" y="22"/>
                </a:cxn>
                <a:cxn ang="0">
                  <a:pos x="128" y="16"/>
                </a:cxn>
                <a:cxn ang="0">
                  <a:pos x="126" y="8"/>
                </a:cxn>
                <a:cxn ang="0">
                  <a:pos x="122" y="4"/>
                </a:cxn>
                <a:cxn ang="0">
                  <a:pos x="122" y="4"/>
                </a:cxn>
                <a:cxn ang="0">
                  <a:pos x="116" y="0"/>
                </a:cxn>
                <a:cxn ang="0">
                  <a:pos x="108" y="0"/>
                </a:cxn>
                <a:cxn ang="0">
                  <a:pos x="102" y="2"/>
                </a:cxn>
                <a:cxn ang="0">
                  <a:pos x="96" y="6"/>
                </a:cxn>
                <a:cxn ang="0">
                  <a:pos x="52" y="64"/>
                </a:cxn>
                <a:cxn ang="0">
                  <a:pos x="28" y="44"/>
                </a:cxn>
              </a:cxnLst>
              <a:rect l="0" t="0" r="r" b="b"/>
              <a:pathLst>
                <a:path w="128" h="114">
                  <a:moveTo>
                    <a:pt x="28" y="44"/>
                  </a:moveTo>
                  <a:lnTo>
                    <a:pt x="28" y="44"/>
                  </a:lnTo>
                  <a:lnTo>
                    <a:pt x="22" y="42"/>
                  </a:lnTo>
                  <a:lnTo>
                    <a:pt x="16" y="40"/>
                  </a:lnTo>
                  <a:lnTo>
                    <a:pt x="8" y="42"/>
                  </a:lnTo>
                  <a:lnTo>
                    <a:pt x="4" y="48"/>
                  </a:lnTo>
                  <a:lnTo>
                    <a:pt x="4" y="48"/>
                  </a:lnTo>
                  <a:lnTo>
                    <a:pt x="0" y="54"/>
                  </a:lnTo>
                  <a:lnTo>
                    <a:pt x="0" y="60"/>
                  </a:lnTo>
                  <a:lnTo>
                    <a:pt x="2" y="66"/>
                  </a:lnTo>
                  <a:lnTo>
                    <a:pt x="6" y="72"/>
                  </a:lnTo>
                  <a:lnTo>
                    <a:pt x="58" y="114"/>
                  </a:lnTo>
                  <a:lnTo>
                    <a:pt x="124" y="28"/>
                  </a:lnTo>
                  <a:lnTo>
                    <a:pt x="124" y="28"/>
                  </a:lnTo>
                  <a:lnTo>
                    <a:pt x="128" y="22"/>
                  </a:lnTo>
                  <a:lnTo>
                    <a:pt x="128" y="16"/>
                  </a:lnTo>
                  <a:lnTo>
                    <a:pt x="126" y="8"/>
                  </a:lnTo>
                  <a:lnTo>
                    <a:pt x="122" y="4"/>
                  </a:lnTo>
                  <a:lnTo>
                    <a:pt x="122" y="4"/>
                  </a:lnTo>
                  <a:lnTo>
                    <a:pt x="116" y="0"/>
                  </a:lnTo>
                  <a:lnTo>
                    <a:pt x="108" y="0"/>
                  </a:lnTo>
                  <a:lnTo>
                    <a:pt x="102" y="2"/>
                  </a:lnTo>
                  <a:lnTo>
                    <a:pt x="96" y="6"/>
                  </a:lnTo>
                  <a:lnTo>
                    <a:pt x="52" y="64"/>
                  </a:lnTo>
                  <a:lnTo>
                    <a:pt x="28" y="4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7" name="Freeform 57">
              <a:extLst>
                <a:ext uri="{FF2B5EF4-FFF2-40B4-BE49-F238E27FC236}">
                  <a16:creationId xmlns:a16="http://schemas.microsoft.com/office/drawing/2014/main" id="{92F4FEDC-92BD-D51A-9B81-F8A6B58CEC19}"/>
                </a:ext>
              </a:extLst>
            </p:cNvPr>
            <p:cNvSpPr>
              <a:spLocks/>
            </p:cNvSpPr>
            <p:nvPr/>
          </p:nvSpPr>
          <p:spPr bwMode="auto">
            <a:xfrm>
              <a:off x="2114550" y="508000"/>
              <a:ext cx="209550" cy="196850"/>
            </a:xfrm>
            <a:custGeom>
              <a:avLst/>
              <a:gdLst/>
              <a:ahLst/>
              <a:cxnLst>
                <a:cxn ang="0">
                  <a:pos x="26" y="98"/>
                </a:cxn>
                <a:cxn ang="0">
                  <a:pos x="30" y="28"/>
                </a:cxn>
                <a:cxn ang="0">
                  <a:pos x="104" y="26"/>
                </a:cxn>
                <a:cxn ang="0">
                  <a:pos x="104" y="42"/>
                </a:cxn>
                <a:cxn ang="0">
                  <a:pos x="108" y="46"/>
                </a:cxn>
                <a:cxn ang="0">
                  <a:pos x="130" y="18"/>
                </a:cxn>
                <a:cxn ang="0">
                  <a:pos x="130" y="18"/>
                </a:cxn>
                <a:cxn ang="0">
                  <a:pos x="132" y="16"/>
                </a:cxn>
                <a:cxn ang="0">
                  <a:pos x="132" y="16"/>
                </a:cxn>
                <a:cxn ang="0">
                  <a:pos x="130" y="10"/>
                </a:cxn>
                <a:cxn ang="0">
                  <a:pos x="126" y="4"/>
                </a:cxn>
                <a:cxn ang="0">
                  <a:pos x="126" y="4"/>
                </a:cxn>
                <a:cxn ang="0">
                  <a:pos x="120" y="0"/>
                </a:cxn>
                <a:cxn ang="0">
                  <a:pos x="114" y="0"/>
                </a:cxn>
                <a:cxn ang="0">
                  <a:pos x="22" y="2"/>
                </a:cxn>
                <a:cxn ang="0">
                  <a:pos x="22" y="2"/>
                </a:cxn>
                <a:cxn ang="0">
                  <a:pos x="16" y="4"/>
                </a:cxn>
                <a:cxn ang="0">
                  <a:pos x="10" y="8"/>
                </a:cxn>
                <a:cxn ang="0">
                  <a:pos x="6" y="14"/>
                </a:cxn>
                <a:cxn ang="0">
                  <a:pos x="4" y="20"/>
                </a:cxn>
                <a:cxn ang="0">
                  <a:pos x="0" y="106"/>
                </a:cxn>
                <a:cxn ang="0">
                  <a:pos x="0" y="106"/>
                </a:cxn>
                <a:cxn ang="0">
                  <a:pos x="0" y="112"/>
                </a:cxn>
                <a:cxn ang="0">
                  <a:pos x="4" y="118"/>
                </a:cxn>
                <a:cxn ang="0">
                  <a:pos x="4" y="118"/>
                </a:cxn>
                <a:cxn ang="0">
                  <a:pos x="10" y="122"/>
                </a:cxn>
                <a:cxn ang="0">
                  <a:pos x="18" y="124"/>
                </a:cxn>
                <a:cxn ang="0">
                  <a:pos x="90" y="122"/>
                </a:cxn>
                <a:cxn ang="0">
                  <a:pos x="58" y="96"/>
                </a:cxn>
                <a:cxn ang="0">
                  <a:pos x="26" y="98"/>
                </a:cxn>
              </a:cxnLst>
              <a:rect l="0" t="0" r="r" b="b"/>
              <a:pathLst>
                <a:path w="132" h="124">
                  <a:moveTo>
                    <a:pt x="26" y="98"/>
                  </a:moveTo>
                  <a:lnTo>
                    <a:pt x="30" y="28"/>
                  </a:lnTo>
                  <a:lnTo>
                    <a:pt x="104" y="26"/>
                  </a:lnTo>
                  <a:lnTo>
                    <a:pt x="104" y="42"/>
                  </a:lnTo>
                  <a:lnTo>
                    <a:pt x="108" y="46"/>
                  </a:lnTo>
                  <a:lnTo>
                    <a:pt x="130" y="18"/>
                  </a:lnTo>
                  <a:lnTo>
                    <a:pt x="130" y="18"/>
                  </a:lnTo>
                  <a:lnTo>
                    <a:pt x="132" y="16"/>
                  </a:lnTo>
                  <a:lnTo>
                    <a:pt x="132" y="16"/>
                  </a:lnTo>
                  <a:lnTo>
                    <a:pt x="130" y="10"/>
                  </a:lnTo>
                  <a:lnTo>
                    <a:pt x="126" y="4"/>
                  </a:lnTo>
                  <a:lnTo>
                    <a:pt x="126" y="4"/>
                  </a:lnTo>
                  <a:lnTo>
                    <a:pt x="120" y="0"/>
                  </a:lnTo>
                  <a:lnTo>
                    <a:pt x="114" y="0"/>
                  </a:lnTo>
                  <a:lnTo>
                    <a:pt x="22" y="2"/>
                  </a:lnTo>
                  <a:lnTo>
                    <a:pt x="22" y="2"/>
                  </a:lnTo>
                  <a:lnTo>
                    <a:pt x="16" y="4"/>
                  </a:lnTo>
                  <a:lnTo>
                    <a:pt x="10" y="8"/>
                  </a:lnTo>
                  <a:lnTo>
                    <a:pt x="6" y="14"/>
                  </a:lnTo>
                  <a:lnTo>
                    <a:pt x="4" y="20"/>
                  </a:lnTo>
                  <a:lnTo>
                    <a:pt x="0" y="106"/>
                  </a:lnTo>
                  <a:lnTo>
                    <a:pt x="0" y="106"/>
                  </a:lnTo>
                  <a:lnTo>
                    <a:pt x="0" y="112"/>
                  </a:lnTo>
                  <a:lnTo>
                    <a:pt x="4" y="118"/>
                  </a:lnTo>
                  <a:lnTo>
                    <a:pt x="4" y="118"/>
                  </a:lnTo>
                  <a:lnTo>
                    <a:pt x="10" y="122"/>
                  </a:lnTo>
                  <a:lnTo>
                    <a:pt x="18" y="124"/>
                  </a:lnTo>
                  <a:lnTo>
                    <a:pt x="90" y="122"/>
                  </a:lnTo>
                  <a:lnTo>
                    <a:pt x="58" y="96"/>
                  </a:lnTo>
                  <a:lnTo>
                    <a:pt x="26" y="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28" name="Freeform 58">
              <a:extLst>
                <a:ext uri="{FF2B5EF4-FFF2-40B4-BE49-F238E27FC236}">
                  <a16:creationId xmlns:a16="http://schemas.microsoft.com/office/drawing/2014/main" id="{F2E8AA51-BD58-54D2-8FC6-F91D91CFB4AD}"/>
                </a:ext>
              </a:extLst>
            </p:cNvPr>
            <p:cNvSpPr>
              <a:spLocks/>
            </p:cNvSpPr>
            <p:nvPr/>
          </p:nvSpPr>
          <p:spPr bwMode="auto">
            <a:xfrm>
              <a:off x="2206625" y="520700"/>
              <a:ext cx="203200" cy="177800"/>
            </a:xfrm>
            <a:custGeom>
              <a:avLst/>
              <a:gdLst/>
              <a:ahLst/>
              <a:cxnLst>
                <a:cxn ang="0">
                  <a:pos x="122" y="2"/>
                </a:cxn>
                <a:cxn ang="0">
                  <a:pos x="122" y="2"/>
                </a:cxn>
                <a:cxn ang="0">
                  <a:pos x="116" y="0"/>
                </a:cxn>
                <a:cxn ang="0">
                  <a:pos x="110" y="0"/>
                </a:cxn>
                <a:cxn ang="0">
                  <a:pos x="102" y="2"/>
                </a:cxn>
                <a:cxn ang="0">
                  <a:pos x="98" y="6"/>
                </a:cxn>
                <a:cxn ang="0">
                  <a:pos x="54" y="64"/>
                </a:cxn>
                <a:cxn ang="0">
                  <a:pos x="28" y="44"/>
                </a:cxn>
                <a:cxn ang="0">
                  <a:pos x="28" y="44"/>
                </a:cxn>
                <a:cxn ang="0">
                  <a:pos x="22" y="40"/>
                </a:cxn>
                <a:cxn ang="0">
                  <a:pos x="16" y="40"/>
                </a:cxn>
                <a:cxn ang="0">
                  <a:pos x="10" y="42"/>
                </a:cxn>
                <a:cxn ang="0">
                  <a:pos x="4" y="46"/>
                </a:cxn>
                <a:cxn ang="0">
                  <a:pos x="4" y="46"/>
                </a:cxn>
                <a:cxn ang="0">
                  <a:pos x="2" y="52"/>
                </a:cxn>
                <a:cxn ang="0">
                  <a:pos x="0" y="60"/>
                </a:cxn>
                <a:cxn ang="0">
                  <a:pos x="2" y="66"/>
                </a:cxn>
                <a:cxn ang="0">
                  <a:pos x="8" y="72"/>
                </a:cxn>
                <a:cxn ang="0">
                  <a:pos x="60" y="112"/>
                </a:cxn>
                <a:cxn ang="0">
                  <a:pos x="126" y="28"/>
                </a:cxn>
                <a:cxn ang="0">
                  <a:pos x="126" y="28"/>
                </a:cxn>
                <a:cxn ang="0">
                  <a:pos x="128" y="22"/>
                </a:cxn>
                <a:cxn ang="0">
                  <a:pos x="128" y="14"/>
                </a:cxn>
                <a:cxn ang="0">
                  <a:pos x="126" y="8"/>
                </a:cxn>
                <a:cxn ang="0">
                  <a:pos x="122" y="2"/>
                </a:cxn>
                <a:cxn ang="0">
                  <a:pos x="122" y="2"/>
                </a:cxn>
              </a:cxnLst>
              <a:rect l="0" t="0" r="r" b="b"/>
              <a:pathLst>
                <a:path w="128" h="112">
                  <a:moveTo>
                    <a:pt x="122" y="2"/>
                  </a:moveTo>
                  <a:lnTo>
                    <a:pt x="122" y="2"/>
                  </a:lnTo>
                  <a:lnTo>
                    <a:pt x="116" y="0"/>
                  </a:lnTo>
                  <a:lnTo>
                    <a:pt x="110" y="0"/>
                  </a:lnTo>
                  <a:lnTo>
                    <a:pt x="102" y="2"/>
                  </a:lnTo>
                  <a:lnTo>
                    <a:pt x="98" y="6"/>
                  </a:lnTo>
                  <a:lnTo>
                    <a:pt x="54" y="64"/>
                  </a:lnTo>
                  <a:lnTo>
                    <a:pt x="28" y="44"/>
                  </a:lnTo>
                  <a:lnTo>
                    <a:pt x="28" y="44"/>
                  </a:lnTo>
                  <a:lnTo>
                    <a:pt x="22" y="40"/>
                  </a:lnTo>
                  <a:lnTo>
                    <a:pt x="16" y="40"/>
                  </a:lnTo>
                  <a:lnTo>
                    <a:pt x="10" y="42"/>
                  </a:lnTo>
                  <a:lnTo>
                    <a:pt x="4" y="46"/>
                  </a:lnTo>
                  <a:lnTo>
                    <a:pt x="4" y="46"/>
                  </a:lnTo>
                  <a:lnTo>
                    <a:pt x="2" y="52"/>
                  </a:lnTo>
                  <a:lnTo>
                    <a:pt x="0" y="60"/>
                  </a:lnTo>
                  <a:lnTo>
                    <a:pt x="2" y="66"/>
                  </a:lnTo>
                  <a:lnTo>
                    <a:pt x="8" y="72"/>
                  </a:lnTo>
                  <a:lnTo>
                    <a:pt x="60" y="112"/>
                  </a:lnTo>
                  <a:lnTo>
                    <a:pt x="126" y="28"/>
                  </a:lnTo>
                  <a:lnTo>
                    <a:pt x="126" y="28"/>
                  </a:lnTo>
                  <a:lnTo>
                    <a:pt x="128" y="22"/>
                  </a:lnTo>
                  <a:lnTo>
                    <a:pt x="128" y="14"/>
                  </a:lnTo>
                  <a:lnTo>
                    <a:pt x="126" y="8"/>
                  </a:lnTo>
                  <a:lnTo>
                    <a:pt x="122" y="2"/>
                  </a:lnTo>
                  <a:lnTo>
                    <a:pt x="122" y="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grpSp>
        <p:nvGrpSpPr>
          <p:cNvPr id="30" name="Group 250">
            <a:extLst>
              <a:ext uri="{FF2B5EF4-FFF2-40B4-BE49-F238E27FC236}">
                <a16:creationId xmlns:a16="http://schemas.microsoft.com/office/drawing/2014/main" id="{C40D10E6-C3CE-CBAB-9132-00F655FFE882}"/>
              </a:ext>
            </a:extLst>
          </p:cNvPr>
          <p:cNvGrpSpPr>
            <a:grpSpLocks noChangeAspect="1"/>
          </p:cNvGrpSpPr>
          <p:nvPr/>
        </p:nvGrpSpPr>
        <p:grpSpPr>
          <a:xfrm>
            <a:off x="669922" y="1370748"/>
            <a:ext cx="412639" cy="411480"/>
            <a:chOff x="-9242429" y="1674813"/>
            <a:chExt cx="1130301" cy="1127125"/>
          </a:xfrm>
          <a:solidFill>
            <a:schemeClr val="bg1"/>
          </a:solidFill>
        </p:grpSpPr>
        <p:sp>
          <p:nvSpPr>
            <p:cNvPr id="31" name="Freeform 154">
              <a:extLst>
                <a:ext uri="{FF2B5EF4-FFF2-40B4-BE49-F238E27FC236}">
                  <a16:creationId xmlns:a16="http://schemas.microsoft.com/office/drawing/2014/main" id="{D0849DD4-CBB2-343E-7742-3FA8867BF86A}"/>
                </a:ext>
              </a:extLst>
            </p:cNvPr>
            <p:cNvSpPr>
              <a:spLocks noEditPoints="1"/>
            </p:cNvSpPr>
            <p:nvPr/>
          </p:nvSpPr>
          <p:spPr bwMode="auto">
            <a:xfrm>
              <a:off x="-9090031" y="1674813"/>
              <a:ext cx="823913" cy="1127125"/>
            </a:xfrm>
            <a:custGeom>
              <a:avLst/>
              <a:gdLst/>
              <a:ahLst/>
              <a:cxnLst>
                <a:cxn ang="0">
                  <a:pos x="397" y="1025"/>
                </a:cxn>
                <a:cxn ang="0">
                  <a:pos x="440" y="1043"/>
                </a:cxn>
                <a:cxn ang="0">
                  <a:pos x="626" y="1036"/>
                </a:cxn>
                <a:cxn ang="0">
                  <a:pos x="652" y="1001"/>
                </a:cxn>
                <a:cxn ang="0">
                  <a:pos x="673" y="936"/>
                </a:cxn>
                <a:cxn ang="0">
                  <a:pos x="722" y="888"/>
                </a:cxn>
                <a:cxn ang="0">
                  <a:pos x="831" y="800"/>
                </a:cxn>
                <a:cxn ang="0">
                  <a:pos x="906" y="684"/>
                </a:cxn>
                <a:cxn ang="0">
                  <a:pos x="939" y="548"/>
                </a:cxn>
                <a:cxn ang="0">
                  <a:pos x="935" y="455"/>
                </a:cxn>
                <a:cxn ang="0">
                  <a:pos x="907" y="356"/>
                </a:cxn>
                <a:cxn ang="0">
                  <a:pos x="856" y="267"/>
                </a:cxn>
                <a:cxn ang="0">
                  <a:pos x="787" y="195"/>
                </a:cxn>
                <a:cxn ang="0">
                  <a:pos x="702" y="140"/>
                </a:cxn>
                <a:cxn ang="0">
                  <a:pos x="604" y="108"/>
                </a:cxn>
                <a:cxn ang="0">
                  <a:pos x="519" y="99"/>
                </a:cxn>
                <a:cxn ang="0">
                  <a:pos x="414" y="112"/>
                </a:cxn>
                <a:cxn ang="0">
                  <a:pos x="318" y="149"/>
                </a:cxn>
                <a:cxn ang="0">
                  <a:pos x="237" y="207"/>
                </a:cxn>
                <a:cxn ang="0">
                  <a:pos x="170" y="284"/>
                </a:cxn>
                <a:cxn ang="0">
                  <a:pos x="124" y="375"/>
                </a:cxn>
                <a:cxn ang="0">
                  <a:pos x="101" y="476"/>
                </a:cxn>
                <a:cxn ang="0">
                  <a:pos x="102" y="576"/>
                </a:cxn>
                <a:cxn ang="0">
                  <a:pos x="144" y="709"/>
                </a:cxn>
                <a:cxn ang="0">
                  <a:pos x="227" y="821"/>
                </a:cxn>
                <a:cxn ang="0">
                  <a:pos x="317" y="888"/>
                </a:cxn>
                <a:cxn ang="0">
                  <a:pos x="374" y="951"/>
                </a:cxn>
                <a:cxn ang="0">
                  <a:pos x="618" y="1363"/>
                </a:cxn>
                <a:cxn ang="0">
                  <a:pos x="591" y="1403"/>
                </a:cxn>
                <a:cxn ang="0">
                  <a:pos x="492" y="1418"/>
                </a:cxn>
                <a:cxn ang="0">
                  <a:pos x="446" y="1403"/>
                </a:cxn>
                <a:cxn ang="0">
                  <a:pos x="393" y="1363"/>
                </a:cxn>
                <a:cxn ang="0">
                  <a:pos x="352" y="1355"/>
                </a:cxn>
                <a:cxn ang="0">
                  <a:pos x="311" y="1326"/>
                </a:cxn>
                <a:cxn ang="0">
                  <a:pos x="289" y="1280"/>
                </a:cxn>
                <a:cxn ang="0">
                  <a:pos x="287" y="996"/>
                </a:cxn>
                <a:cxn ang="0">
                  <a:pos x="239" y="957"/>
                </a:cxn>
                <a:cxn ang="0">
                  <a:pos x="111" y="841"/>
                </a:cxn>
                <a:cxn ang="0">
                  <a:pos x="29" y="691"/>
                </a:cxn>
                <a:cxn ang="0">
                  <a:pos x="0" y="519"/>
                </a:cxn>
                <a:cxn ang="0">
                  <a:pos x="9" y="414"/>
                </a:cxn>
                <a:cxn ang="0">
                  <a:pos x="51" y="293"/>
                </a:cxn>
                <a:cxn ang="0">
                  <a:pos x="117" y="188"/>
                </a:cxn>
                <a:cxn ang="0">
                  <a:pos x="208" y="102"/>
                </a:cxn>
                <a:cxn ang="0">
                  <a:pos x="317" y="40"/>
                </a:cxn>
                <a:cxn ang="0">
                  <a:pos x="440" y="5"/>
                </a:cxn>
                <a:cxn ang="0">
                  <a:pos x="546" y="0"/>
                </a:cxn>
                <a:cxn ang="0">
                  <a:pos x="675" y="22"/>
                </a:cxn>
                <a:cxn ang="0">
                  <a:pos x="790" y="74"/>
                </a:cxn>
                <a:cxn ang="0">
                  <a:pos x="886" y="151"/>
                </a:cxn>
                <a:cxn ang="0">
                  <a:pos x="964" y="249"/>
                </a:cxn>
                <a:cxn ang="0">
                  <a:pos x="1015" y="364"/>
                </a:cxn>
                <a:cxn ang="0">
                  <a:pos x="1039" y="493"/>
                </a:cxn>
                <a:cxn ang="0">
                  <a:pos x="1029" y="625"/>
                </a:cxn>
                <a:cxn ang="0">
                  <a:pos x="967" y="784"/>
                </a:cxn>
                <a:cxn ang="0">
                  <a:pos x="856" y="915"/>
                </a:cxn>
                <a:cxn ang="0">
                  <a:pos x="762" y="981"/>
                </a:cxn>
                <a:cxn ang="0">
                  <a:pos x="752" y="1258"/>
                </a:cxn>
                <a:cxn ang="0">
                  <a:pos x="740" y="1309"/>
                </a:cxn>
                <a:cxn ang="0">
                  <a:pos x="705" y="1345"/>
                </a:cxn>
                <a:cxn ang="0">
                  <a:pos x="656" y="1363"/>
                </a:cxn>
              </a:cxnLst>
              <a:rect l="0" t="0" r="r" b="b"/>
              <a:pathLst>
                <a:path w="1039" h="1418">
                  <a:moveTo>
                    <a:pt x="386" y="1003"/>
                  </a:moveTo>
                  <a:lnTo>
                    <a:pt x="386" y="1003"/>
                  </a:lnTo>
                  <a:lnTo>
                    <a:pt x="389" y="1011"/>
                  </a:lnTo>
                  <a:lnTo>
                    <a:pt x="392" y="1018"/>
                  </a:lnTo>
                  <a:lnTo>
                    <a:pt x="397" y="1025"/>
                  </a:lnTo>
                  <a:lnTo>
                    <a:pt x="404" y="1032"/>
                  </a:lnTo>
                  <a:lnTo>
                    <a:pt x="413" y="1036"/>
                  </a:lnTo>
                  <a:lnTo>
                    <a:pt x="421" y="1039"/>
                  </a:lnTo>
                  <a:lnTo>
                    <a:pt x="431" y="1042"/>
                  </a:lnTo>
                  <a:lnTo>
                    <a:pt x="440" y="1043"/>
                  </a:lnTo>
                  <a:lnTo>
                    <a:pt x="598" y="1043"/>
                  </a:lnTo>
                  <a:lnTo>
                    <a:pt x="598" y="1043"/>
                  </a:lnTo>
                  <a:lnTo>
                    <a:pt x="608" y="1042"/>
                  </a:lnTo>
                  <a:lnTo>
                    <a:pt x="618" y="1039"/>
                  </a:lnTo>
                  <a:lnTo>
                    <a:pt x="626" y="1036"/>
                  </a:lnTo>
                  <a:lnTo>
                    <a:pt x="634" y="1032"/>
                  </a:lnTo>
                  <a:lnTo>
                    <a:pt x="641" y="1025"/>
                  </a:lnTo>
                  <a:lnTo>
                    <a:pt x="647" y="1018"/>
                  </a:lnTo>
                  <a:lnTo>
                    <a:pt x="650" y="1011"/>
                  </a:lnTo>
                  <a:lnTo>
                    <a:pt x="652" y="1001"/>
                  </a:lnTo>
                  <a:lnTo>
                    <a:pt x="652" y="1001"/>
                  </a:lnTo>
                  <a:lnTo>
                    <a:pt x="655" y="985"/>
                  </a:lnTo>
                  <a:lnTo>
                    <a:pt x="659" y="967"/>
                  </a:lnTo>
                  <a:lnTo>
                    <a:pt x="665" y="951"/>
                  </a:lnTo>
                  <a:lnTo>
                    <a:pt x="673" y="936"/>
                  </a:lnTo>
                  <a:lnTo>
                    <a:pt x="681" y="921"/>
                  </a:lnTo>
                  <a:lnTo>
                    <a:pt x="693" y="909"/>
                  </a:lnTo>
                  <a:lnTo>
                    <a:pt x="706" y="897"/>
                  </a:lnTo>
                  <a:lnTo>
                    <a:pt x="722" y="888"/>
                  </a:lnTo>
                  <a:lnTo>
                    <a:pt x="722" y="888"/>
                  </a:lnTo>
                  <a:lnTo>
                    <a:pt x="747" y="874"/>
                  </a:lnTo>
                  <a:lnTo>
                    <a:pt x="769" y="857"/>
                  </a:lnTo>
                  <a:lnTo>
                    <a:pt x="791" y="839"/>
                  </a:lnTo>
                  <a:lnTo>
                    <a:pt x="812" y="821"/>
                  </a:lnTo>
                  <a:lnTo>
                    <a:pt x="831" y="800"/>
                  </a:lnTo>
                  <a:lnTo>
                    <a:pt x="849" y="780"/>
                  </a:lnTo>
                  <a:lnTo>
                    <a:pt x="866" y="758"/>
                  </a:lnTo>
                  <a:lnTo>
                    <a:pt x="881" y="734"/>
                  </a:lnTo>
                  <a:lnTo>
                    <a:pt x="895" y="709"/>
                  </a:lnTo>
                  <a:lnTo>
                    <a:pt x="906" y="684"/>
                  </a:lnTo>
                  <a:lnTo>
                    <a:pt x="916" y="658"/>
                  </a:lnTo>
                  <a:lnTo>
                    <a:pt x="924" y="631"/>
                  </a:lnTo>
                  <a:lnTo>
                    <a:pt x="931" y="604"/>
                  </a:lnTo>
                  <a:lnTo>
                    <a:pt x="936" y="576"/>
                  </a:lnTo>
                  <a:lnTo>
                    <a:pt x="939" y="548"/>
                  </a:lnTo>
                  <a:lnTo>
                    <a:pt x="939" y="519"/>
                  </a:lnTo>
                  <a:lnTo>
                    <a:pt x="939" y="519"/>
                  </a:lnTo>
                  <a:lnTo>
                    <a:pt x="939" y="497"/>
                  </a:lnTo>
                  <a:lnTo>
                    <a:pt x="938" y="476"/>
                  </a:lnTo>
                  <a:lnTo>
                    <a:pt x="935" y="455"/>
                  </a:lnTo>
                  <a:lnTo>
                    <a:pt x="931" y="435"/>
                  </a:lnTo>
                  <a:lnTo>
                    <a:pt x="927" y="414"/>
                  </a:lnTo>
                  <a:lnTo>
                    <a:pt x="921" y="395"/>
                  </a:lnTo>
                  <a:lnTo>
                    <a:pt x="914" y="375"/>
                  </a:lnTo>
                  <a:lnTo>
                    <a:pt x="907" y="356"/>
                  </a:lnTo>
                  <a:lnTo>
                    <a:pt x="898" y="336"/>
                  </a:lnTo>
                  <a:lnTo>
                    <a:pt x="889" y="318"/>
                  </a:lnTo>
                  <a:lnTo>
                    <a:pt x="878" y="302"/>
                  </a:lnTo>
                  <a:lnTo>
                    <a:pt x="868" y="284"/>
                  </a:lnTo>
                  <a:lnTo>
                    <a:pt x="856" y="267"/>
                  </a:lnTo>
                  <a:lnTo>
                    <a:pt x="844" y="252"/>
                  </a:lnTo>
                  <a:lnTo>
                    <a:pt x="831" y="237"/>
                  </a:lnTo>
                  <a:lnTo>
                    <a:pt x="816" y="221"/>
                  </a:lnTo>
                  <a:lnTo>
                    <a:pt x="802" y="207"/>
                  </a:lnTo>
                  <a:lnTo>
                    <a:pt x="787" y="195"/>
                  </a:lnTo>
                  <a:lnTo>
                    <a:pt x="770" y="183"/>
                  </a:lnTo>
                  <a:lnTo>
                    <a:pt x="755" y="170"/>
                  </a:lnTo>
                  <a:lnTo>
                    <a:pt x="737" y="159"/>
                  </a:lnTo>
                  <a:lnTo>
                    <a:pt x="720" y="149"/>
                  </a:lnTo>
                  <a:lnTo>
                    <a:pt x="702" y="140"/>
                  </a:lnTo>
                  <a:lnTo>
                    <a:pt x="683" y="131"/>
                  </a:lnTo>
                  <a:lnTo>
                    <a:pt x="663" y="124"/>
                  </a:lnTo>
                  <a:lnTo>
                    <a:pt x="644" y="117"/>
                  </a:lnTo>
                  <a:lnTo>
                    <a:pt x="625" y="112"/>
                  </a:lnTo>
                  <a:lnTo>
                    <a:pt x="604" y="108"/>
                  </a:lnTo>
                  <a:lnTo>
                    <a:pt x="583" y="104"/>
                  </a:lnTo>
                  <a:lnTo>
                    <a:pt x="562" y="101"/>
                  </a:lnTo>
                  <a:lnTo>
                    <a:pt x="541" y="99"/>
                  </a:lnTo>
                  <a:lnTo>
                    <a:pt x="519" y="99"/>
                  </a:lnTo>
                  <a:lnTo>
                    <a:pt x="519" y="99"/>
                  </a:lnTo>
                  <a:lnTo>
                    <a:pt x="497" y="99"/>
                  </a:lnTo>
                  <a:lnTo>
                    <a:pt x="476" y="101"/>
                  </a:lnTo>
                  <a:lnTo>
                    <a:pt x="456" y="104"/>
                  </a:lnTo>
                  <a:lnTo>
                    <a:pt x="435" y="108"/>
                  </a:lnTo>
                  <a:lnTo>
                    <a:pt x="414" y="112"/>
                  </a:lnTo>
                  <a:lnTo>
                    <a:pt x="395" y="117"/>
                  </a:lnTo>
                  <a:lnTo>
                    <a:pt x="375" y="124"/>
                  </a:lnTo>
                  <a:lnTo>
                    <a:pt x="356" y="131"/>
                  </a:lnTo>
                  <a:lnTo>
                    <a:pt x="336" y="140"/>
                  </a:lnTo>
                  <a:lnTo>
                    <a:pt x="318" y="149"/>
                  </a:lnTo>
                  <a:lnTo>
                    <a:pt x="302" y="159"/>
                  </a:lnTo>
                  <a:lnTo>
                    <a:pt x="284" y="170"/>
                  </a:lnTo>
                  <a:lnTo>
                    <a:pt x="267" y="183"/>
                  </a:lnTo>
                  <a:lnTo>
                    <a:pt x="252" y="195"/>
                  </a:lnTo>
                  <a:lnTo>
                    <a:pt x="237" y="207"/>
                  </a:lnTo>
                  <a:lnTo>
                    <a:pt x="221" y="221"/>
                  </a:lnTo>
                  <a:lnTo>
                    <a:pt x="208" y="237"/>
                  </a:lnTo>
                  <a:lnTo>
                    <a:pt x="195" y="252"/>
                  </a:lnTo>
                  <a:lnTo>
                    <a:pt x="183" y="267"/>
                  </a:lnTo>
                  <a:lnTo>
                    <a:pt x="170" y="284"/>
                  </a:lnTo>
                  <a:lnTo>
                    <a:pt x="160" y="302"/>
                  </a:lnTo>
                  <a:lnTo>
                    <a:pt x="149" y="318"/>
                  </a:lnTo>
                  <a:lnTo>
                    <a:pt x="141" y="336"/>
                  </a:lnTo>
                  <a:lnTo>
                    <a:pt x="131" y="356"/>
                  </a:lnTo>
                  <a:lnTo>
                    <a:pt x="124" y="375"/>
                  </a:lnTo>
                  <a:lnTo>
                    <a:pt x="117" y="395"/>
                  </a:lnTo>
                  <a:lnTo>
                    <a:pt x="112" y="414"/>
                  </a:lnTo>
                  <a:lnTo>
                    <a:pt x="108" y="435"/>
                  </a:lnTo>
                  <a:lnTo>
                    <a:pt x="104" y="455"/>
                  </a:lnTo>
                  <a:lnTo>
                    <a:pt x="101" y="476"/>
                  </a:lnTo>
                  <a:lnTo>
                    <a:pt x="99" y="497"/>
                  </a:lnTo>
                  <a:lnTo>
                    <a:pt x="99" y="519"/>
                  </a:lnTo>
                  <a:lnTo>
                    <a:pt x="99" y="519"/>
                  </a:lnTo>
                  <a:lnTo>
                    <a:pt x="99" y="548"/>
                  </a:lnTo>
                  <a:lnTo>
                    <a:pt x="102" y="576"/>
                  </a:lnTo>
                  <a:lnTo>
                    <a:pt x="108" y="604"/>
                  </a:lnTo>
                  <a:lnTo>
                    <a:pt x="115" y="631"/>
                  </a:lnTo>
                  <a:lnTo>
                    <a:pt x="123" y="658"/>
                  </a:lnTo>
                  <a:lnTo>
                    <a:pt x="133" y="684"/>
                  </a:lnTo>
                  <a:lnTo>
                    <a:pt x="144" y="709"/>
                  </a:lnTo>
                  <a:lnTo>
                    <a:pt x="158" y="734"/>
                  </a:lnTo>
                  <a:lnTo>
                    <a:pt x="173" y="758"/>
                  </a:lnTo>
                  <a:lnTo>
                    <a:pt x="190" y="780"/>
                  </a:lnTo>
                  <a:lnTo>
                    <a:pt x="208" y="800"/>
                  </a:lnTo>
                  <a:lnTo>
                    <a:pt x="227" y="821"/>
                  </a:lnTo>
                  <a:lnTo>
                    <a:pt x="248" y="839"/>
                  </a:lnTo>
                  <a:lnTo>
                    <a:pt x="270" y="857"/>
                  </a:lnTo>
                  <a:lnTo>
                    <a:pt x="293" y="874"/>
                  </a:lnTo>
                  <a:lnTo>
                    <a:pt x="317" y="888"/>
                  </a:lnTo>
                  <a:lnTo>
                    <a:pt x="317" y="888"/>
                  </a:lnTo>
                  <a:lnTo>
                    <a:pt x="332" y="897"/>
                  </a:lnTo>
                  <a:lnTo>
                    <a:pt x="346" y="909"/>
                  </a:lnTo>
                  <a:lnTo>
                    <a:pt x="357" y="922"/>
                  </a:lnTo>
                  <a:lnTo>
                    <a:pt x="366" y="936"/>
                  </a:lnTo>
                  <a:lnTo>
                    <a:pt x="374" y="951"/>
                  </a:lnTo>
                  <a:lnTo>
                    <a:pt x="379" y="967"/>
                  </a:lnTo>
                  <a:lnTo>
                    <a:pt x="384" y="985"/>
                  </a:lnTo>
                  <a:lnTo>
                    <a:pt x="386" y="1003"/>
                  </a:lnTo>
                  <a:lnTo>
                    <a:pt x="386" y="1003"/>
                  </a:lnTo>
                  <a:close/>
                  <a:moveTo>
                    <a:pt x="618" y="1363"/>
                  </a:moveTo>
                  <a:lnTo>
                    <a:pt x="618" y="1363"/>
                  </a:lnTo>
                  <a:lnTo>
                    <a:pt x="614" y="1375"/>
                  </a:lnTo>
                  <a:lnTo>
                    <a:pt x="608" y="1385"/>
                  </a:lnTo>
                  <a:lnTo>
                    <a:pt x="601" y="1395"/>
                  </a:lnTo>
                  <a:lnTo>
                    <a:pt x="591" y="1403"/>
                  </a:lnTo>
                  <a:lnTo>
                    <a:pt x="582" y="1410"/>
                  </a:lnTo>
                  <a:lnTo>
                    <a:pt x="571" y="1414"/>
                  </a:lnTo>
                  <a:lnTo>
                    <a:pt x="559" y="1418"/>
                  </a:lnTo>
                  <a:lnTo>
                    <a:pt x="547" y="1418"/>
                  </a:lnTo>
                  <a:lnTo>
                    <a:pt x="492" y="1418"/>
                  </a:lnTo>
                  <a:lnTo>
                    <a:pt x="492" y="1418"/>
                  </a:lnTo>
                  <a:lnTo>
                    <a:pt x="479" y="1418"/>
                  </a:lnTo>
                  <a:lnTo>
                    <a:pt x="467" y="1414"/>
                  </a:lnTo>
                  <a:lnTo>
                    <a:pt x="457" y="1410"/>
                  </a:lnTo>
                  <a:lnTo>
                    <a:pt x="446" y="1403"/>
                  </a:lnTo>
                  <a:lnTo>
                    <a:pt x="438" y="1395"/>
                  </a:lnTo>
                  <a:lnTo>
                    <a:pt x="431" y="1385"/>
                  </a:lnTo>
                  <a:lnTo>
                    <a:pt x="425" y="1375"/>
                  </a:lnTo>
                  <a:lnTo>
                    <a:pt x="421" y="1363"/>
                  </a:lnTo>
                  <a:lnTo>
                    <a:pt x="393" y="1363"/>
                  </a:lnTo>
                  <a:lnTo>
                    <a:pt x="393" y="1363"/>
                  </a:lnTo>
                  <a:lnTo>
                    <a:pt x="382" y="1363"/>
                  </a:lnTo>
                  <a:lnTo>
                    <a:pt x="371" y="1362"/>
                  </a:lnTo>
                  <a:lnTo>
                    <a:pt x="361" y="1359"/>
                  </a:lnTo>
                  <a:lnTo>
                    <a:pt x="352" y="1355"/>
                  </a:lnTo>
                  <a:lnTo>
                    <a:pt x="342" y="1350"/>
                  </a:lnTo>
                  <a:lnTo>
                    <a:pt x="334" y="1345"/>
                  </a:lnTo>
                  <a:lnTo>
                    <a:pt x="325" y="1339"/>
                  </a:lnTo>
                  <a:lnTo>
                    <a:pt x="318" y="1332"/>
                  </a:lnTo>
                  <a:lnTo>
                    <a:pt x="311" y="1326"/>
                  </a:lnTo>
                  <a:lnTo>
                    <a:pt x="305" y="1317"/>
                  </a:lnTo>
                  <a:lnTo>
                    <a:pt x="299" y="1309"/>
                  </a:lnTo>
                  <a:lnTo>
                    <a:pt x="295" y="1299"/>
                  </a:lnTo>
                  <a:lnTo>
                    <a:pt x="292" y="1290"/>
                  </a:lnTo>
                  <a:lnTo>
                    <a:pt x="289" y="1280"/>
                  </a:lnTo>
                  <a:lnTo>
                    <a:pt x="287" y="1269"/>
                  </a:lnTo>
                  <a:lnTo>
                    <a:pt x="287" y="1258"/>
                  </a:lnTo>
                  <a:lnTo>
                    <a:pt x="288" y="1006"/>
                  </a:lnTo>
                  <a:lnTo>
                    <a:pt x="288" y="1006"/>
                  </a:lnTo>
                  <a:lnTo>
                    <a:pt x="287" y="996"/>
                  </a:lnTo>
                  <a:lnTo>
                    <a:pt x="282" y="987"/>
                  </a:lnTo>
                  <a:lnTo>
                    <a:pt x="277" y="981"/>
                  </a:lnTo>
                  <a:lnTo>
                    <a:pt x="270" y="975"/>
                  </a:lnTo>
                  <a:lnTo>
                    <a:pt x="270" y="975"/>
                  </a:lnTo>
                  <a:lnTo>
                    <a:pt x="239" y="957"/>
                  </a:lnTo>
                  <a:lnTo>
                    <a:pt x="210" y="938"/>
                  </a:lnTo>
                  <a:lnTo>
                    <a:pt x="183" y="915"/>
                  </a:lnTo>
                  <a:lnTo>
                    <a:pt x="158" y="892"/>
                  </a:lnTo>
                  <a:lnTo>
                    <a:pt x="133" y="867"/>
                  </a:lnTo>
                  <a:lnTo>
                    <a:pt x="111" y="841"/>
                  </a:lnTo>
                  <a:lnTo>
                    <a:pt x="91" y="813"/>
                  </a:lnTo>
                  <a:lnTo>
                    <a:pt x="72" y="784"/>
                  </a:lnTo>
                  <a:lnTo>
                    <a:pt x="55" y="755"/>
                  </a:lnTo>
                  <a:lnTo>
                    <a:pt x="41" y="723"/>
                  </a:lnTo>
                  <a:lnTo>
                    <a:pt x="29" y="691"/>
                  </a:lnTo>
                  <a:lnTo>
                    <a:pt x="18" y="658"/>
                  </a:lnTo>
                  <a:lnTo>
                    <a:pt x="9" y="625"/>
                  </a:lnTo>
                  <a:lnTo>
                    <a:pt x="4" y="590"/>
                  </a:lnTo>
                  <a:lnTo>
                    <a:pt x="1" y="554"/>
                  </a:lnTo>
                  <a:lnTo>
                    <a:pt x="0" y="519"/>
                  </a:lnTo>
                  <a:lnTo>
                    <a:pt x="0" y="519"/>
                  </a:lnTo>
                  <a:lnTo>
                    <a:pt x="0" y="493"/>
                  </a:lnTo>
                  <a:lnTo>
                    <a:pt x="2" y="465"/>
                  </a:lnTo>
                  <a:lnTo>
                    <a:pt x="5" y="440"/>
                  </a:lnTo>
                  <a:lnTo>
                    <a:pt x="9" y="414"/>
                  </a:lnTo>
                  <a:lnTo>
                    <a:pt x="15" y="389"/>
                  </a:lnTo>
                  <a:lnTo>
                    <a:pt x="23" y="364"/>
                  </a:lnTo>
                  <a:lnTo>
                    <a:pt x="30" y="340"/>
                  </a:lnTo>
                  <a:lnTo>
                    <a:pt x="40" y="317"/>
                  </a:lnTo>
                  <a:lnTo>
                    <a:pt x="51" y="293"/>
                  </a:lnTo>
                  <a:lnTo>
                    <a:pt x="62" y="271"/>
                  </a:lnTo>
                  <a:lnTo>
                    <a:pt x="75" y="249"/>
                  </a:lnTo>
                  <a:lnTo>
                    <a:pt x="88" y="228"/>
                  </a:lnTo>
                  <a:lnTo>
                    <a:pt x="102" y="207"/>
                  </a:lnTo>
                  <a:lnTo>
                    <a:pt x="117" y="188"/>
                  </a:lnTo>
                  <a:lnTo>
                    <a:pt x="134" y="170"/>
                  </a:lnTo>
                  <a:lnTo>
                    <a:pt x="152" y="151"/>
                  </a:lnTo>
                  <a:lnTo>
                    <a:pt x="170" y="134"/>
                  </a:lnTo>
                  <a:lnTo>
                    <a:pt x="188" y="117"/>
                  </a:lnTo>
                  <a:lnTo>
                    <a:pt x="208" y="102"/>
                  </a:lnTo>
                  <a:lnTo>
                    <a:pt x="228" y="88"/>
                  </a:lnTo>
                  <a:lnTo>
                    <a:pt x="249" y="74"/>
                  </a:lnTo>
                  <a:lnTo>
                    <a:pt x="271" y="62"/>
                  </a:lnTo>
                  <a:lnTo>
                    <a:pt x="293" y="51"/>
                  </a:lnTo>
                  <a:lnTo>
                    <a:pt x="317" y="40"/>
                  </a:lnTo>
                  <a:lnTo>
                    <a:pt x="341" y="30"/>
                  </a:lnTo>
                  <a:lnTo>
                    <a:pt x="364" y="22"/>
                  </a:lnTo>
                  <a:lnTo>
                    <a:pt x="389" y="15"/>
                  </a:lnTo>
                  <a:lnTo>
                    <a:pt x="414" y="9"/>
                  </a:lnTo>
                  <a:lnTo>
                    <a:pt x="440" y="5"/>
                  </a:lnTo>
                  <a:lnTo>
                    <a:pt x="467" y="1"/>
                  </a:lnTo>
                  <a:lnTo>
                    <a:pt x="493" y="0"/>
                  </a:lnTo>
                  <a:lnTo>
                    <a:pt x="519" y="0"/>
                  </a:lnTo>
                  <a:lnTo>
                    <a:pt x="519" y="0"/>
                  </a:lnTo>
                  <a:lnTo>
                    <a:pt x="546" y="0"/>
                  </a:lnTo>
                  <a:lnTo>
                    <a:pt x="572" y="1"/>
                  </a:lnTo>
                  <a:lnTo>
                    <a:pt x="598" y="5"/>
                  </a:lnTo>
                  <a:lnTo>
                    <a:pt x="625" y="9"/>
                  </a:lnTo>
                  <a:lnTo>
                    <a:pt x="650" y="15"/>
                  </a:lnTo>
                  <a:lnTo>
                    <a:pt x="675" y="22"/>
                  </a:lnTo>
                  <a:lnTo>
                    <a:pt x="698" y="30"/>
                  </a:lnTo>
                  <a:lnTo>
                    <a:pt x="722" y="40"/>
                  </a:lnTo>
                  <a:lnTo>
                    <a:pt x="745" y="51"/>
                  </a:lnTo>
                  <a:lnTo>
                    <a:pt x="767" y="62"/>
                  </a:lnTo>
                  <a:lnTo>
                    <a:pt x="790" y="74"/>
                  </a:lnTo>
                  <a:lnTo>
                    <a:pt x="810" y="88"/>
                  </a:lnTo>
                  <a:lnTo>
                    <a:pt x="831" y="102"/>
                  </a:lnTo>
                  <a:lnTo>
                    <a:pt x="850" y="117"/>
                  </a:lnTo>
                  <a:lnTo>
                    <a:pt x="868" y="134"/>
                  </a:lnTo>
                  <a:lnTo>
                    <a:pt x="886" y="151"/>
                  </a:lnTo>
                  <a:lnTo>
                    <a:pt x="905" y="170"/>
                  </a:lnTo>
                  <a:lnTo>
                    <a:pt x="921" y="188"/>
                  </a:lnTo>
                  <a:lnTo>
                    <a:pt x="936" y="207"/>
                  </a:lnTo>
                  <a:lnTo>
                    <a:pt x="950" y="228"/>
                  </a:lnTo>
                  <a:lnTo>
                    <a:pt x="964" y="249"/>
                  </a:lnTo>
                  <a:lnTo>
                    <a:pt x="977" y="271"/>
                  </a:lnTo>
                  <a:lnTo>
                    <a:pt x="988" y="293"/>
                  </a:lnTo>
                  <a:lnTo>
                    <a:pt x="999" y="317"/>
                  </a:lnTo>
                  <a:lnTo>
                    <a:pt x="1008" y="340"/>
                  </a:lnTo>
                  <a:lnTo>
                    <a:pt x="1015" y="364"/>
                  </a:lnTo>
                  <a:lnTo>
                    <a:pt x="1024" y="389"/>
                  </a:lnTo>
                  <a:lnTo>
                    <a:pt x="1029" y="414"/>
                  </a:lnTo>
                  <a:lnTo>
                    <a:pt x="1033" y="440"/>
                  </a:lnTo>
                  <a:lnTo>
                    <a:pt x="1036" y="465"/>
                  </a:lnTo>
                  <a:lnTo>
                    <a:pt x="1039" y="493"/>
                  </a:lnTo>
                  <a:lnTo>
                    <a:pt x="1039" y="519"/>
                  </a:lnTo>
                  <a:lnTo>
                    <a:pt x="1039" y="519"/>
                  </a:lnTo>
                  <a:lnTo>
                    <a:pt x="1038" y="554"/>
                  </a:lnTo>
                  <a:lnTo>
                    <a:pt x="1035" y="590"/>
                  </a:lnTo>
                  <a:lnTo>
                    <a:pt x="1029" y="625"/>
                  </a:lnTo>
                  <a:lnTo>
                    <a:pt x="1021" y="658"/>
                  </a:lnTo>
                  <a:lnTo>
                    <a:pt x="1010" y="691"/>
                  </a:lnTo>
                  <a:lnTo>
                    <a:pt x="997" y="723"/>
                  </a:lnTo>
                  <a:lnTo>
                    <a:pt x="983" y="755"/>
                  </a:lnTo>
                  <a:lnTo>
                    <a:pt x="967" y="784"/>
                  </a:lnTo>
                  <a:lnTo>
                    <a:pt x="947" y="813"/>
                  </a:lnTo>
                  <a:lnTo>
                    <a:pt x="928" y="841"/>
                  </a:lnTo>
                  <a:lnTo>
                    <a:pt x="906" y="867"/>
                  </a:lnTo>
                  <a:lnTo>
                    <a:pt x="881" y="892"/>
                  </a:lnTo>
                  <a:lnTo>
                    <a:pt x="856" y="915"/>
                  </a:lnTo>
                  <a:lnTo>
                    <a:pt x="828" y="938"/>
                  </a:lnTo>
                  <a:lnTo>
                    <a:pt x="799" y="957"/>
                  </a:lnTo>
                  <a:lnTo>
                    <a:pt x="769" y="975"/>
                  </a:lnTo>
                  <a:lnTo>
                    <a:pt x="769" y="975"/>
                  </a:lnTo>
                  <a:lnTo>
                    <a:pt x="762" y="981"/>
                  </a:lnTo>
                  <a:lnTo>
                    <a:pt x="756" y="987"/>
                  </a:lnTo>
                  <a:lnTo>
                    <a:pt x="752" y="996"/>
                  </a:lnTo>
                  <a:lnTo>
                    <a:pt x="752" y="1006"/>
                  </a:lnTo>
                  <a:lnTo>
                    <a:pt x="752" y="1258"/>
                  </a:lnTo>
                  <a:lnTo>
                    <a:pt x="752" y="1258"/>
                  </a:lnTo>
                  <a:lnTo>
                    <a:pt x="752" y="1269"/>
                  </a:lnTo>
                  <a:lnTo>
                    <a:pt x="749" y="1280"/>
                  </a:lnTo>
                  <a:lnTo>
                    <a:pt x="748" y="1290"/>
                  </a:lnTo>
                  <a:lnTo>
                    <a:pt x="744" y="1299"/>
                  </a:lnTo>
                  <a:lnTo>
                    <a:pt x="740" y="1309"/>
                  </a:lnTo>
                  <a:lnTo>
                    <a:pt x="734" y="1317"/>
                  </a:lnTo>
                  <a:lnTo>
                    <a:pt x="727" y="1326"/>
                  </a:lnTo>
                  <a:lnTo>
                    <a:pt x="720" y="1332"/>
                  </a:lnTo>
                  <a:lnTo>
                    <a:pt x="713" y="1339"/>
                  </a:lnTo>
                  <a:lnTo>
                    <a:pt x="705" y="1345"/>
                  </a:lnTo>
                  <a:lnTo>
                    <a:pt x="697" y="1350"/>
                  </a:lnTo>
                  <a:lnTo>
                    <a:pt x="687" y="1355"/>
                  </a:lnTo>
                  <a:lnTo>
                    <a:pt x="677" y="1359"/>
                  </a:lnTo>
                  <a:lnTo>
                    <a:pt x="668" y="1362"/>
                  </a:lnTo>
                  <a:lnTo>
                    <a:pt x="656" y="1363"/>
                  </a:lnTo>
                  <a:lnTo>
                    <a:pt x="645" y="1363"/>
                  </a:lnTo>
                  <a:lnTo>
                    <a:pt x="618" y="1363"/>
                  </a:lnTo>
                  <a:lnTo>
                    <a:pt x="618" y="136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2" name="Freeform 155">
              <a:extLst>
                <a:ext uri="{FF2B5EF4-FFF2-40B4-BE49-F238E27FC236}">
                  <a16:creationId xmlns:a16="http://schemas.microsoft.com/office/drawing/2014/main" id="{28DCAF4A-DA5E-8CD7-43C6-554B345EBA96}"/>
                </a:ext>
              </a:extLst>
            </p:cNvPr>
            <p:cNvSpPr>
              <a:spLocks noEditPoints="1"/>
            </p:cNvSpPr>
            <p:nvPr/>
          </p:nvSpPr>
          <p:spPr bwMode="auto">
            <a:xfrm>
              <a:off x="-9242429" y="1787525"/>
              <a:ext cx="1130301" cy="592138"/>
            </a:xfrm>
            <a:custGeom>
              <a:avLst/>
              <a:gdLst/>
              <a:ahLst/>
              <a:cxnLst>
                <a:cxn ang="0">
                  <a:pos x="1210" y="695"/>
                </a:cxn>
                <a:cxn ang="0">
                  <a:pos x="1203" y="672"/>
                </a:cxn>
                <a:cxn ang="0">
                  <a:pos x="1211" y="654"/>
                </a:cxn>
                <a:cxn ang="0">
                  <a:pos x="1235" y="643"/>
                </a:cxn>
                <a:cxn ang="0">
                  <a:pos x="1316" y="684"/>
                </a:cxn>
                <a:cxn ang="0">
                  <a:pos x="1330" y="698"/>
                </a:cxn>
                <a:cxn ang="0">
                  <a:pos x="1332" y="723"/>
                </a:cxn>
                <a:cxn ang="0">
                  <a:pos x="1321" y="738"/>
                </a:cxn>
                <a:cxn ang="0">
                  <a:pos x="1296" y="745"/>
                </a:cxn>
                <a:cxn ang="0">
                  <a:pos x="1219" y="704"/>
                </a:cxn>
                <a:cxn ang="0">
                  <a:pos x="1240" y="104"/>
                </a:cxn>
                <a:cxn ang="0">
                  <a:pos x="1217" y="97"/>
                </a:cxn>
                <a:cxn ang="0">
                  <a:pos x="1204" y="80"/>
                </a:cxn>
                <a:cxn ang="0">
                  <a:pos x="1207" y="55"/>
                </a:cxn>
                <a:cxn ang="0">
                  <a:pos x="1283" y="4"/>
                </a:cxn>
                <a:cxn ang="0">
                  <a:pos x="1303" y="0"/>
                </a:cxn>
                <a:cxn ang="0">
                  <a:pos x="1325" y="11"/>
                </a:cxn>
                <a:cxn ang="0">
                  <a:pos x="1333" y="29"/>
                </a:cxn>
                <a:cxn ang="0">
                  <a:pos x="1328" y="54"/>
                </a:cxn>
                <a:cxn ang="0">
                  <a:pos x="1253" y="100"/>
                </a:cxn>
                <a:cxn ang="0">
                  <a:pos x="1304" y="403"/>
                </a:cxn>
                <a:cxn ang="0">
                  <a:pos x="1287" y="387"/>
                </a:cxn>
                <a:cxn ang="0">
                  <a:pos x="1285" y="366"/>
                </a:cxn>
                <a:cxn ang="0">
                  <a:pos x="1298" y="345"/>
                </a:cxn>
                <a:cxn ang="0">
                  <a:pos x="1391" y="339"/>
                </a:cxn>
                <a:cxn ang="0">
                  <a:pos x="1409" y="345"/>
                </a:cxn>
                <a:cxn ang="0">
                  <a:pos x="1425" y="366"/>
                </a:cxn>
                <a:cxn ang="0">
                  <a:pos x="1422" y="387"/>
                </a:cxn>
                <a:cxn ang="0">
                  <a:pos x="1404" y="403"/>
                </a:cxn>
                <a:cxn ang="0">
                  <a:pos x="1318" y="406"/>
                </a:cxn>
                <a:cxn ang="0">
                  <a:pos x="215" y="50"/>
                </a:cxn>
                <a:cxn ang="0">
                  <a:pos x="222" y="75"/>
                </a:cxn>
                <a:cxn ang="0">
                  <a:pos x="213" y="93"/>
                </a:cxn>
                <a:cxn ang="0">
                  <a:pos x="190" y="104"/>
                </a:cxn>
                <a:cxn ang="0">
                  <a:pos x="108" y="62"/>
                </a:cxn>
                <a:cxn ang="0">
                  <a:pos x="94" y="48"/>
                </a:cxn>
                <a:cxn ang="0">
                  <a:pos x="93" y="24"/>
                </a:cxn>
                <a:cxn ang="0">
                  <a:pos x="104" y="7"/>
                </a:cxn>
                <a:cxn ang="0">
                  <a:pos x="129" y="0"/>
                </a:cxn>
                <a:cxn ang="0">
                  <a:pos x="205" y="42"/>
                </a:cxn>
                <a:cxn ang="0">
                  <a:pos x="184" y="643"/>
                </a:cxn>
                <a:cxn ang="0">
                  <a:pos x="208" y="648"/>
                </a:cxn>
                <a:cxn ang="0">
                  <a:pos x="220" y="665"/>
                </a:cxn>
                <a:cxn ang="0">
                  <a:pos x="218" y="690"/>
                </a:cxn>
                <a:cxn ang="0">
                  <a:pos x="141" y="741"/>
                </a:cxn>
                <a:cxn ang="0">
                  <a:pos x="122" y="745"/>
                </a:cxn>
                <a:cxn ang="0">
                  <a:pos x="100" y="734"/>
                </a:cxn>
                <a:cxn ang="0">
                  <a:pos x="92" y="716"/>
                </a:cxn>
                <a:cxn ang="0">
                  <a:pos x="97" y="693"/>
                </a:cxn>
                <a:cxn ang="0">
                  <a:pos x="172" y="647"/>
                </a:cxn>
                <a:cxn ang="0">
                  <a:pos x="121" y="342"/>
                </a:cxn>
                <a:cxn ang="0">
                  <a:pos x="137" y="360"/>
                </a:cxn>
                <a:cxn ang="0">
                  <a:pos x="140" y="380"/>
                </a:cxn>
                <a:cxn ang="0">
                  <a:pos x="126" y="400"/>
                </a:cxn>
                <a:cxn ang="0">
                  <a:pos x="33" y="406"/>
                </a:cxn>
                <a:cxn ang="0">
                  <a:pos x="15" y="400"/>
                </a:cxn>
                <a:cxn ang="0">
                  <a:pos x="0" y="380"/>
                </a:cxn>
                <a:cxn ang="0">
                  <a:pos x="3" y="360"/>
                </a:cxn>
                <a:cxn ang="0">
                  <a:pos x="21" y="342"/>
                </a:cxn>
                <a:cxn ang="0">
                  <a:pos x="107" y="339"/>
                </a:cxn>
              </a:cxnLst>
              <a:rect l="0" t="0" r="r" b="b"/>
              <a:pathLst>
                <a:path w="1425" h="745">
                  <a:moveTo>
                    <a:pt x="1219" y="704"/>
                  </a:moveTo>
                  <a:lnTo>
                    <a:pt x="1219" y="704"/>
                  </a:lnTo>
                  <a:lnTo>
                    <a:pt x="1214" y="700"/>
                  </a:lnTo>
                  <a:lnTo>
                    <a:pt x="1210" y="695"/>
                  </a:lnTo>
                  <a:lnTo>
                    <a:pt x="1207" y="690"/>
                  </a:lnTo>
                  <a:lnTo>
                    <a:pt x="1204" y="684"/>
                  </a:lnTo>
                  <a:lnTo>
                    <a:pt x="1203" y="677"/>
                  </a:lnTo>
                  <a:lnTo>
                    <a:pt x="1203" y="672"/>
                  </a:lnTo>
                  <a:lnTo>
                    <a:pt x="1204" y="665"/>
                  </a:lnTo>
                  <a:lnTo>
                    <a:pt x="1207" y="659"/>
                  </a:lnTo>
                  <a:lnTo>
                    <a:pt x="1207" y="659"/>
                  </a:lnTo>
                  <a:lnTo>
                    <a:pt x="1211" y="654"/>
                  </a:lnTo>
                  <a:lnTo>
                    <a:pt x="1217" y="648"/>
                  </a:lnTo>
                  <a:lnTo>
                    <a:pt x="1222" y="646"/>
                  </a:lnTo>
                  <a:lnTo>
                    <a:pt x="1228" y="643"/>
                  </a:lnTo>
                  <a:lnTo>
                    <a:pt x="1235" y="643"/>
                  </a:lnTo>
                  <a:lnTo>
                    <a:pt x="1240" y="643"/>
                  </a:lnTo>
                  <a:lnTo>
                    <a:pt x="1247" y="644"/>
                  </a:lnTo>
                  <a:lnTo>
                    <a:pt x="1253" y="647"/>
                  </a:lnTo>
                  <a:lnTo>
                    <a:pt x="1316" y="684"/>
                  </a:lnTo>
                  <a:lnTo>
                    <a:pt x="1316" y="684"/>
                  </a:lnTo>
                  <a:lnTo>
                    <a:pt x="1322" y="687"/>
                  </a:lnTo>
                  <a:lnTo>
                    <a:pt x="1328" y="693"/>
                  </a:lnTo>
                  <a:lnTo>
                    <a:pt x="1330" y="698"/>
                  </a:lnTo>
                  <a:lnTo>
                    <a:pt x="1333" y="704"/>
                  </a:lnTo>
                  <a:lnTo>
                    <a:pt x="1333" y="711"/>
                  </a:lnTo>
                  <a:lnTo>
                    <a:pt x="1333" y="716"/>
                  </a:lnTo>
                  <a:lnTo>
                    <a:pt x="1332" y="723"/>
                  </a:lnTo>
                  <a:lnTo>
                    <a:pt x="1329" y="729"/>
                  </a:lnTo>
                  <a:lnTo>
                    <a:pt x="1329" y="729"/>
                  </a:lnTo>
                  <a:lnTo>
                    <a:pt x="1325" y="734"/>
                  </a:lnTo>
                  <a:lnTo>
                    <a:pt x="1321" y="738"/>
                  </a:lnTo>
                  <a:lnTo>
                    <a:pt x="1315" y="743"/>
                  </a:lnTo>
                  <a:lnTo>
                    <a:pt x="1310" y="744"/>
                  </a:lnTo>
                  <a:lnTo>
                    <a:pt x="1303" y="745"/>
                  </a:lnTo>
                  <a:lnTo>
                    <a:pt x="1296" y="745"/>
                  </a:lnTo>
                  <a:lnTo>
                    <a:pt x="1290" y="744"/>
                  </a:lnTo>
                  <a:lnTo>
                    <a:pt x="1283" y="741"/>
                  </a:lnTo>
                  <a:lnTo>
                    <a:pt x="1219" y="704"/>
                  </a:lnTo>
                  <a:lnTo>
                    <a:pt x="1219" y="704"/>
                  </a:lnTo>
                  <a:close/>
                  <a:moveTo>
                    <a:pt x="1253" y="100"/>
                  </a:moveTo>
                  <a:lnTo>
                    <a:pt x="1253" y="100"/>
                  </a:lnTo>
                  <a:lnTo>
                    <a:pt x="1247" y="103"/>
                  </a:lnTo>
                  <a:lnTo>
                    <a:pt x="1240" y="104"/>
                  </a:lnTo>
                  <a:lnTo>
                    <a:pt x="1235" y="104"/>
                  </a:lnTo>
                  <a:lnTo>
                    <a:pt x="1228" y="103"/>
                  </a:lnTo>
                  <a:lnTo>
                    <a:pt x="1222" y="100"/>
                  </a:lnTo>
                  <a:lnTo>
                    <a:pt x="1217" y="97"/>
                  </a:lnTo>
                  <a:lnTo>
                    <a:pt x="1211" y="93"/>
                  </a:lnTo>
                  <a:lnTo>
                    <a:pt x="1207" y="87"/>
                  </a:lnTo>
                  <a:lnTo>
                    <a:pt x="1207" y="87"/>
                  </a:lnTo>
                  <a:lnTo>
                    <a:pt x="1204" y="80"/>
                  </a:lnTo>
                  <a:lnTo>
                    <a:pt x="1203" y="75"/>
                  </a:lnTo>
                  <a:lnTo>
                    <a:pt x="1203" y="68"/>
                  </a:lnTo>
                  <a:lnTo>
                    <a:pt x="1204" y="62"/>
                  </a:lnTo>
                  <a:lnTo>
                    <a:pt x="1207" y="55"/>
                  </a:lnTo>
                  <a:lnTo>
                    <a:pt x="1210" y="50"/>
                  </a:lnTo>
                  <a:lnTo>
                    <a:pt x="1214" y="46"/>
                  </a:lnTo>
                  <a:lnTo>
                    <a:pt x="1219" y="42"/>
                  </a:lnTo>
                  <a:lnTo>
                    <a:pt x="1283" y="4"/>
                  </a:lnTo>
                  <a:lnTo>
                    <a:pt x="1283" y="4"/>
                  </a:lnTo>
                  <a:lnTo>
                    <a:pt x="1290" y="1"/>
                  </a:lnTo>
                  <a:lnTo>
                    <a:pt x="1296" y="0"/>
                  </a:lnTo>
                  <a:lnTo>
                    <a:pt x="1303" y="0"/>
                  </a:lnTo>
                  <a:lnTo>
                    <a:pt x="1310" y="1"/>
                  </a:lnTo>
                  <a:lnTo>
                    <a:pt x="1315" y="4"/>
                  </a:lnTo>
                  <a:lnTo>
                    <a:pt x="1321" y="7"/>
                  </a:lnTo>
                  <a:lnTo>
                    <a:pt x="1325" y="11"/>
                  </a:lnTo>
                  <a:lnTo>
                    <a:pt x="1329" y="17"/>
                  </a:lnTo>
                  <a:lnTo>
                    <a:pt x="1329" y="17"/>
                  </a:lnTo>
                  <a:lnTo>
                    <a:pt x="1332" y="24"/>
                  </a:lnTo>
                  <a:lnTo>
                    <a:pt x="1333" y="29"/>
                  </a:lnTo>
                  <a:lnTo>
                    <a:pt x="1333" y="36"/>
                  </a:lnTo>
                  <a:lnTo>
                    <a:pt x="1333" y="42"/>
                  </a:lnTo>
                  <a:lnTo>
                    <a:pt x="1330" y="48"/>
                  </a:lnTo>
                  <a:lnTo>
                    <a:pt x="1328" y="54"/>
                  </a:lnTo>
                  <a:lnTo>
                    <a:pt x="1322" y="58"/>
                  </a:lnTo>
                  <a:lnTo>
                    <a:pt x="1316" y="62"/>
                  </a:lnTo>
                  <a:lnTo>
                    <a:pt x="1253" y="100"/>
                  </a:lnTo>
                  <a:lnTo>
                    <a:pt x="1253" y="100"/>
                  </a:lnTo>
                  <a:close/>
                  <a:moveTo>
                    <a:pt x="1318" y="406"/>
                  </a:moveTo>
                  <a:lnTo>
                    <a:pt x="1318" y="406"/>
                  </a:lnTo>
                  <a:lnTo>
                    <a:pt x="1311" y="406"/>
                  </a:lnTo>
                  <a:lnTo>
                    <a:pt x="1304" y="403"/>
                  </a:lnTo>
                  <a:lnTo>
                    <a:pt x="1298" y="400"/>
                  </a:lnTo>
                  <a:lnTo>
                    <a:pt x="1294" y="396"/>
                  </a:lnTo>
                  <a:lnTo>
                    <a:pt x="1290" y="392"/>
                  </a:lnTo>
                  <a:lnTo>
                    <a:pt x="1287" y="387"/>
                  </a:lnTo>
                  <a:lnTo>
                    <a:pt x="1285" y="380"/>
                  </a:lnTo>
                  <a:lnTo>
                    <a:pt x="1285" y="373"/>
                  </a:lnTo>
                  <a:lnTo>
                    <a:pt x="1285" y="373"/>
                  </a:lnTo>
                  <a:lnTo>
                    <a:pt x="1285" y="366"/>
                  </a:lnTo>
                  <a:lnTo>
                    <a:pt x="1287" y="360"/>
                  </a:lnTo>
                  <a:lnTo>
                    <a:pt x="1290" y="355"/>
                  </a:lnTo>
                  <a:lnTo>
                    <a:pt x="1294" y="349"/>
                  </a:lnTo>
                  <a:lnTo>
                    <a:pt x="1298" y="345"/>
                  </a:lnTo>
                  <a:lnTo>
                    <a:pt x="1304" y="342"/>
                  </a:lnTo>
                  <a:lnTo>
                    <a:pt x="1311" y="341"/>
                  </a:lnTo>
                  <a:lnTo>
                    <a:pt x="1318" y="339"/>
                  </a:lnTo>
                  <a:lnTo>
                    <a:pt x="1391" y="339"/>
                  </a:lnTo>
                  <a:lnTo>
                    <a:pt x="1391" y="339"/>
                  </a:lnTo>
                  <a:lnTo>
                    <a:pt x="1398" y="341"/>
                  </a:lnTo>
                  <a:lnTo>
                    <a:pt x="1404" y="342"/>
                  </a:lnTo>
                  <a:lnTo>
                    <a:pt x="1409" y="345"/>
                  </a:lnTo>
                  <a:lnTo>
                    <a:pt x="1415" y="349"/>
                  </a:lnTo>
                  <a:lnTo>
                    <a:pt x="1419" y="355"/>
                  </a:lnTo>
                  <a:lnTo>
                    <a:pt x="1422" y="360"/>
                  </a:lnTo>
                  <a:lnTo>
                    <a:pt x="1425" y="366"/>
                  </a:lnTo>
                  <a:lnTo>
                    <a:pt x="1425" y="373"/>
                  </a:lnTo>
                  <a:lnTo>
                    <a:pt x="1425" y="373"/>
                  </a:lnTo>
                  <a:lnTo>
                    <a:pt x="1425" y="380"/>
                  </a:lnTo>
                  <a:lnTo>
                    <a:pt x="1422" y="387"/>
                  </a:lnTo>
                  <a:lnTo>
                    <a:pt x="1419" y="392"/>
                  </a:lnTo>
                  <a:lnTo>
                    <a:pt x="1415" y="396"/>
                  </a:lnTo>
                  <a:lnTo>
                    <a:pt x="1409" y="400"/>
                  </a:lnTo>
                  <a:lnTo>
                    <a:pt x="1404" y="403"/>
                  </a:lnTo>
                  <a:lnTo>
                    <a:pt x="1398" y="406"/>
                  </a:lnTo>
                  <a:lnTo>
                    <a:pt x="1391" y="406"/>
                  </a:lnTo>
                  <a:lnTo>
                    <a:pt x="1318" y="406"/>
                  </a:lnTo>
                  <a:lnTo>
                    <a:pt x="1318" y="406"/>
                  </a:lnTo>
                  <a:close/>
                  <a:moveTo>
                    <a:pt x="205" y="42"/>
                  </a:moveTo>
                  <a:lnTo>
                    <a:pt x="205" y="42"/>
                  </a:lnTo>
                  <a:lnTo>
                    <a:pt x="211" y="46"/>
                  </a:lnTo>
                  <a:lnTo>
                    <a:pt x="215" y="50"/>
                  </a:lnTo>
                  <a:lnTo>
                    <a:pt x="218" y="55"/>
                  </a:lnTo>
                  <a:lnTo>
                    <a:pt x="220" y="62"/>
                  </a:lnTo>
                  <a:lnTo>
                    <a:pt x="222" y="68"/>
                  </a:lnTo>
                  <a:lnTo>
                    <a:pt x="222" y="75"/>
                  </a:lnTo>
                  <a:lnTo>
                    <a:pt x="220" y="80"/>
                  </a:lnTo>
                  <a:lnTo>
                    <a:pt x="218" y="87"/>
                  </a:lnTo>
                  <a:lnTo>
                    <a:pt x="218" y="87"/>
                  </a:lnTo>
                  <a:lnTo>
                    <a:pt x="213" y="93"/>
                  </a:lnTo>
                  <a:lnTo>
                    <a:pt x="208" y="97"/>
                  </a:lnTo>
                  <a:lnTo>
                    <a:pt x="202" y="100"/>
                  </a:lnTo>
                  <a:lnTo>
                    <a:pt x="197" y="103"/>
                  </a:lnTo>
                  <a:lnTo>
                    <a:pt x="190" y="104"/>
                  </a:lnTo>
                  <a:lnTo>
                    <a:pt x="184" y="104"/>
                  </a:lnTo>
                  <a:lnTo>
                    <a:pt x="177" y="103"/>
                  </a:lnTo>
                  <a:lnTo>
                    <a:pt x="172" y="100"/>
                  </a:lnTo>
                  <a:lnTo>
                    <a:pt x="108" y="62"/>
                  </a:lnTo>
                  <a:lnTo>
                    <a:pt x="108" y="62"/>
                  </a:lnTo>
                  <a:lnTo>
                    <a:pt x="103" y="58"/>
                  </a:lnTo>
                  <a:lnTo>
                    <a:pt x="97" y="54"/>
                  </a:lnTo>
                  <a:lnTo>
                    <a:pt x="94" y="48"/>
                  </a:lnTo>
                  <a:lnTo>
                    <a:pt x="92" y="42"/>
                  </a:lnTo>
                  <a:lnTo>
                    <a:pt x="92" y="36"/>
                  </a:lnTo>
                  <a:lnTo>
                    <a:pt x="92" y="29"/>
                  </a:lnTo>
                  <a:lnTo>
                    <a:pt x="93" y="24"/>
                  </a:lnTo>
                  <a:lnTo>
                    <a:pt x="96" y="17"/>
                  </a:lnTo>
                  <a:lnTo>
                    <a:pt x="96" y="17"/>
                  </a:lnTo>
                  <a:lnTo>
                    <a:pt x="100" y="11"/>
                  </a:lnTo>
                  <a:lnTo>
                    <a:pt x="104" y="7"/>
                  </a:lnTo>
                  <a:lnTo>
                    <a:pt x="110" y="4"/>
                  </a:lnTo>
                  <a:lnTo>
                    <a:pt x="115" y="1"/>
                  </a:lnTo>
                  <a:lnTo>
                    <a:pt x="122" y="0"/>
                  </a:lnTo>
                  <a:lnTo>
                    <a:pt x="129" y="0"/>
                  </a:lnTo>
                  <a:lnTo>
                    <a:pt x="135" y="1"/>
                  </a:lnTo>
                  <a:lnTo>
                    <a:pt x="141" y="4"/>
                  </a:lnTo>
                  <a:lnTo>
                    <a:pt x="205" y="42"/>
                  </a:lnTo>
                  <a:lnTo>
                    <a:pt x="205" y="42"/>
                  </a:lnTo>
                  <a:close/>
                  <a:moveTo>
                    <a:pt x="172" y="647"/>
                  </a:moveTo>
                  <a:lnTo>
                    <a:pt x="172" y="647"/>
                  </a:lnTo>
                  <a:lnTo>
                    <a:pt x="177" y="644"/>
                  </a:lnTo>
                  <a:lnTo>
                    <a:pt x="184" y="643"/>
                  </a:lnTo>
                  <a:lnTo>
                    <a:pt x="190" y="643"/>
                  </a:lnTo>
                  <a:lnTo>
                    <a:pt x="197" y="643"/>
                  </a:lnTo>
                  <a:lnTo>
                    <a:pt x="202" y="646"/>
                  </a:lnTo>
                  <a:lnTo>
                    <a:pt x="208" y="648"/>
                  </a:lnTo>
                  <a:lnTo>
                    <a:pt x="213" y="654"/>
                  </a:lnTo>
                  <a:lnTo>
                    <a:pt x="218" y="659"/>
                  </a:lnTo>
                  <a:lnTo>
                    <a:pt x="218" y="659"/>
                  </a:lnTo>
                  <a:lnTo>
                    <a:pt x="220" y="665"/>
                  </a:lnTo>
                  <a:lnTo>
                    <a:pt x="222" y="672"/>
                  </a:lnTo>
                  <a:lnTo>
                    <a:pt x="222" y="677"/>
                  </a:lnTo>
                  <a:lnTo>
                    <a:pt x="220" y="684"/>
                  </a:lnTo>
                  <a:lnTo>
                    <a:pt x="218" y="690"/>
                  </a:lnTo>
                  <a:lnTo>
                    <a:pt x="215" y="695"/>
                  </a:lnTo>
                  <a:lnTo>
                    <a:pt x="211" y="700"/>
                  </a:lnTo>
                  <a:lnTo>
                    <a:pt x="205" y="704"/>
                  </a:lnTo>
                  <a:lnTo>
                    <a:pt x="141" y="741"/>
                  </a:lnTo>
                  <a:lnTo>
                    <a:pt x="141" y="741"/>
                  </a:lnTo>
                  <a:lnTo>
                    <a:pt x="135" y="744"/>
                  </a:lnTo>
                  <a:lnTo>
                    <a:pt x="129" y="745"/>
                  </a:lnTo>
                  <a:lnTo>
                    <a:pt x="122" y="745"/>
                  </a:lnTo>
                  <a:lnTo>
                    <a:pt x="115" y="744"/>
                  </a:lnTo>
                  <a:lnTo>
                    <a:pt x="110" y="743"/>
                  </a:lnTo>
                  <a:lnTo>
                    <a:pt x="104" y="738"/>
                  </a:lnTo>
                  <a:lnTo>
                    <a:pt x="100" y="734"/>
                  </a:lnTo>
                  <a:lnTo>
                    <a:pt x="96" y="729"/>
                  </a:lnTo>
                  <a:lnTo>
                    <a:pt x="96" y="729"/>
                  </a:lnTo>
                  <a:lnTo>
                    <a:pt x="93" y="723"/>
                  </a:lnTo>
                  <a:lnTo>
                    <a:pt x="92" y="716"/>
                  </a:lnTo>
                  <a:lnTo>
                    <a:pt x="92" y="711"/>
                  </a:lnTo>
                  <a:lnTo>
                    <a:pt x="92" y="704"/>
                  </a:lnTo>
                  <a:lnTo>
                    <a:pt x="94" y="698"/>
                  </a:lnTo>
                  <a:lnTo>
                    <a:pt x="97" y="693"/>
                  </a:lnTo>
                  <a:lnTo>
                    <a:pt x="103" y="687"/>
                  </a:lnTo>
                  <a:lnTo>
                    <a:pt x="108" y="684"/>
                  </a:lnTo>
                  <a:lnTo>
                    <a:pt x="172" y="647"/>
                  </a:lnTo>
                  <a:lnTo>
                    <a:pt x="172" y="647"/>
                  </a:lnTo>
                  <a:close/>
                  <a:moveTo>
                    <a:pt x="107" y="339"/>
                  </a:moveTo>
                  <a:lnTo>
                    <a:pt x="107" y="339"/>
                  </a:lnTo>
                  <a:lnTo>
                    <a:pt x="114" y="341"/>
                  </a:lnTo>
                  <a:lnTo>
                    <a:pt x="121" y="342"/>
                  </a:lnTo>
                  <a:lnTo>
                    <a:pt x="126" y="345"/>
                  </a:lnTo>
                  <a:lnTo>
                    <a:pt x="130" y="349"/>
                  </a:lnTo>
                  <a:lnTo>
                    <a:pt x="135" y="355"/>
                  </a:lnTo>
                  <a:lnTo>
                    <a:pt x="137" y="360"/>
                  </a:lnTo>
                  <a:lnTo>
                    <a:pt x="140" y="366"/>
                  </a:lnTo>
                  <a:lnTo>
                    <a:pt x="140" y="373"/>
                  </a:lnTo>
                  <a:lnTo>
                    <a:pt x="140" y="373"/>
                  </a:lnTo>
                  <a:lnTo>
                    <a:pt x="140" y="380"/>
                  </a:lnTo>
                  <a:lnTo>
                    <a:pt x="137" y="387"/>
                  </a:lnTo>
                  <a:lnTo>
                    <a:pt x="135" y="392"/>
                  </a:lnTo>
                  <a:lnTo>
                    <a:pt x="130" y="396"/>
                  </a:lnTo>
                  <a:lnTo>
                    <a:pt x="126" y="400"/>
                  </a:lnTo>
                  <a:lnTo>
                    <a:pt x="121" y="403"/>
                  </a:lnTo>
                  <a:lnTo>
                    <a:pt x="114" y="406"/>
                  </a:lnTo>
                  <a:lnTo>
                    <a:pt x="107" y="406"/>
                  </a:lnTo>
                  <a:lnTo>
                    <a:pt x="33" y="406"/>
                  </a:lnTo>
                  <a:lnTo>
                    <a:pt x="33" y="406"/>
                  </a:lnTo>
                  <a:lnTo>
                    <a:pt x="26" y="406"/>
                  </a:lnTo>
                  <a:lnTo>
                    <a:pt x="21" y="403"/>
                  </a:lnTo>
                  <a:lnTo>
                    <a:pt x="15" y="400"/>
                  </a:lnTo>
                  <a:lnTo>
                    <a:pt x="10" y="396"/>
                  </a:lnTo>
                  <a:lnTo>
                    <a:pt x="6" y="392"/>
                  </a:lnTo>
                  <a:lnTo>
                    <a:pt x="3" y="387"/>
                  </a:lnTo>
                  <a:lnTo>
                    <a:pt x="0" y="380"/>
                  </a:lnTo>
                  <a:lnTo>
                    <a:pt x="0" y="373"/>
                  </a:lnTo>
                  <a:lnTo>
                    <a:pt x="0" y="373"/>
                  </a:lnTo>
                  <a:lnTo>
                    <a:pt x="0" y="366"/>
                  </a:lnTo>
                  <a:lnTo>
                    <a:pt x="3" y="360"/>
                  </a:lnTo>
                  <a:lnTo>
                    <a:pt x="6" y="355"/>
                  </a:lnTo>
                  <a:lnTo>
                    <a:pt x="10" y="349"/>
                  </a:lnTo>
                  <a:lnTo>
                    <a:pt x="15" y="345"/>
                  </a:lnTo>
                  <a:lnTo>
                    <a:pt x="21" y="342"/>
                  </a:lnTo>
                  <a:lnTo>
                    <a:pt x="26" y="341"/>
                  </a:lnTo>
                  <a:lnTo>
                    <a:pt x="33" y="339"/>
                  </a:lnTo>
                  <a:lnTo>
                    <a:pt x="107" y="339"/>
                  </a:lnTo>
                  <a:lnTo>
                    <a:pt x="107" y="33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3" name="Freeform 156">
              <a:extLst>
                <a:ext uri="{FF2B5EF4-FFF2-40B4-BE49-F238E27FC236}">
                  <a16:creationId xmlns:a16="http://schemas.microsoft.com/office/drawing/2014/main" id="{542043F0-D1C0-7BC6-227F-0175A5B80662}"/>
                </a:ext>
              </a:extLst>
            </p:cNvPr>
            <p:cNvSpPr>
              <a:spLocks/>
            </p:cNvSpPr>
            <p:nvPr/>
          </p:nvSpPr>
          <p:spPr bwMode="auto">
            <a:xfrm>
              <a:off x="-8877301" y="1912937"/>
              <a:ext cx="398462" cy="403224"/>
            </a:xfrm>
            <a:custGeom>
              <a:avLst/>
              <a:gdLst/>
              <a:ahLst/>
              <a:cxnLst>
                <a:cxn ang="0">
                  <a:pos x="0" y="61"/>
                </a:cxn>
                <a:cxn ang="0">
                  <a:pos x="2" y="41"/>
                </a:cxn>
                <a:cxn ang="0">
                  <a:pos x="16" y="29"/>
                </a:cxn>
                <a:cxn ang="0">
                  <a:pos x="30" y="25"/>
                </a:cxn>
                <a:cxn ang="0">
                  <a:pos x="48" y="29"/>
                </a:cxn>
                <a:cxn ang="0">
                  <a:pos x="62" y="43"/>
                </a:cxn>
                <a:cxn ang="0">
                  <a:pos x="83" y="114"/>
                </a:cxn>
                <a:cxn ang="0">
                  <a:pos x="153" y="93"/>
                </a:cxn>
                <a:cxn ang="0">
                  <a:pos x="185" y="87"/>
                </a:cxn>
                <a:cxn ang="0">
                  <a:pos x="217" y="33"/>
                </a:cxn>
                <a:cxn ang="0">
                  <a:pos x="223" y="15"/>
                </a:cxn>
                <a:cxn ang="0">
                  <a:pos x="238" y="3"/>
                </a:cxn>
                <a:cxn ang="0">
                  <a:pos x="250" y="0"/>
                </a:cxn>
                <a:cxn ang="0">
                  <a:pos x="268" y="5"/>
                </a:cxn>
                <a:cxn ang="0">
                  <a:pos x="281" y="21"/>
                </a:cxn>
                <a:cxn ang="0">
                  <a:pos x="284" y="83"/>
                </a:cxn>
                <a:cxn ang="0">
                  <a:pos x="347" y="93"/>
                </a:cxn>
                <a:cxn ang="0">
                  <a:pos x="347" y="93"/>
                </a:cxn>
                <a:cxn ang="0">
                  <a:pos x="437" y="48"/>
                </a:cxn>
                <a:cxn ang="0">
                  <a:pos x="443" y="37"/>
                </a:cxn>
                <a:cxn ang="0">
                  <a:pos x="458" y="26"/>
                </a:cxn>
                <a:cxn ang="0">
                  <a:pos x="478" y="26"/>
                </a:cxn>
                <a:cxn ang="0">
                  <a:pos x="490" y="32"/>
                </a:cxn>
                <a:cxn ang="0">
                  <a:pos x="500" y="48"/>
                </a:cxn>
                <a:cxn ang="0">
                  <a:pos x="500" y="68"/>
                </a:cxn>
                <a:cxn ang="0">
                  <a:pos x="376" y="490"/>
                </a:cxn>
                <a:cxn ang="0">
                  <a:pos x="363" y="504"/>
                </a:cxn>
                <a:cxn ang="0">
                  <a:pos x="345" y="508"/>
                </a:cxn>
                <a:cxn ang="0">
                  <a:pos x="331" y="504"/>
                </a:cxn>
                <a:cxn ang="0">
                  <a:pos x="318" y="492"/>
                </a:cxn>
                <a:cxn ang="0">
                  <a:pos x="314" y="472"/>
                </a:cxn>
                <a:cxn ang="0">
                  <a:pos x="399" y="177"/>
                </a:cxn>
                <a:cxn ang="0">
                  <a:pos x="333" y="158"/>
                </a:cxn>
                <a:cxn ang="0">
                  <a:pos x="284" y="151"/>
                </a:cxn>
                <a:cxn ang="0">
                  <a:pos x="282" y="238"/>
                </a:cxn>
                <a:cxn ang="0">
                  <a:pos x="274" y="255"/>
                </a:cxn>
                <a:cxn ang="0">
                  <a:pos x="257" y="263"/>
                </a:cxn>
                <a:cxn ang="0">
                  <a:pos x="243" y="263"/>
                </a:cxn>
                <a:cxn ang="0">
                  <a:pos x="227" y="255"/>
                </a:cxn>
                <a:cxn ang="0">
                  <a:pos x="217" y="238"/>
                </a:cxn>
                <a:cxn ang="0">
                  <a:pos x="217" y="151"/>
                </a:cxn>
                <a:cxn ang="0">
                  <a:pos x="169" y="158"/>
                </a:cxn>
                <a:cxn ang="0">
                  <a:pos x="134" y="166"/>
                </a:cxn>
                <a:cxn ang="0">
                  <a:pos x="185" y="467"/>
                </a:cxn>
                <a:cxn ang="0">
                  <a:pos x="185" y="486"/>
                </a:cxn>
                <a:cxn ang="0">
                  <a:pos x="174" y="501"/>
                </a:cxn>
                <a:cxn ang="0">
                  <a:pos x="163" y="507"/>
                </a:cxn>
                <a:cxn ang="0">
                  <a:pos x="144" y="507"/>
                </a:cxn>
                <a:cxn ang="0">
                  <a:pos x="128" y="496"/>
                </a:cxn>
                <a:cxn ang="0">
                  <a:pos x="0" y="68"/>
                </a:cxn>
              </a:cxnLst>
              <a:rect l="0" t="0" r="r" b="b"/>
              <a:pathLst>
                <a:path w="501" h="508">
                  <a:moveTo>
                    <a:pt x="0" y="68"/>
                  </a:moveTo>
                  <a:lnTo>
                    <a:pt x="0" y="68"/>
                  </a:lnTo>
                  <a:lnTo>
                    <a:pt x="0" y="61"/>
                  </a:lnTo>
                  <a:lnTo>
                    <a:pt x="0" y="54"/>
                  </a:lnTo>
                  <a:lnTo>
                    <a:pt x="1" y="48"/>
                  </a:lnTo>
                  <a:lnTo>
                    <a:pt x="2" y="41"/>
                  </a:lnTo>
                  <a:lnTo>
                    <a:pt x="6" y="37"/>
                  </a:lnTo>
                  <a:lnTo>
                    <a:pt x="11" y="32"/>
                  </a:lnTo>
                  <a:lnTo>
                    <a:pt x="16" y="29"/>
                  </a:lnTo>
                  <a:lnTo>
                    <a:pt x="23" y="26"/>
                  </a:lnTo>
                  <a:lnTo>
                    <a:pt x="23" y="26"/>
                  </a:lnTo>
                  <a:lnTo>
                    <a:pt x="30" y="25"/>
                  </a:lnTo>
                  <a:lnTo>
                    <a:pt x="36" y="25"/>
                  </a:lnTo>
                  <a:lnTo>
                    <a:pt x="42" y="26"/>
                  </a:lnTo>
                  <a:lnTo>
                    <a:pt x="48" y="29"/>
                  </a:lnTo>
                  <a:lnTo>
                    <a:pt x="54" y="33"/>
                  </a:lnTo>
                  <a:lnTo>
                    <a:pt x="58" y="37"/>
                  </a:lnTo>
                  <a:lnTo>
                    <a:pt x="62" y="43"/>
                  </a:lnTo>
                  <a:lnTo>
                    <a:pt x="63" y="48"/>
                  </a:lnTo>
                  <a:lnTo>
                    <a:pt x="83" y="114"/>
                  </a:lnTo>
                  <a:lnTo>
                    <a:pt x="83" y="114"/>
                  </a:lnTo>
                  <a:lnTo>
                    <a:pt x="117" y="102"/>
                  </a:lnTo>
                  <a:lnTo>
                    <a:pt x="153" y="93"/>
                  </a:lnTo>
                  <a:lnTo>
                    <a:pt x="153" y="93"/>
                  </a:lnTo>
                  <a:lnTo>
                    <a:pt x="155" y="93"/>
                  </a:lnTo>
                  <a:lnTo>
                    <a:pt x="155" y="93"/>
                  </a:lnTo>
                  <a:lnTo>
                    <a:pt x="185" y="87"/>
                  </a:lnTo>
                  <a:lnTo>
                    <a:pt x="217" y="83"/>
                  </a:lnTo>
                  <a:lnTo>
                    <a:pt x="217" y="33"/>
                  </a:lnTo>
                  <a:lnTo>
                    <a:pt x="217" y="33"/>
                  </a:lnTo>
                  <a:lnTo>
                    <a:pt x="217" y="26"/>
                  </a:lnTo>
                  <a:lnTo>
                    <a:pt x="220" y="21"/>
                  </a:lnTo>
                  <a:lnTo>
                    <a:pt x="223" y="15"/>
                  </a:lnTo>
                  <a:lnTo>
                    <a:pt x="227" y="10"/>
                  </a:lnTo>
                  <a:lnTo>
                    <a:pt x="232" y="5"/>
                  </a:lnTo>
                  <a:lnTo>
                    <a:pt x="238" y="3"/>
                  </a:lnTo>
                  <a:lnTo>
                    <a:pt x="243" y="1"/>
                  </a:lnTo>
                  <a:lnTo>
                    <a:pt x="250" y="0"/>
                  </a:lnTo>
                  <a:lnTo>
                    <a:pt x="250" y="0"/>
                  </a:lnTo>
                  <a:lnTo>
                    <a:pt x="257" y="1"/>
                  </a:lnTo>
                  <a:lnTo>
                    <a:pt x="263" y="3"/>
                  </a:lnTo>
                  <a:lnTo>
                    <a:pt x="268" y="5"/>
                  </a:lnTo>
                  <a:lnTo>
                    <a:pt x="274" y="10"/>
                  </a:lnTo>
                  <a:lnTo>
                    <a:pt x="278" y="15"/>
                  </a:lnTo>
                  <a:lnTo>
                    <a:pt x="281" y="21"/>
                  </a:lnTo>
                  <a:lnTo>
                    <a:pt x="282" y="26"/>
                  </a:lnTo>
                  <a:lnTo>
                    <a:pt x="284" y="33"/>
                  </a:lnTo>
                  <a:lnTo>
                    <a:pt x="284" y="83"/>
                  </a:lnTo>
                  <a:lnTo>
                    <a:pt x="284" y="83"/>
                  </a:lnTo>
                  <a:lnTo>
                    <a:pt x="315" y="87"/>
                  </a:lnTo>
                  <a:lnTo>
                    <a:pt x="347" y="93"/>
                  </a:lnTo>
                  <a:lnTo>
                    <a:pt x="347" y="93"/>
                  </a:lnTo>
                  <a:lnTo>
                    <a:pt x="347" y="93"/>
                  </a:lnTo>
                  <a:lnTo>
                    <a:pt x="347" y="93"/>
                  </a:lnTo>
                  <a:lnTo>
                    <a:pt x="383" y="102"/>
                  </a:lnTo>
                  <a:lnTo>
                    <a:pt x="418" y="114"/>
                  </a:lnTo>
                  <a:lnTo>
                    <a:pt x="437" y="48"/>
                  </a:lnTo>
                  <a:lnTo>
                    <a:pt x="437" y="48"/>
                  </a:lnTo>
                  <a:lnTo>
                    <a:pt x="439" y="43"/>
                  </a:lnTo>
                  <a:lnTo>
                    <a:pt x="443" y="37"/>
                  </a:lnTo>
                  <a:lnTo>
                    <a:pt x="447" y="33"/>
                  </a:lnTo>
                  <a:lnTo>
                    <a:pt x="453" y="29"/>
                  </a:lnTo>
                  <a:lnTo>
                    <a:pt x="458" y="26"/>
                  </a:lnTo>
                  <a:lnTo>
                    <a:pt x="465" y="25"/>
                  </a:lnTo>
                  <a:lnTo>
                    <a:pt x="471" y="25"/>
                  </a:lnTo>
                  <a:lnTo>
                    <a:pt x="478" y="26"/>
                  </a:lnTo>
                  <a:lnTo>
                    <a:pt x="478" y="26"/>
                  </a:lnTo>
                  <a:lnTo>
                    <a:pt x="484" y="29"/>
                  </a:lnTo>
                  <a:lnTo>
                    <a:pt x="490" y="32"/>
                  </a:lnTo>
                  <a:lnTo>
                    <a:pt x="494" y="37"/>
                  </a:lnTo>
                  <a:lnTo>
                    <a:pt x="497" y="41"/>
                  </a:lnTo>
                  <a:lnTo>
                    <a:pt x="500" y="48"/>
                  </a:lnTo>
                  <a:lnTo>
                    <a:pt x="501" y="54"/>
                  </a:lnTo>
                  <a:lnTo>
                    <a:pt x="501" y="61"/>
                  </a:lnTo>
                  <a:lnTo>
                    <a:pt x="500" y="68"/>
                  </a:lnTo>
                  <a:lnTo>
                    <a:pt x="379" y="485"/>
                  </a:lnTo>
                  <a:lnTo>
                    <a:pt x="379" y="485"/>
                  </a:lnTo>
                  <a:lnTo>
                    <a:pt x="376" y="490"/>
                  </a:lnTo>
                  <a:lnTo>
                    <a:pt x="372" y="496"/>
                  </a:lnTo>
                  <a:lnTo>
                    <a:pt x="368" y="501"/>
                  </a:lnTo>
                  <a:lnTo>
                    <a:pt x="363" y="504"/>
                  </a:lnTo>
                  <a:lnTo>
                    <a:pt x="357" y="507"/>
                  </a:lnTo>
                  <a:lnTo>
                    <a:pt x="350" y="508"/>
                  </a:lnTo>
                  <a:lnTo>
                    <a:pt x="345" y="508"/>
                  </a:lnTo>
                  <a:lnTo>
                    <a:pt x="338" y="507"/>
                  </a:lnTo>
                  <a:lnTo>
                    <a:pt x="338" y="507"/>
                  </a:lnTo>
                  <a:lnTo>
                    <a:pt x="331" y="504"/>
                  </a:lnTo>
                  <a:lnTo>
                    <a:pt x="325" y="501"/>
                  </a:lnTo>
                  <a:lnTo>
                    <a:pt x="321" y="497"/>
                  </a:lnTo>
                  <a:lnTo>
                    <a:pt x="318" y="492"/>
                  </a:lnTo>
                  <a:lnTo>
                    <a:pt x="315" y="486"/>
                  </a:lnTo>
                  <a:lnTo>
                    <a:pt x="314" y="479"/>
                  </a:lnTo>
                  <a:lnTo>
                    <a:pt x="314" y="472"/>
                  </a:lnTo>
                  <a:lnTo>
                    <a:pt x="315" y="467"/>
                  </a:lnTo>
                  <a:lnTo>
                    <a:pt x="399" y="177"/>
                  </a:lnTo>
                  <a:lnTo>
                    <a:pt x="399" y="177"/>
                  </a:lnTo>
                  <a:lnTo>
                    <a:pt x="367" y="166"/>
                  </a:lnTo>
                  <a:lnTo>
                    <a:pt x="333" y="158"/>
                  </a:lnTo>
                  <a:lnTo>
                    <a:pt x="333" y="158"/>
                  </a:lnTo>
                  <a:lnTo>
                    <a:pt x="333" y="158"/>
                  </a:lnTo>
                  <a:lnTo>
                    <a:pt x="309" y="154"/>
                  </a:lnTo>
                  <a:lnTo>
                    <a:pt x="284" y="151"/>
                  </a:lnTo>
                  <a:lnTo>
                    <a:pt x="284" y="231"/>
                  </a:lnTo>
                  <a:lnTo>
                    <a:pt x="284" y="231"/>
                  </a:lnTo>
                  <a:lnTo>
                    <a:pt x="282" y="238"/>
                  </a:lnTo>
                  <a:lnTo>
                    <a:pt x="281" y="244"/>
                  </a:lnTo>
                  <a:lnTo>
                    <a:pt x="278" y="249"/>
                  </a:lnTo>
                  <a:lnTo>
                    <a:pt x="274" y="255"/>
                  </a:lnTo>
                  <a:lnTo>
                    <a:pt x="268" y="259"/>
                  </a:lnTo>
                  <a:lnTo>
                    <a:pt x="263" y="262"/>
                  </a:lnTo>
                  <a:lnTo>
                    <a:pt x="257" y="263"/>
                  </a:lnTo>
                  <a:lnTo>
                    <a:pt x="250" y="265"/>
                  </a:lnTo>
                  <a:lnTo>
                    <a:pt x="250" y="265"/>
                  </a:lnTo>
                  <a:lnTo>
                    <a:pt x="243" y="263"/>
                  </a:lnTo>
                  <a:lnTo>
                    <a:pt x="238" y="262"/>
                  </a:lnTo>
                  <a:lnTo>
                    <a:pt x="232" y="259"/>
                  </a:lnTo>
                  <a:lnTo>
                    <a:pt x="227" y="255"/>
                  </a:lnTo>
                  <a:lnTo>
                    <a:pt x="223" y="249"/>
                  </a:lnTo>
                  <a:lnTo>
                    <a:pt x="220" y="244"/>
                  </a:lnTo>
                  <a:lnTo>
                    <a:pt x="217" y="238"/>
                  </a:lnTo>
                  <a:lnTo>
                    <a:pt x="217" y="231"/>
                  </a:lnTo>
                  <a:lnTo>
                    <a:pt x="217" y="151"/>
                  </a:lnTo>
                  <a:lnTo>
                    <a:pt x="217" y="151"/>
                  </a:lnTo>
                  <a:lnTo>
                    <a:pt x="192" y="154"/>
                  </a:lnTo>
                  <a:lnTo>
                    <a:pt x="169" y="158"/>
                  </a:lnTo>
                  <a:lnTo>
                    <a:pt x="169" y="158"/>
                  </a:lnTo>
                  <a:lnTo>
                    <a:pt x="167" y="158"/>
                  </a:lnTo>
                  <a:lnTo>
                    <a:pt x="167" y="158"/>
                  </a:lnTo>
                  <a:lnTo>
                    <a:pt x="134" y="166"/>
                  </a:lnTo>
                  <a:lnTo>
                    <a:pt x="102" y="177"/>
                  </a:lnTo>
                  <a:lnTo>
                    <a:pt x="185" y="467"/>
                  </a:lnTo>
                  <a:lnTo>
                    <a:pt x="185" y="467"/>
                  </a:lnTo>
                  <a:lnTo>
                    <a:pt x="187" y="472"/>
                  </a:lnTo>
                  <a:lnTo>
                    <a:pt x="187" y="479"/>
                  </a:lnTo>
                  <a:lnTo>
                    <a:pt x="185" y="486"/>
                  </a:lnTo>
                  <a:lnTo>
                    <a:pt x="182" y="492"/>
                  </a:lnTo>
                  <a:lnTo>
                    <a:pt x="180" y="497"/>
                  </a:lnTo>
                  <a:lnTo>
                    <a:pt x="174" y="501"/>
                  </a:lnTo>
                  <a:lnTo>
                    <a:pt x="170" y="504"/>
                  </a:lnTo>
                  <a:lnTo>
                    <a:pt x="163" y="507"/>
                  </a:lnTo>
                  <a:lnTo>
                    <a:pt x="163" y="507"/>
                  </a:lnTo>
                  <a:lnTo>
                    <a:pt x="156" y="508"/>
                  </a:lnTo>
                  <a:lnTo>
                    <a:pt x="151" y="508"/>
                  </a:lnTo>
                  <a:lnTo>
                    <a:pt x="144" y="507"/>
                  </a:lnTo>
                  <a:lnTo>
                    <a:pt x="138" y="504"/>
                  </a:lnTo>
                  <a:lnTo>
                    <a:pt x="133" y="501"/>
                  </a:lnTo>
                  <a:lnTo>
                    <a:pt x="128" y="496"/>
                  </a:lnTo>
                  <a:lnTo>
                    <a:pt x="124" y="490"/>
                  </a:lnTo>
                  <a:lnTo>
                    <a:pt x="121" y="485"/>
                  </a:lnTo>
                  <a:lnTo>
                    <a:pt x="0" y="68"/>
                  </a:lnTo>
                  <a:lnTo>
                    <a:pt x="0" y="6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grpSp>
        <p:nvGrpSpPr>
          <p:cNvPr id="36" name="Group 246">
            <a:extLst>
              <a:ext uri="{FF2B5EF4-FFF2-40B4-BE49-F238E27FC236}">
                <a16:creationId xmlns:a16="http://schemas.microsoft.com/office/drawing/2014/main" id="{68E5644B-E6A6-9EA7-40F1-47B8F6BCD1BD}"/>
              </a:ext>
            </a:extLst>
          </p:cNvPr>
          <p:cNvGrpSpPr>
            <a:grpSpLocks noChangeAspect="1"/>
          </p:cNvGrpSpPr>
          <p:nvPr/>
        </p:nvGrpSpPr>
        <p:grpSpPr>
          <a:xfrm>
            <a:off x="8901041" y="1365091"/>
            <a:ext cx="441412" cy="423980"/>
            <a:chOff x="-9240838" y="6254750"/>
            <a:chExt cx="1125537" cy="1081088"/>
          </a:xfrm>
          <a:solidFill>
            <a:schemeClr val="bg1"/>
          </a:solidFill>
        </p:grpSpPr>
        <p:sp>
          <p:nvSpPr>
            <p:cNvPr id="37" name="Freeform 163">
              <a:extLst>
                <a:ext uri="{FF2B5EF4-FFF2-40B4-BE49-F238E27FC236}">
                  <a16:creationId xmlns:a16="http://schemas.microsoft.com/office/drawing/2014/main" id="{E5DA48AE-2CF6-0CB5-2C16-48C433D9A6F3}"/>
                </a:ext>
              </a:extLst>
            </p:cNvPr>
            <p:cNvSpPr>
              <a:spLocks/>
            </p:cNvSpPr>
            <p:nvPr/>
          </p:nvSpPr>
          <p:spPr bwMode="auto">
            <a:xfrm>
              <a:off x="-9240838" y="6610350"/>
              <a:ext cx="1125537" cy="449263"/>
            </a:xfrm>
            <a:custGeom>
              <a:avLst/>
              <a:gdLst/>
              <a:ahLst/>
              <a:cxnLst>
                <a:cxn ang="0">
                  <a:pos x="1153" y="166"/>
                </a:cxn>
                <a:cxn ang="0">
                  <a:pos x="1153" y="310"/>
                </a:cxn>
                <a:cxn ang="0">
                  <a:pos x="1151" y="320"/>
                </a:cxn>
                <a:cxn ang="0">
                  <a:pos x="1144" y="338"/>
                </a:cxn>
                <a:cxn ang="0">
                  <a:pos x="1131" y="351"/>
                </a:cxn>
                <a:cxn ang="0">
                  <a:pos x="1113" y="358"/>
                </a:cxn>
                <a:cxn ang="0">
                  <a:pos x="554" y="360"/>
                </a:cxn>
                <a:cxn ang="0">
                  <a:pos x="554" y="515"/>
                </a:cxn>
                <a:cxn ang="0">
                  <a:pos x="550" y="534"/>
                </a:cxn>
                <a:cxn ang="0">
                  <a:pos x="539" y="550"/>
                </a:cxn>
                <a:cxn ang="0">
                  <a:pos x="524" y="561"/>
                </a:cxn>
                <a:cxn ang="0">
                  <a:pos x="504" y="565"/>
                </a:cxn>
                <a:cxn ang="0">
                  <a:pos x="210" y="565"/>
                </a:cxn>
                <a:cxn ang="0">
                  <a:pos x="191" y="561"/>
                </a:cxn>
                <a:cxn ang="0">
                  <a:pos x="176" y="550"/>
                </a:cxn>
                <a:cxn ang="0">
                  <a:pos x="165" y="534"/>
                </a:cxn>
                <a:cxn ang="0">
                  <a:pos x="161" y="515"/>
                </a:cxn>
                <a:cxn ang="0">
                  <a:pos x="0" y="354"/>
                </a:cxn>
                <a:cxn ang="0">
                  <a:pos x="0" y="255"/>
                </a:cxn>
                <a:cxn ang="0">
                  <a:pos x="210" y="255"/>
                </a:cxn>
                <a:cxn ang="0">
                  <a:pos x="230" y="259"/>
                </a:cxn>
                <a:cxn ang="0">
                  <a:pos x="245" y="270"/>
                </a:cxn>
                <a:cxn ang="0">
                  <a:pos x="256" y="285"/>
                </a:cxn>
                <a:cxn ang="0">
                  <a:pos x="260" y="304"/>
                </a:cxn>
                <a:cxn ang="0">
                  <a:pos x="454" y="465"/>
                </a:cxn>
                <a:cxn ang="0">
                  <a:pos x="454" y="310"/>
                </a:cxn>
                <a:cxn ang="0">
                  <a:pos x="459" y="291"/>
                </a:cxn>
                <a:cxn ang="0">
                  <a:pos x="470" y="274"/>
                </a:cxn>
                <a:cxn ang="0">
                  <a:pos x="485" y="264"/>
                </a:cxn>
                <a:cxn ang="0">
                  <a:pos x="504" y="260"/>
                </a:cxn>
                <a:cxn ang="0">
                  <a:pos x="1053" y="116"/>
                </a:cxn>
                <a:cxn ang="0">
                  <a:pos x="1054" y="106"/>
                </a:cxn>
                <a:cxn ang="0">
                  <a:pos x="1061" y="88"/>
                </a:cxn>
                <a:cxn ang="0">
                  <a:pos x="1075" y="74"/>
                </a:cxn>
                <a:cxn ang="0">
                  <a:pos x="1093" y="67"/>
                </a:cxn>
                <a:cxn ang="0">
                  <a:pos x="1219" y="66"/>
                </a:cxn>
                <a:cxn ang="0">
                  <a:pos x="1419" y="116"/>
                </a:cxn>
                <a:cxn ang="0">
                  <a:pos x="1219" y="166"/>
                </a:cxn>
              </a:cxnLst>
              <a:rect l="0" t="0" r="r" b="b"/>
              <a:pathLst>
                <a:path w="1419" h="565">
                  <a:moveTo>
                    <a:pt x="1219" y="166"/>
                  </a:moveTo>
                  <a:lnTo>
                    <a:pt x="1153" y="166"/>
                  </a:lnTo>
                  <a:lnTo>
                    <a:pt x="1153" y="166"/>
                  </a:lnTo>
                  <a:lnTo>
                    <a:pt x="1153" y="310"/>
                  </a:lnTo>
                  <a:lnTo>
                    <a:pt x="1153" y="310"/>
                  </a:lnTo>
                  <a:lnTo>
                    <a:pt x="1151" y="320"/>
                  </a:lnTo>
                  <a:lnTo>
                    <a:pt x="1149" y="329"/>
                  </a:lnTo>
                  <a:lnTo>
                    <a:pt x="1144" y="338"/>
                  </a:lnTo>
                  <a:lnTo>
                    <a:pt x="1137" y="345"/>
                  </a:lnTo>
                  <a:lnTo>
                    <a:pt x="1131" y="351"/>
                  </a:lnTo>
                  <a:lnTo>
                    <a:pt x="1122" y="356"/>
                  </a:lnTo>
                  <a:lnTo>
                    <a:pt x="1113" y="358"/>
                  </a:lnTo>
                  <a:lnTo>
                    <a:pt x="1103" y="360"/>
                  </a:lnTo>
                  <a:lnTo>
                    <a:pt x="554" y="360"/>
                  </a:lnTo>
                  <a:lnTo>
                    <a:pt x="554" y="515"/>
                  </a:lnTo>
                  <a:lnTo>
                    <a:pt x="554" y="515"/>
                  </a:lnTo>
                  <a:lnTo>
                    <a:pt x="553" y="525"/>
                  </a:lnTo>
                  <a:lnTo>
                    <a:pt x="550" y="534"/>
                  </a:lnTo>
                  <a:lnTo>
                    <a:pt x="546" y="543"/>
                  </a:lnTo>
                  <a:lnTo>
                    <a:pt x="539" y="550"/>
                  </a:lnTo>
                  <a:lnTo>
                    <a:pt x="532" y="557"/>
                  </a:lnTo>
                  <a:lnTo>
                    <a:pt x="524" y="561"/>
                  </a:lnTo>
                  <a:lnTo>
                    <a:pt x="514" y="563"/>
                  </a:lnTo>
                  <a:lnTo>
                    <a:pt x="504" y="565"/>
                  </a:lnTo>
                  <a:lnTo>
                    <a:pt x="210" y="565"/>
                  </a:lnTo>
                  <a:lnTo>
                    <a:pt x="210" y="565"/>
                  </a:lnTo>
                  <a:lnTo>
                    <a:pt x="201" y="563"/>
                  </a:lnTo>
                  <a:lnTo>
                    <a:pt x="191" y="561"/>
                  </a:lnTo>
                  <a:lnTo>
                    <a:pt x="183" y="557"/>
                  </a:lnTo>
                  <a:lnTo>
                    <a:pt x="176" y="550"/>
                  </a:lnTo>
                  <a:lnTo>
                    <a:pt x="169" y="543"/>
                  </a:lnTo>
                  <a:lnTo>
                    <a:pt x="165" y="534"/>
                  </a:lnTo>
                  <a:lnTo>
                    <a:pt x="162" y="525"/>
                  </a:lnTo>
                  <a:lnTo>
                    <a:pt x="161" y="515"/>
                  </a:lnTo>
                  <a:lnTo>
                    <a:pt x="161" y="354"/>
                  </a:lnTo>
                  <a:lnTo>
                    <a:pt x="0" y="354"/>
                  </a:lnTo>
                  <a:lnTo>
                    <a:pt x="0" y="255"/>
                  </a:lnTo>
                  <a:lnTo>
                    <a:pt x="0" y="255"/>
                  </a:lnTo>
                  <a:lnTo>
                    <a:pt x="210" y="255"/>
                  </a:lnTo>
                  <a:lnTo>
                    <a:pt x="210" y="255"/>
                  </a:lnTo>
                  <a:lnTo>
                    <a:pt x="220" y="256"/>
                  </a:lnTo>
                  <a:lnTo>
                    <a:pt x="230" y="259"/>
                  </a:lnTo>
                  <a:lnTo>
                    <a:pt x="238" y="263"/>
                  </a:lnTo>
                  <a:lnTo>
                    <a:pt x="245" y="270"/>
                  </a:lnTo>
                  <a:lnTo>
                    <a:pt x="252" y="277"/>
                  </a:lnTo>
                  <a:lnTo>
                    <a:pt x="256" y="285"/>
                  </a:lnTo>
                  <a:lnTo>
                    <a:pt x="259" y="295"/>
                  </a:lnTo>
                  <a:lnTo>
                    <a:pt x="260" y="304"/>
                  </a:lnTo>
                  <a:lnTo>
                    <a:pt x="260" y="465"/>
                  </a:lnTo>
                  <a:lnTo>
                    <a:pt x="454" y="465"/>
                  </a:lnTo>
                  <a:lnTo>
                    <a:pt x="454" y="310"/>
                  </a:lnTo>
                  <a:lnTo>
                    <a:pt x="454" y="310"/>
                  </a:lnTo>
                  <a:lnTo>
                    <a:pt x="456" y="300"/>
                  </a:lnTo>
                  <a:lnTo>
                    <a:pt x="459" y="291"/>
                  </a:lnTo>
                  <a:lnTo>
                    <a:pt x="463" y="282"/>
                  </a:lnTo>
                  <a:lnTo>
                    <a:pt x="470" y="274"/>
                  </a:lnTo>
                  <a:lnTo>
                    <a:pt x="477" y="268"/>
                  </a:lnTo>
                  <a:lnTo>
                    <a:pt x="485" y="264"/>
                  </a:lnTo>
                  <a:lnTo>
                    <a:pt x="495" y="261"/>
                  </a:lnTo>
                  <a:lnTo>
                    <a:pt x="504" y="260"/>
                  </a:lnTo>
                  <a:lnTo>
                    <a:pt x="1053" y="260"/>
                  </a:lnTo>
                  <a:lnTo>
                    <a:pt x="1053" y="116"/>
                  </a:lnTo>
                  <a:lnTo>
                    <a:pt x="1053" y="116"/>
                  </a:lnTo>
                  <a:lnTo>
                    <a:pt x="1054" y="106"/>
                  </a:lnTo>
                  <a:lnTo>
                    <a:pt x="1057" y="97"/>
                  </a:lnTo>
                  <a:lnTo>
                    <a:pt x="1061" y="88"/>
                  </a:lnTo>
                  <a:lnTo>
                    <a:pt x="1068" y="81"/>
                  </a:lnTo>
                  <a:lnTo>
                    <a:pt x="1075" y="74"/>
                  </a:lnTo>
                  <a:lnTo>
                    <a:pt x="1083" y="70"/>
                  </a:lnTo>
                  <a:lnTo>
                    <a:pt x="1093" y="67"/>
                  </a:lnTo>
                  <a:lnTo>
                    <a:pt x="1103" y="66"/>
                  </a:lnTo>
                  <a:lnTo>
                    <a:pt x="1219" y="66"/>
                  </a:lnTo>
                  <a:lnTo>
                    <a:pt x="1219" y="0"/>
                  </a:lnTo>
                  <a:lnTo>
                    <a:pt x="1419" y="116"/>
                  </a:lnTo>
                  <a:lnTo>
                    <a:pt x="1219" y="232"/>
                  </a:lnTo>
                  <a:lnTo>
                    <a:pt x="1219" y="166"/>
                  </a:lnTo>
                  <a:lnTo>
                    <a:pt x="1219" y="16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sp>
          <p:nvSpPr>
            <p:cNvPr id="38" name="Freeform 164">
              <a:extLst>
                <a:ext uri="{FF2B5EF4-FFF2-40B4-BE49-F238E27FC236}">
                  <a16:creationId xmlns:a16="http://schemas.microsoft.com/office/drawing/2014/main" id="{C84DC0BF-E758-99A9-C356-21D3D967EBDD}"/>
                </a:ext>
              </a:extLst>
            </p:cNvPr>
            <p:cNvSpPr>
              <a:spLocks noEditPoints="1"/>
            </p:cNvSpPr>
            <p:nvPr/>
          </p:nvSpPr>
          <p:spPr bwMode="auto">
            <a:xfrm>
              <a:off x="-9240838" y="6254750"/>
              <a:ext cx="1046162" cy="1081088"/>
            </a:xfrm>
            <a:custGeom>
              <a:avLst/>
              <a:gdLst/>
              <a:ahLst/>
              <a:cxnLst>
                <a:cxn ang="0">
                  <a:pos x="876" y="99"/>
                </a:cxn>
                <a:cxn ang="0">
                  <a:pos x="992" y="576"/>
                </a:cxn>
                <a:cxn ang="0">
                  <a:pos x="809" y="643"/>
                </a:cxn>
                <a:cxn ang="0">
                  <a:pos x="665" y="99"/>
                </a:cxn>
                <a:cxn ang="0">
                  <a:pos x="598" y="255"/>
                </a:cxn>
                <a:cxn ang="0">
                  <a:pos x="288" y="99"/>
                </a:cxn>
                <a:cxn ang="0">
                  <a:pos x="222" y="255"/>
                </a:cxn>
                <a:cxn ang="0">
                  <a:pos x="100" y="99"/>
                </a:cxn>
                <a:cxn ang="0">
                  <a:pos x="410" y="388"/>
                </a:cxn>
                <a:cxn ang="0">
                  <a:pos x="477" y="177"/>
                </a:cxn>
                <a:cxn ang="0">
                  <a:pos x="665" y="388"/>
                </a:cxn>
                <a:cxn ang="0">
                  <a:pos x="393" y="643"/>
                </a:cxn>
                <a:cxn ang="0">
                  <a:pos x="327" y="848"/>
                </a:cxn>
                <a:cxn ang="0">
                  <a:pos x="598" y="576"/>
                </a:cxn>
                <a:cxn ang="0">
                  <a:pos x="100" y="454"/>
                </a:cxn>
                <a:cxn ang="0">
                  <a:pos x="0" y="637"/>
                </a:cxn>
                <a:cxn ang="0">
                  <a:pos x="0" y="50"/>
                </a:cxn>
                <a:cxn ang="0">
                  <a:pos x="4" y="30"/>
                </a:cxn>
                <a:cxn ang="0">
                  <a:pos x="15" y="15"/>
                </a:cxn>
                <a:cxn ang="0">
                  <a:pos x="30" y="4"/>
                </a:cxn>
                <a:cxn ang="0">
                  <a:pos x="50" y="0"/>
                </a:cxn>
                <a:cxn ang="0">
                  <a:pos x="1269" y="0"/>
                </a:cxn>
                <a:cxn ang="0">
                  <a:pos x="1288" y="4"/>
                </a:cxn>
                <a:cxn ang="0">
                  <a:pos x="1304" y="15"/>
                </a:cxn>
                <a:cxn ang="0">
                  <a:pos x="1315" y="30"/>
                </a:cxn>
                <a:cxn ang="0">
                  <a:pos x="1319" y="50"/>
                </a:cxn>
                <a:cxn ang="0">
                  <a:pos x="1219" y="371"/>
                </a:cxn>
                <a:cxn ang="0">
                  <a:pos x="1075" y="255"/>
                </a:cxn>
                <a:cxn ang="0">
                  <a:pos x="1009" y="454"/>
                </a:cxn>
                <a:cxn ang="0">
                  <a:pos x="1009" y="188"/>
                </a:cxn>
                <a:cxn ang="0">
                  <a:pos x="1219" y="99"/>
                </a:cxn>
                <a:cxn ang="0">
                  <a:pos x="294" y="1141"/>
                </a:cxn>
                <a:cxn ang="0">
                  <a:pos x="260" y="1075"/>
                </a:cxn>
                <a:cxn ang="0">
                  <a:pos x="615" y="875"/>
                </a:cxn>
                <a:cxn ang="0">
                  <a:pos x="682" y="1141"/>
                </a:cxn>
                <a:cxn ang="0">
                  <a:pos x="477" y="1263"/>
                </a:cxn>
                <a:cxn ang="0">
                  <a:pos x="809" y="1075"/>
                </a:cxn>
                <a:cxn ang="0">
                  <a:pos x="1009" y="942"/>
                </a:cxn>
                <a:cxn ang="0">
                  <a:pos x="809" y="875"/>
                </a:cxn>
                <a:cxn ang="0">
                  <a:pos x="1075" y="1141"/>
                </a:cxn>
                <a:cxn ang="0">
                  <a:pos x="876" y="1263"/>
                </a:cxn>
                <a:cxn ang="0">
                  <a:pos x="1219" y="759"/>
                </a:cxn>
                <a:cxn ang="0">
                  <a:pos x="1319" y="1313"/>
                </a:cxn>
                <a:cxn ang="0">
                  <a:pos x="1318" y="1323"/>
                </a:cxn>
                <a:cxn ang="0">
                  <a:pos x="1311" y="1341"/>
                </a:cxn>
                <a:cxn ang="0">
                  <a:pos x="1297" y="1355"/>
                </a:cxn>
                <a:cxn ang="0">
                  <a:pos x="1279" y="1362"/>
                </a:cxn>
                <a:cxn ang="0">
                  <a:pos x="50" y="1363"/>
                </a:cxn>
                <a:cxn ang="0">
                  <a:pos x="40" y="1362"/>
                </a:cxn>
                <a:cxn ang="0">
                  <a:pos x="22" y="1355"/>
                </a:cxn>
                <a:cxn ang="0">
                  <a:pos x="8" y="1341"/>
                </a:cxn>
                <a:cxn ang="0">
                  <a:pos x="1" y="1323"/>
                </a:cxn>
                <a:cxn ang="0">
                  <a:pos x="0" y="870"/>
                </a:cxn>
                <a:cxn ang="0">
                  <a:pos x="100" y="1263"/>
                </a:cxn>
                <a:cxn ang="0">
                  <a:pos x="410" y="1141"/>
                </a:cxn>
                <a:cxn ang="0">
                  <a:pos x="294" y="1141"/>
                </a:cxn>
              </a:cxnLst>
              <a:rect l="0" t="0" r="r" b="b"/>
              <a:pathLst>
                <a:path w="1319" h="1363">
                  <a:moveTo>
                    <a:pt x="1219" y="99"/>
                  </a:moveTo>
                  <a:lnTo>
                    <a:pt x="876" y="99"/>
                  </a:lnTo>
                  <a:lnTo>
                    <a:pt x="876" y="576"/>
                  </a:lnTo>
                  <a:lnTo>
                    <a:pt x="992" y="576"/>
                  </a:lnTo>
                  <a:lnTo>
                    <a:pt x="992" y="643"/>
                  </a:lnTo>
                  <a:lnTo>
                    <a:pt x="809" y="643"/>
                  </a:lnTo>
                  <a:lnTo>
                    <a:pt x="809" y="99"/>
                  </a:lnTo>
                  <a:lnTo>
                    <a:pt x="665" y="99"/>
                  </a:lnTo>
                  <a:lnTo>
                    <a:pt x="665" y="255"/>
                  </a:lnTo>
                  <a:lnTo>
                    <a:pt x="598" y="255"/>
                  </a:lnTo>
                  <a:lnTo>
                    <a:pt x="598" y="99"/>
                  </a:lnTo>
                  <a:lnTo>
                    <a:pt x="288" y="99"/>
                  </a:lnTo>
                  <a:lnTo>
                    <a:pt x="288" y="255"/>
                  </a:lnTo>
                  <a:lnTo>
                    <a:pt x="222" y="255"/>
                  </a:lnTo>
                  <a:lnTo>
                    <a:pt x="222" y="99"/>
                  </a:lnTo>
                  <a:lnTo>
                    <a:pt x="100" y="99"/>
                  </a:lnTo>
                  <a:lnTo>
                    <a:pt x="100" y="388"/>
                  </a:lnTo>
                  <a:lnTo>
                    <a:pt x="410" y="388"/>
                  </a:lnTo>
                  <a:lnTo>
                    <a:pt x="410" y="177"/>
                  </a:lnTo>
                  <a:lnTo>
                    <a:pt x="477" y="177"/>
                  </a:lnTo>
                  <a:lnTo>
                    <a:pt x="477" y="388"/>
                  </a:lnTo>
                  <a:lnTo>
                    <a:pt x="665" y="388"/>
                  </a:lnTo>
                  <a:lnTo>
                    <a:pt x="665" y="643"/>
                  </a:lnTo>
                  <a:lnTo>
                    <a:pt x="393" y="643"/>
                  </a:lnTo>
                  <a:lnTo>
                    <a:pt x="393" y="848"/>
                  </a:lnTo>
                  <a:lnTo>
                    <a:pt x="327" y="848"/>
                  </a:lnTo>
                  <a:lnTo>
                    <a:pt x="327" y="576"/>
                  </a:lnTo>
                  <a:lnTo>
                    <a:pt x="598" y="576"/>
                  </a:lnTo>
                  <a:lnTo>
                    <a:pt x="598" y="454"/>
                  </a:lnTo>
                  <a:lnTo>
                    <a:pt x="100" y="454"/>
                  </a:lnTo>
                  <a:lnTo>
                    <a:pt x="100" y="637"/>
                  </a:lnTo>
                  <a:lnTo>
                    <a:pt x="0" y="637"/>
                  </a:lnTo>
                  <a:lnTo>
                    <a:pt x="0" y="50"/>
                  </a:lnTo>
                  <a:lnTo>
                    <a:pt x="0" y="50"/>
                  </a:lnTo>
                  <a:lnTo>
                    <a:pt x="1" y="40"/>
                  </a:lnTo>
                  <a:lnTo>
                    <a:pt x="4" y="30"/>
                  </a:lnTo>
                  <a:lnTo>
                    <a:pt x="8" y="22"/>
                  </a:lnTo>
                  <a:lnTo>
                    <a:pt x="15" y="15"/>
                  </a:lnTo>
                  <a:lnTo>
                    <a:pt x="22" y="8"/>
                  </a:lnTo>
                  <a:lnTo>
                    <a:pt x="30" y="4"/>
                  </a:lnTo>
                  <a:lnTo>
                    <a:pt x="40" y="1"/>
                  </a:lnTo>
                  <a:lnTo>
                    <a:pt x="50" y="0"/>
                  </a:lnTo>
                  <a:lnTo>
                    <a:pt x="1269" y="0"/>
                  </a:lnTo>
                  <a:lnTo>
                    <a:pt x="1269" y="0"/>
                  </a:lnTo>
                  <a:lnTo>
                    <a:pt x="1279" y="1"/>
                  </a:lnTo>
                  <a:lnTo>
                    <a:pt x="1288" y="4"/>
                  </a:lnTo>
                  <a:lnTo>
                    <a:pt x="1297" y="8"/>
                  </a:lnTo>
                  <a:lnTo>
                    <a:pt x="1304" y="15"/>
                  </a:lnTo>
                  <a:lnTo>
                    <a:pt x="1311" y="22"/>
                  </a:lnTo>
                  <a:lnTo>
                    <a:pt x="1315" y="30"/>
                  </a:lnTo>
                  <a:lnTo>
                    <a:pt x="1318" y="40"/>
                  </a:lnTo>
                  <a:lnTo>
                    <a:pt x="1319" y="50"/>
                  </a:lnTo>
                  <a:lnTo>
                    <a:pt x="1319" y="429"/>
                  </a:lnTo>
                  <a:lnTo>
                    <a:pt x="1219" y="371"/>
                  </a:lnTo>
                  <a:lnTo>
                    <a:pt x="1219" y="255"/>
                  </a:lnTo>
                  <a:lnTo>
                    <a:pt x="1075" y="255"/>
                  </a:lnTo>
                  <a:lnTo>
                    <a:pt x="1075" y="454"/>
                  </a:lnTo>
                  <a:lnTo>
                    <a:pt x="1009" y="454"/>
                  </a:lnTo>
                  <a:lnTo>
                    <a:pt x="1009" y="188"/>
                  </a:lnTo>
                  <a:lnTo>
                    <a:pt x="1009" y="188"/>
                  </a:lnTo>
                  <a:lnTo>
                    <a:pt x="1219" y="188"/>
                  </a:lnTo>
                  <a:lnTo>
                    <a:pt x="1219" y="99"/>
                  </a:lnTo>
                  <a:lnTo>
                    <a:pt x="1219" y="99"/>
                  </a:lnTo>
                  <a:close/>
                  <a:moveTo>
                    <a:pt x="294" y="1141"/>
                  </a:moveTo>
                  <a:lnTo>
                    <a:pt x="260" y="1141"/>
                  </a:lnTo>
                  <a:lnTo>
                    <a:pt x="260" y="1075"/>
                  </a:lnTo>
                  <a:lnTo>
                    <a:pt x="615" y="1075"/>
                  </a:lnTo>
                  <a:lnTo>
                    <a:pt x="615" y="875"/>
                  </a:lnTo>
                  <a:lnTo>
                    <a:pt x="682" y="875"/>
                  </a:lnTo>
                  <a:lnTo>
                    <a:pt x="682" y="1141"/>
                  </a:lnTo>
                  <a:lnTo>
                    <a:pt x="477" y="1141"/>
                  </a:lnTo>
                  <a:lnTo>
                    <a:pt x="477" y="1263"/>
                  </a:lnTo>
                  <a:lnTo>
                    <a:pt x="809" y="1263"/>
                  </a:lnTo>
                  <a:lnTo>
                    <a:pt x="809" y="1075"/>
                  </a:lnTo>
                  <a:lnTo>
                    <a:pt x="1009" y="1075"/>
                  </a:lnTo>
                  <a:lnTo>
                    <a:pt x="1009" y="942"/>
                  </a:lnTo>
                  <a:lnTo>
                    <a:pt x="809" y="942"/>
                  </a:lnTo>
                  <a:lnTo>
                    <a:pt x="809" y="875"/>
                  </a:lnTo>
                  <a:lnTo>
                    <a:pt x="1075" y="875"/>
                  </a:lnTo>
                  <a:lnTo>
                    <a:pt x="1075" y="1141"/>
                  </a:lnTo>
                  <a:lnTo>
                    <a:pt x="876" y="1141"/>
                  </a:lnTo>
                  <a:lnTo>
                    <a:pt x="876" y="1263"/>
                  </a:lnTo>
                  <a:lnTo>
                    <a:pt x="1219" y="1263"/>
                  </a:lnTo>
                  <a:lnTo>
                    <a:pt x="1219" y="759"/>
                  </a:lnTo>
                  <a:lnTo>
                    <a:pt x="1319" y="701"/>
                  </a:lnTo>
                  <a:lnTo>
                    <a:pt x="1319" y="1313"/>
                  </a:lnTo>
                  <a:lnTo>
                    <a:pt x="1319" y="1313"/>
                  </a:lnTo>
                  <a:lnTo>
                    <a:pt x="1318" y="1323"/>
                  </a:lnTo>
                  <a:lnTo>
                    <a:pt x="1315" y="1333"/>
                  </a:lnTo>
                  <a:lnTo>
                    <a:pt x="1311" y="1341"/>
                  </a:lnTo>
                  <a:lnTo>
                    <a:pt x="1304" y="1348"/>
                  </a:lnTo>
                  <a:lnTo>
                    <a:pt x="1297" y="1355"/>
                  </a:lnTo>
                  <a:lnTo>
                    <a:pt x="1288" y="1359"/>
                  </a:lnTo>
                  <a:lnTo>
                    <a:pt x="1279" y="1362"/>
                  </a:lnTo>
                  <a:lnTo>
                    <a:pt x="1269" y="1363"/>
                  </a:lnTo>
                  <a:lnTo>
                    <a:pt x="50" y="1363"/>
                  </a:lnTo>
                  <a:lnTo>
                    <a:pt x="50" y="1363"/>
                  </a:lnTo>
                  <a:lnTo>
                    <a:pt x="40" y="1362"/>
                  </a:lnTo>
                  <a:lnTo>
                    <a:pt x="30" y="1359"/>
                  </a:lnTo>
                  <a:lnTo>
                    <a:pt x="22" y="1355"/>
                  </a:lnTo>
                  <a:lnTo>
                    <a:pt x="15" y="1348"/>
                  </a:lnTo>
                  <a:lnTo>
                    <a:pt x="8" y="1341"/>
                  </a:lnTo>
                  <a:lnTo>
                    <a:pt x="4" y="1333"/>
                  </a:lnTo>
                  <a:lnTo>
                    <a:pt x="1" y="1323"/>
                  </a:lnTo>
                  <a:lnTo>
                    <a:pt x="0" y="1313"/>
                  </a:lnTo>
                  <a:lnTo>
                    <a:pt x="0" y="870"/>
                  </a:lnTo>
                  <a:lnTo>
                    <a:pt x="100" y="870"/>
                  </a:lnTo>
                  <a:lnTo>
                    <a:pt x="100" y="1263"/>
                  </a:lnTo>
                  <a:lnTo>
                    <a:pt x="410" y="1263"/>
                  </a:lnTo>
                  <a:lnTo>
                    <a:pt x="410" y="1141"/>
                  </a:lnTo>
                  <a:lnTo>
                    <a:pt x="294" y="1141"/>
                  </a:lnTo>
                  <a:lnTo>
                    <a:pt x="294" y="114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solidFill>
                  <a:srgbClr val="000000"/>
                </a:solidFill>
              </a:endParaRPr>
            </a:p>
          </p:txBody>
        </p:sp>
      </p:grpSp>
    </p:spTree>
    <p:extLst>
      <p:ext uri="{BB962C8B-B14F-4D97-AF65-F5344CB8AC3E}">
        <p14:creationId xmlns:p14="http://schemas.microsoft.com/office/powerpoint/2010/main" val="192338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4FB66-0622-E9AC-85BF-CC5BEF35356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5FC804F-8970-7FA3-50C5-20B829A3B8D0}"/>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solidFill>
                  <a:schemeClr val="tx2"/>
                </a:solidFill>
              </a:rPr>
              <a:t>We developed a high-level IT initiative roadmap to act on key priorities over 3 time horizons </a:t>
            </a:r>
          </a:p>
        </p:txBody>
      </p:sp>
      <p:graphicFrame>
        <p:nvGraphicFramePr>
          <p:cNvPr id="4" name="Table 3">
            <a:extLst>
              <a:ext uri="{FF2B5EF4-FFF2-40B4-BE49-F238E27FC236}">
                <a16:creationId xmlns:a16="http://schemas.microsoft.com/office/drawing/2014/main" id="{06967857-A0C6-5B9F-72CB-0468CD7F8123}"/>
              </a:ext>
            </a:extLst>
          </p:cNvPr>
          <p:cNvGraphicFramePr>
            <a:graphicFrameLocks noGrp="1"/>
          </p:cNvGraphicFramePr>
          <p:nvPr>
            <p:extLst>
              <p:ext uri="{D42A27DB-BD31-4B8C-83A1-F6EECF244321}">
                <p14:modId xmlns:p14="http://schemas.microsoft.com/office/powerpoint/2010/main" val="461968650"/>
              </p:ext>
            </p:extLst>
          </p:nvPr>
        </p:nvGraphicFramePr>
        <p:xfrm>
          <a:off x="495300" y="914400"/>
          <a:ext cx="11247120" cy="5349240"/>
        </p:xfrm>
        <a:graphic>
          <a:graphicData uri="http://schemas.openxmlformats.org/drawingml/2006/table">
            <a:tbl>
              <a:tblPr firstRow="1">
                <a:tableStyleId>{5C22544A-7EE6-4342-B048-85BDC9FD1C3A}</a:tableStyleId>
              </a:tblPr>
              <a:tblGrid>
                <a:gridCol w="1371600">
                  <a:extLst>
                    <a:ext uri="{9D8B030D-6E8A-4147-A177-3AD203B41FA5}">
                      <a16:colId xmlns:a16="http://schemas.microsoft.com/office/drawing/2014/main" val="2994748360"/>
                    </a:ext>
                  </a:extLst>
                </a:gridCol>
                <a:gridCol w="3291840">
                  <a:extLst>
                    <a:ext uri="{9D8B030D-6E8A-4147-A177-3AD203B41FA5}">
                      <a16:colId xmlns:a16="http://schemas.microsoft.com/office/drawing/2014/main" val="3121520198"/>
                    </a:ext>
                  </a:extLst>
                </a:gridCol>
                <a:gridCol w="3291840">
                  <a:extLst>
                    <a:ext uri="{9D8B030D-6E8A-4147-A177-3AD203B41FA5}">
                      <a16:colId xmlns:a16="http://schemas.microsoft.com/office/drawing/2014/main" val="4027556802"/>
                    </a:ext>
                  </a:extLst>
                </a:gridCol>
                <a:gridCol w="3291840">
                  <a:extLst>
                    <a:ext uri="{9D8B030D-6E8A-4147-A177-3AD203B41FA5}">
                      <a16:colId xmlns:a16="http://schemas.microsoft.com/office/drawing/2014/main" val="1670014721"/>
                    </a:ext>
                  </a:extLst>
                </a:gridCol>
              </a:tblGrid>
              <a:tr h="548640">
                <a:tc>
                  <a:txBody>
                    <a:bodyPr/>
                    <a:lstStyle/>
                    <a:p>
                      <a:pPr algn="ctr"/>
                      <a:r>
                        <a:rPr lang="en-US" sz="1400"/>
                        <a:t>Key Priorities</a:t>
                      </a:r>
                    </a:p>
                  </a:txBody>
                  <a:tcPr anchor="ctr"/>
                </a:tc>
                <a:tc>
                  <a:txBody>
                    <a:bodyPr/>
                    <a:lstStyle/>
                    <a:p>
                      <a:pPr algn="ctr"/>
                      <a:r>
                        <a:rPr lang="en-US" sz="1400"/>
                        <a:t>Continue / Now</a:t>
                      </a:r>
                    </a:p>
                    <a:p>
                      <a:pPr algn="ctr"/>
                      <a:r>
                        <a:rPr lang="en-US" sz="1100" i="1"/>
                        <a:t>(3-6 months)</a:t>
                      </a:r>
                    </a:p>
                  </a:txBody>
                  <a:tcPr anchor="ctr">
                    <a:solidFill>
                      <a:schemeClr val="accent1"/>
                    </a:solidFill>
                  </a:tcPr>
                </a:tc>
                <a:tc>
                  <a:txBody>
                    <a:bodyPr/>
                    <a:lstStyle/>
                    <a:p>
                      <a:pPr algn="ctr"/>
                      <a:r>
                        <a:rPr lang="en-US" sz="1400"/>
                        <a:t>Next</a:t>
                      </a:r>
                    </a:p>
                    <a:p>
                      <a:pPr algn="ctr"/>
                      <a:r>
                        <a:rPr lang="en-US" sz="1100" i="1"/>
                        <a:t>(6-12 months)</a:t>
                      </a:r>
                    </a:p>
                  </a:txBody>
                  <a:tcPr anchor="ctr">
                    <a:solidFill>
                      <a:schemeClr val="accent1"/>
                    </a:solidFill>
                  </a:tcPr>
                </a:tc>
                <a:tc>
                  <a:txBody>
                    <a:bodyPr/>
                    <a:lstStyle/>
                    <a:p>
                      <a:pPr algn="ctr"/>
                      <a:r>
                        <a:rPr lang="en-US" sz="1400"/>
                        <a:t>After</a:t>
                      </a:r>
                    </a:p>
                    <a:p>
                      <a:pPr algn="ctr"/>
                      <a:r>
                        <a:rPr lang="en-US" sz="1100" i="1"/>
                        <a:t>(12+ months)</a:t>
                      </a:r>
                    </a:p>
                  </a:txBody>
                  <a:tcPr anchor="ctr">
                    <a:solidFill>
                      <a:schemeClr val="accent1"/>
                    </a:solidFill>
                  </a:tcPr>
                </a:tc>
                <a:extLst>
                  <a:ext uri="{0D108BD9-81ED-4DB2-BD59-A6C34878D82A}">
                    <a16:rowId xmlns:a16="http://schemas.microsoft.com/office/drawing/2014/main" val="3802948181"/>
                  </a:ext>
                </a:extLst>
              </a:tr>
              <a:tr h="0">
                <a:tc>
                  <a:txBody>
                    <a:bodyPr/>
                    <a:lstStyle/>
                    <a:p>
                      <a:pPr algn="ctr"/>
                      <a:r>
                        <a:rPr lang="en-US" sz="1100" b="1">
                          <a:solidFill>
                            <a:schemeClr val="accent3"/>
                          </a:solidFill>
                        </a:rPr>
                        <a:t>Control Demand and Supply</a:t>
                      </a:r>
                    </a:p>
                  </a:txBody>
                  <a:tcPr anchor="ctr">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0"/>
                        <a:t>Establish and enforce </a:t>
                      </a:r>
                      <a:r>
                        <a:rPr lang="en-US" sz="900" b="1"/>
                        <a:t>single demand intake governance </a:t>
                      </a:r>
                    </a:p>
                    <a:p>
                      <a:pPr marL="137160" indent="-137160">
                        <a:spcAft>
                          <a:spcPts val="300"/>
                        </a:spcAft>
                        <a:buFont typeface="Arial" panose="020B0604020202020204" pitchFamily="34" charset="0"/>
                        <a:buChar char="•"/>
                      </a:pPr>
                      <a:r>
                        <a:rPr lang="en-US" sz="900" b="0"/>
                        <a:t>Develop and </a:t>
                      </a:r>
                      <a:r>
                        <a:rPr lang="en-US" sz="900" b="1"/>
                        <a:t>track all IT demand as part of defined portfolios</a:t>
                      </a:r>
                    </a:p>
                    <a:p>
                      <a:pPr marL="137160" indent="-137160">
                        <a:spcAft>
                          <a:spcPts val="300"/>
                        </a:spcAft>
                        <a:buFont typeface="Arial" panose="020B0604020202020204" pitchFamily="34" charset="0"/>
                        <a:buChar char="•"/>
                      </a:pPr>
                      <a:r>
                        <a:rPr lang="en-US" sz="900" b="0"/>
                        <a:t>Implement an </a:t>
                      </a:r>
                      <a:r>
                        <a:rPr lang="en-US" sz="900" b="1"/>
                        <a:t>OKR Driven Prioritization Framework</a:t>
                      </a:r>
                    </a:p>
                  </a:txBody>
                  <a:tcPr anchor="ctr">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0"/>
                        <a:t>Implement </a:t>
                      </a:r>
                      <a:r>
                        <a:rPr lang="en-US" sz="900" b="1"/>
                        <a:t>consistent</a:t>
                      </a:r>
                      <a:r>
                        <a:rPr lang="en-US" sz="900" b="0"/>
                        <a:t> </a:t>
                      </a:r>
                      <a:r>
                        <a:rPr lang="en-US" sz="900" b="1"/>
                        <a:t>resource capacity governance </a:t>
                      </a:r>
                      <a:r>
                        <a:rPr lang="en-US" sz="900" b="0"/>
                        <a:t>standards, and tooling</a:t>
                      </a:r>
                    </a:p>
                  </a:txBody>
                  <a:tcPr anchor="ctr">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endParaRPr lang="en-US" sz="900"/>
                    </a:p>
                  </a:txBody>
                  <a:tcPr anchor="ctr">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3022102265"/>
                  </a:ext>
                </a:extLst>
              </a:tr>
              <a:tr h="548640">
                <a:tc>
                  <a:txBody>
                    <a:bodyPr/>
                    <a:lstStyle/>
                    <a:p>
                      <a:pPr algn="ctr"/>
                      <a:r>
                        <a:rPr lang="en-US" sz="1100" b="1">
                          <a:solidFill>
                            <a:schemeClr val="accent3"/>
                          </a:solidFill>
                        </a:rPr>
                        <a:t>Do more with the same</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0"/>
                        <a:t>Stabilize and </a:t>
                      </a:r>
                      <a:r>
                        <a:rPr lang="en-US" sz="900" b="1"/>
                        <a:t>mature new supplier relationships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1"/>
                        <a:t>Develop a sourcing strategy </a:t>
                      </a:r>
                      <a:r>
                        <a:rPr lang="en-US" sz="900" b="0"/>
                        <a:t>to identify key capabilities to augment with additional supplier capacity</a:t>
                      </a:r>
                    </a:p>
                    <a:p>
                      <a:pPr marL="137160" indent="-137160">
                        <a:spcAft>
                          <a:spcPts val="300"/>
                        </a:spcAft>
                        <a:buFont typeface="Arial" panose="020B0604020202020204" pitchFamily="34" charset="0"/>
                        <a:buChar char="•"/>
                      </a:pPr>
                      <a:r>
                        <a:rPr lang="en-US" sz="900" b="1"/>
                        <a:t>Implement lean process evaluation</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1"/>
                        <a:t>Automate highly manual tasks and workflows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2243946469"/>
                  </a:ext>
                </a:extLst>
              </a:tr>
              <a:tr h="0">
                <a:tc>
                  <a:txBody>
                    <a:bodyPr/>
                    <a:lstStyle/>
                    <a:p>
                      <a:pPr algn="ctr"/>
                      <a:r>
                        <a:rPr lang="en-US" sz="1100" b="1">
                          <a:solidFill>
                            <a:schemeClr val="accent3"/>
                          </a:solidFill>
                        </a:rPr>
                        <a:t>Enhance Technology Resiliency</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0"/>
                        <a:t>Evaluate </a:t>
                      </a:r>
                      <a:r>
                        <a:rPr lang="en-US" sz="900" b="1"/>
                        <a:t>tool</a:t>
                      </a:r>
                      <a:r>
                        <a:rPr lang="en-US" sz="900" b="0"/>
                        <a:t> </a:t>
                      </a:r>
                      <a:r>
                        <a:rPr lang="en-US" sz="900" b="1"/>
                        <a:t>to</a:t>
                      </a:r>
                      <a:r>
                        <a:rPr lang="en-US" sz="900" b="0"/>
                        <a:t> </a:t>
                      </a:r>
                      <a:r>
                        <a:rPr lang="en-US" sz="900" b="1"/>
                        <a:t>simulate performance testing </a:t>
                      </a:r>
                    </a:p>
                    <a:p>
                      <a:pPr marL="137160" indent="-137160">
                        <a:spcAft>
                          <a:spcPts val="300"/>
                        </a:spcAft>
                        <a:buFont typeface="Arial" panose="020B0604020202020204" pitchFamily="34" charset="0"/>
                        <a:buChar char="•"/>
                      </a:pPr>
                      <a:r>
                        <a:rPr lang="en-US" sz="900" b="0"/>
                        <a:t>Identify and </a:t>
                      </a:r>
                      <a:r>
                        <a:rPr lang="en-US" sz="900" b="1"/>
                        <a:t>implement alerting tools </a:t>
                      </a:r>
                      <a:r>
                        <a:rPr lang="en-US" sz="900" b="0"/>
                        <a:t>(e.g., Pager Duty)</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Continue Azure migration </a:t>
                      </a:r>
                      <a:r>
                        <a:rPr lang="en-US" sz="900" b="0"/>
                        <a:t>from testing through security</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Identify critical single point of failure roles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1"/>
                        <a:t>Define and test BC/DR plan </a:t>
                      </a:r>
                      <a:r>
                        <a:rPr lang="en-US" sz="900" b="0"/>
                        <a:t>for both on-prem and cloud hosting environments</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a:t>Develop and </a:t>
                      </a:r>
                      <a:r>
                        <a:rPr lang="en-US" sz="900" b="1"/>
                        <a:t>implement mitigation plans for single points of failure roles </a:t>
                      </a:r>
                      <a:r>
                        <a:rPr lang="en-US" sz="900" b="0"/>
                        <a:t>including required segregation of duties</a:t>
                      </a:r>
                    </a:p>
                    <a:p>
                      <a:pPr marL="137160" indent="-137160">
                        <a:spcAft>
                          <a:spcPts val="300"/>
                        </a:spcAft>
                        <a:buFont typeface="Arial" panose="020B0604020202020204" pitchFamily="34" charset="0"/>
                        <a:buChar char="•"/>
                      </a:pPr>
                      <a:r>
                        <a:rPr lang="en-US" sz="900" b="1"/>
                        <a:t>Centralize and standardize documentation </a:t>
                      </a:r>
                      <a:r>
                        <a:rPr lang="en-US" sz="900" b="0"/>
                        <a:t>to reduce siloed knowledge risk (e.g., runbooks, SOPs, architecture) </a:t>
                      </a:r>
                    </a:p>
                    <a:p>
                      <a:pPr marL="137160" indent="-137160">
                        <a:spcAft>
                          <a:spcPts val="300"/>
                        </a:spcAft>
                        <a:buFont typeface="Arial" panose="020B0604020202020204" pitchFamily="34" charset="0"/>
                        <a:buChar char="•"/>
                      </a:pPr>
                      <a:r>
                        <a:rPr lang="en-US" sz="900" b="1"/>
                        <a:t>Set up a lab store </a:t>
                      </a:r>
                      <a:r>
                        <a:rPr lang="en-US" sz="900" b="0"/>
                        <a:t>for testing </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a:t>Establish a </a:t>
                      </a:r>
                      <a:r>
                        <a:rPr lang="en-US" sz="900" b="1"/>
                        <a:t>single source of truth for store technology assets</a:t>
                      </a:r>
                      <a:r>
                        <a:rPr lang="en-US" sz="900"/>
                        <a:t> (e.g., devices)</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a:t>D</a:t>
                      </a:r>
                      <a:r>
                        <a:rPr lang="en-US" sz="900"/>
                        <a:t>evelop and </a:t>
                      </a:r>
                      <a:r>
                        <a:rPr lang="en-US" sz="900" b="1"/>
                        <a:t>deploy self-service support portals and knowledge bases</a:t>
                      </a:r>
                      <a:r>
                        <a:rPr lang="en-US" sz="900"/>
                        <a:t> for store staff, enhanced with GenAI</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3480984215"/>
                  </a:ext>
                </a:extLst>
              </a:tr>
              <a:tr h="0">
                <a:tc>
                  <a:txBody>
                    <a:bodyPr/>
                    <a:lstStyle/>
                    <a:p>
                      <a:pPr algn="ctr"/>
                      <a:r>
                        <a:rPr lang="en-US" sz="1100" b="1">
                          <a:solidFill>
                            <a:schemeClr val="accent3"/>
                          </a:solidFill>
                        </a:rPr>
                        <a:t>Rearchitect for the Future</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0"/>
                        <a:t>Establish </a:t>
                      </a:r>
                      <a:r>
                        <a:rPr lang="en-US" sz="900" b="1"/>
                        <a:t>LeanIX as an enablement platform </a:t>
                      </a:r>
                      <a:r>
                        <a:rPr lang="en-US" sz="900" b="0"/>
                        <a:t>for onboarding and resiliency</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Implement IPaaS</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kern="1200">
                          <a:solidFill>
                            <a:schemeClr val="dk1"/>
                          </a:solidFill>
                          <a:latin typeface="+mn-lt"/>
                          <a:ea typeface="+mn-ea"/>
                          <a:cs typeface="+mn-cs"/>
                        </a:rPr>
                        <a:t>Define and </a:t>
                      </a:r>
                      <a:r>
                        <a:rPr lang="en-US" sz="900" b="1" kern="1200">
                          <a:solidFill>
                            <a:schemeClr val="dk1"/>
                          </a:solidFill>
                          <a:latin typeface="+mn-lt"/>
                          <a:ea typeface="+mn-ea"/>
                          <a:cs typeface="+mn-cs"/>
                        </a:rPr>
                        <a:t>transition to a microservices architecture</a:t>
                      </a:r>
                      <a:endParaRPr lang="en-US" sz="900" b="1"/>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Transition to a PUB/SUB model</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kern="1200">
                          <a:solidFill>
                            <a:schemeClr val="dk1"/>
                          </a:solidFill>
                          <a:latin typeface="+mn-lt"/>
                          <a:ea typeface="+mn-ea"/>
                          <a:cs typeface="+mn-cs"/>
                        </a:rPr>
                        <a:t>Implement a Unified Point of Sale </a:t>
                      </a:r>
                      <a:r>
                        <a:rPr lang="en-US" sz="900" b="0" kern="1200">
                          <a:solidFill>
                            <a:schemeClr val="dk1"/>
                          </a:solidFill>
                          <a:latin typeface="+mn-lt"/>
                          <a:ea typeface="+mn-ea"/>
                          <a:cs typeface="+mn-cs"/>
                        </a:rPr>
                        <a:t>and shift to browser in stores</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kern="1200">
                          <a:solidFill>
                            <a:schemeClr val="dk1"/>
                          </a:solidFill>
                          <a:latin typeface="+mn-lt"/>
                          <a:ea typeface="+mn-ea"/>
                          <a:cs typeface="+mn-cs"/>
                        </a:rPr>
                        <a:t>Reduce customization of systems of record </a:t>
                      </a:r>
                      <a:r>
                        <a:rPr lang="en-US" sz="900" b="0" kern="1200">
                          <a:solidFill>
                            <a:schemeClr val="dk1"/>
                          </a:solidFill>
                          <a:latin typeface="+mn-lt"/>
                          <a:ea typeface="+mn-ea"/>
                          <a:cs typeface="+mn-cs"/>
                        </a:rPr>
                        <a:t>by shifting differentiation to the services layer</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1753152834"/>
                  </a:ext>
                </a:extLst>
              </a:tr>
              <a:tr h="457200">
                <a:tc>
                  <a:txBody>
                    <a:bodyPr/>
                    <a:lstStyle/>
                    <a:p>
                      <a:pPr algn="ctr"/>
                      <a:r>
                        <a:rPr lang="en-US" sz="1100" b="1">
                          <a:solidFill>
                            <a:schemeClr val="accent3"/>
                          </a:solidFill>
                        </a:rPr>
                        <a:t>Leverage Data as an Asset</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a:t>Ruthless </a:t>
                      </a:r>
                      <a:r>
                        <a:rPr lang="en-US" sz="900" b="1"/>
                        <a:t>rationalization of business intelligence </a:t>
                      </a:r>
                      <a:r>
                        <a:rPr lang="en-US" sz="900" b="0"/>
                        <a:t>and reporting</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1"/>
                        <a:t>Establish a lakehouse data architecture</a:t>
                      </a:r>
                    </a:p>
                    <a:p>
                      <a:pPr marL="137160" indent="-137160">
                        <a:spcAft>
                          <a:spcPts val="300"/>
                        </a:spcAft>
                        <a:buFont typeface="Arial" panose="020B0604020202020204" pitchFamily="34" charset="0"/>
                        <a:buChar char="•"/>
                      </a:pPr>
                      <a:r>
                        <a:rPr lang="en-US" sz="900" b="1"/>
                        <a:t>Create data marts </a:t>
                      </a:r>
                      <a:r>
                        <a:rPr lang="en-US" sz="900" b="0"/>
                        <a:t>for AI use cases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Implement semantic data modeling and governance</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17129602"/>
                  </a:ext>
                </a:extLst>
              </a:tr>
              <a:tr h="548640">
                <a:tc>
                  <a:txBody>
                    <a:bodyPr/>
                    <a:lstStyle/>
                    <a:p>
                      <a:pPr algn="ctr"/>
                      <a:r>
                        <a:rPr lang="en-US" sz="1100" b="1">
                          <a:solidFill>
                            <a:schemeClr val="accent3"/>
                          </a:solidFill>
                        </a:rPr>
                        <a:t>Enable AI</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1"/>
                        <a:t>Establish AI Counsel </a:t>
                      </a:r>
                      <a:r>
                        <a:rPr lang="en-US" sz="900" b="0"/>
                        <a:t>and </a:t>
                      </a:r>
                      <a:r>
                        <a:rPr lang="en-US" sz="900" b="1"/>
                        <a:t>use case backlog</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a:t>Continue </a:t>
                      </a:r>
                      <a:r>
                        <a:rPr lang="en-US" sz="900" b="1"/>
                        <a:t>AI training and prototyping/piloting of </a:t>
                      </a:r>
                      <a:r>
                        <a:rPr lang="en-US" sz="900" b="0"/>
                        <a:t>use cases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0"/>
                        <a:t>Select and </a:t>
                      </a:r>
                      <a:r>
                        <a:rPr lang="en-US" sz="900" b="1"/>
                        <a:t>establish a vendor ecosystem of strategic AI partnerships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Deploy agentic platform</a:t>
                      </a:r>
                      <a:endParaRPr lang="en-US" sz="900" b="0"/>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137403452"/>
                  </a:ext>
                </a:extLst>
              </a:tr>
              <a:tr h="548640">
                <a:tc>
                  <a:txBody>
                    <a:bodyPr/>
                    <a:lstStyle/>
                    <a:p>
                      <a:pPr algn="ctr"/>
                      <a:r>
                        <a:rPr lang="en-US" sz="1100" b="1">
                          <a:solidFill>
                            <a:schemeClr val="accent3"/>
                          </a:solidFill>
                        </a:rPr>
                        <a:t>Transform our Operating Model</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1"/>
                        <a:t>Pilot new ways of working </a:t>
                      </a:r>
                      <a:r>
                        <a:rPr lang="en-US" sz="900" b="0"/>
                        <a:t>with key FY26 projects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0"/>
                        <a:t>Develop and update </a:t>
                      </a:r>
                      <a:r>
                        <a:rPr lang="en-US" sz="900" b="1"/>
                        <a:t>onboarding runbook for key roles</a:t>
                      </a:r>
                    </a:p>
                    <a:p>
                      <a:pPr marL="137160" indent="-137160">
                        <a:spcAft>
                          <a:spcPts val="300"/>
                        </a:spcAft>
                        <a:buFont typeface="Arial" panose="020B0604020202020204" pitchFamily="34" charset="0"/>
                        <a:buChar char="•"/>
                      </a:pPr>
                      <a:r>
                        <a:rPr lang="en-US" sz="900" b="1"/>
                        <a:t>Establish formal product ownership </a:t>
                      </a:r>
                      <a:r>
                        <a:rPr lang="en-US" sz="900" b="0"/>
                        <a:t>beyond e-commerce</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a:t>Transform the organization structure </a:t>
                      </a:r>
                      <a:r>
                        <a:rPr lang="en-US" sz="900"/>
                        <a:t>to a </a:t>
                      </a:r>
                      <a:r>
                        <a:rPr lang="en-US" sz="900" b="1"/>
                        <a:t>organize around a single development and single product team</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2360722604"/>
                  </a:ext>
                </a:extLst>
              </a:tr>
            </a:tbl>
          </a:graphicData>
        </a:graphic>
      </p:graphicFrame>
    </p:spTree>
    <p:extLst>
      <p:ext uri="{BB962C8B-B14F-4D97-AF65-F5344CB8AC3E}">
        <p14:creationId xmlns:p14="http://schemas.microsoft.com/office/powerpoint/2010/main" val="3385398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FCA99-01A2-55E8-314F-E3DCBB87B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0CCBEA-F294-3D54-5FB9-A68B67A803D5}"/>
              </a:ext>
            </a:extLst>
          </p:cNvPr>
          <p:cNvSpPr>
            <a:spLocks noGrp="1"/>
          </p:cNvSpPr>
          <p:nvPr>
            <p:ph type="ctrTitle"/>
          </p:nvPr>
        </p:nvSpPr>
        <p:spPr/>
        <p:txBody>
          <a:bodyPr/>
          <a:lstStyle/>
          <a:p>
            <a:r>
              <a:rPr lang="en-US" b="1"/>
              <a:t>The Path Forward</a:t>
            </a:r>
          </a:p>
        </p:txBody>
      </p:sp>
      <p:sp>
        <p:nvSpPr>
          <p:cNvPr id="3" name="Text Placeholder 2">
            <a:extLst>
              <a:ext uri="{FF2B5EF4-FFF2-40B4-BE49-F238E27FC236}">
                <a16:creationId xmlns:a16="http://schemas.microsoft.com/office/drawing/2014/main" id="{4F191761-9439-1A3E-D5E4-1648D6C07323}"/>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59219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31787-3101-F7C8-0D9C-C1CCD819751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EF20616-AD4B-4931-46D0-A3BAEECF6FE1}"/>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solidFill>
                  <a:schemeClr val="tx2"/>
                </a:solidFill>
              </a:rPr>
              <a:t>We focused on a few key areas we believe we can help you to achieve your maturity goals</a:t>
            </a:r>
          </a:p>
        </p:txBody>
      </p:sp>
      <p:graphicFrame>
        <p:nvGraphicFramePr>
          <p:cNvPr id="3" name="Table 2">
            <a:extLst>
              <a:ext uri="{FF2B5EF4-FFF2-40B4-BE49-F238E27FC236}">
                <a16:creationId xmlns:a16="http://schemas.microsoft.com/office/drawing/2014/main" id="{BE0B36DD-7008-2DB8-8748-A0FBFCB0CB34}"/>
              </a:ext>
            </a:extLst>
          </p:cNvPr>
          <p:cNvGraphicFramePr>
            <a:graphicFrameLocks noGrp="1"/>
          </p:cNvGraphicFramePr>
          <p:nvPr>
            <p:extLst>
              <p:ext uri="{D42A27DB-BD31-4B8C-83A1-F6EECF244321}">
                <p14:modId xmlns:p14="http://schemas.microsoft.com/office/powerpoint/2010/main" val="3866343101"/>
              </p:ext>
            </p:extLst>
          </p:nvPr>
        </p:nvGraphicFramePr>
        <p:xfrm>
          <a:off x="495300" y="914400"/>
          <a:ext cx="11247120" cy="5349240"/>
        </p:xfrm>
        <a:graphic>
          <a:graphicData uri="http://schemas.openxmlformats.org/drawingml/2006/table">
            <a:tbl>
              <a:tblPr firstRow="1">
                <a:tableStyleId>{5C22544A-7EE6-4342-B048-85BDC9FD1C3A}</a:tableStyleId>
              </a:tblPr>
              <a:tblGrid>
                <a:gridCol w="1371600">
                  <a:extLst>
                    <a:ext uri="{9D8B030D-6E8A-4147-A177-3AD203B41FA5}">
                      <a16:colId xmlns:a16="http://schemas.microsoft.com/office/drawing/2014/main" val="2994748360"/>
                    </a:ext>
                  </a:extLst>
                </a:gridCol>
                <a:gridCol w="3291840">
                  <a:extLst>
                    <a:ext uri="{9D8B030D-6E8A-4147-A177-3AD203B41FA5}">
                      <a16:colId xmlns:a16="http://schemas.microsoft.com/office/drawing/2014/main" val="3121520198"/>
                    </a:ext>
                  </a:extLst>
                </a:gridCol>
                <a:gridCol w="3291840">
                  <a:extLst>
                    <a:ext uri="{9D8B030D-6E8A-4147-A177-3AD203B41FA5}">
                      <a16:colId xmlns:a16="http://schemas.microsoft.com/office/drawing/2014/main" val="4027556802"/>
                    </a:ext>
                  </a:extLst>
                </a:gridCol>
                <a:gridCol w="3291840">
                  <a:extLst>
                    <a:ext uri="{9D8B030D-6E8A-4147-A177-3AD203B41FA5}">
                      <a16:colId xmlns:a16="http://schemas.microsoft.com/office/drawing/2014/main" val="1670014721"/>
                    </a:ext>
                  </a:extLst>
                </a:gridCol>
              </a:tblGrid>
              <a:tr h="548640">
                <a:tc>
                  <a:txBody>
                    <a:bodyPr/>
                    <a:lstStyle/>
                    <a:p>
                      <a:pPr algn="ctr"/>
                      <a:r>
                        <a:rPr lang="en-US" sz="1400"/>
                        <a:t>Key Priorities</a:t>
                      </a:r>
                    </a:p>
                  </a:txBody>
                  <a:tcPr anchor="ctr"/>
                </a:tc>
                <a:tc>
                  <a:txBody>
                    <a:bodyPr/>
                    <a:lstStyle/>
                    <a:p>
                      <a:pPr algn="ctr"/>
                      <a:r>
                        <a:rPr lang="en-US" sz="1400"/>
                        <a:t>Continue / Now</a:t>
                      </a:r>
                    </a:p>
                    <a:p>
                      <a:pPr algn="ctr"/>
                      <a:r>
                        <a:rPr lang="en-US" sz="1100" i="1"/>
                        <a:t>(3-6 months)</a:t>
                      </a:r>
                    </a:p>
                  </a:txBody>
                  <a:tcPr anchor="ctr">
                    <a:solidFill>
                      <a:schemeClr val="accent1"/>
                    </a:solidFill>
                  </a:tcPr>
                </a:tc>
                <a:tc>
                  <a:txBody>
                    <a:bodyPr/>
                    <a:lstStyle/>
                    <a:p>
                      <a:pPr algn="ctr"/>
                      <a:r>
                        <a:rPr lang="en-US" sz="1400"/>
                        <a:t>Next</a:t>
                      </a:r>
                    </a:p>
                    <a:p>
                      <a:pPr algn="ctr"/>
                      <a:r>
                        <a:rPr lang="en-US" sz="1100" i="1"/>
                        <a:t>(6-12 months)</a:t>
                      </a:r>
                    </a:p>
                  </a:txBody>
                  <a:tcPr anchor="ctr">
                    <a:solidFill>
                      <a:schemeClr val="accent1"/>
                    </a:solidFill>
                  </a:tcPr>
                </a:tc>
                <a:tc>
                  <a:txBody>
                    <a:bodyPr/>
                    <a:lstStyle/>
                    <a:p>
                      <a:pPr algn="ctr"/>
                      <a:r>
                        <a:rPr lang="en-US" sz="1400"/>
                        <a:t>After</a:t>
                      </a:r>
                    </a:p>
                    <a:p>
                      <a:pPr algn="ctr"/>
                      <a:r>
                        <a:rPr lang="en-US" sz="1100" i="1"/>
                        <a:t>(12+ months)</a:t>
                      </a:r>
                    </a:p>
                  </a:txBody>
                  <a:tcPr anchor="ctr">
                    <a:solidFill>
                      <a:schemeClr val="accent1"/>
                    </a:solidFill>
                  </a:tcPr>
                </a:tc>
                <a:extLst>
                  <a:ext uri="{0D108BD9-81ED-4DB2-BD59-A6C34878D82A}">
                    <a16:rowId xmlns:a16="http://schemas.microsoft.com/office/drawing/2014/main" val="3802948181"/>
                  </a:ext>
                </a:extLst>
              </a:tr>
              <a:tr h="0">
                <a:tc>
                  <a:txBody>
                    <a:bodyPr/>
                    <a:lstStyle/>
                    <a:p>
                      <a:pPr algn="ctr"/>
                      <a:r>
                        <a:rPr lang="en-US" sz="1100" b="1">
                          <a:solidFill>
                            <a:schemeClr val="accent3"/>
                          </a:solidFill>
                        </a:rPr>
                        <a:t>Control Demand and Supply</a:t>
                      </a:r>
                    </a:p>
                  </a:txBody>
                  <a:tcPr anchor="ctr">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0"/>
                        <a:t>Establish and enforce </a:t>
                      </a:r>
                      <a:r>
                        <a:rPr lang="en-US" sz="900" b="1"/>
                        <a:t>single demand intake governance </a:t>
                      </a:r>
                    </a:p>
                    <a:p>
                      <a:pPr marL="137160" indent="-137160">
                        <a:spcAft>
                          <a:spcPts val="300"/>
                        </a:spcAft>
                        <a:buFont typeface="Arial" panose="020B0604020202020204" pitchFamily="34" charset="0"/>
                        <a:buChar char="•"/>
                      </a:pPr>
                      <a:r>
                        <a:rPr lang="en-US" sz="900" b="0"/>
                        <a:t>Develop and </a:t>
                      </a:r>
                      <a:r>
                        <a:rPr lang="en-US" sz="900" b="1"/>
                        <a:t>track all IT demand as part of defined portfolios</a:t>
                      </a:r>
                    </a:p>
                    <a:p>
                      <a:pPr marL="137160" indent="-137160">
                        <a:spcAft>
                          <a:spcPts val="300"/>
                        </a:spcAft>
                        <a:buFont typeface="Arial" panose="020B0604020202020204" pitchFamily="34" charset="0"/>
                        <a:buChar char="•"/>
                      </a:pPr>
                      <a:r>
                        <a:rPr lang="en-US" sz="900" b="0"/>
                        <a:t>Implement an </a:t>
                      </a:r>
                      <a:r>
                        <a:rPr lang="en-US" sz="900" b="1"/>
                        <a:t>OKR Driven Prioritization Framework</a:t>
                      </a:r>
                    </a:p>
                  </a:txBody>
                  <a:tcPr anchor="ctr">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0"/>
                        <a:t>Implement </a:t>
                      </a:r>
                      <a:r>
                        <a:rPr lang="en-US" sz="900" b="1"/>
                        <a:t>consistent</a:t>
                      </a:r>
                      <a:r>
                        <a:rPr lang="en-US" sz="900" b="0"/>
                        <a:t> </a:t>
                      </a:r>
                      <a:r>
                        <a:rPr lang="en-US" sz="900" b="1"/>
                        <a:t>resource capacity governance </a:t>
                      </a:r>
                      <a:r>
                        <a:rPr lang="en-US" sz="900" b="0"/>
                        <a:t>standards, and tooling</a:t>
                      </a:r>
                    </a:p>
                  </a:txBody>
                  <a:tcPr anchor="ctr">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endParaRPr lang="en-US" sz="900"/>
                    </a:p>
                  </a:txBody>
                  <a:tcPr anchor="ctr">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3022102265"/>
                  </a:ext>
                </a:extLst>
              </a:tr>
              <a:tr h="548640">
                <a:tc>
                  <a:txBody>
                    <a:bodyPr/>
                    <a:lstStyle/>
                    <a:p>
                      <a:pPr algn="ctr"/>
                      <a:r>
                        <a:rPr lang="en-US" sz="1100" b="1">
                          <a:solidFill>
                            <a:schemeClr val="accent3"/>
                          </a:solidFill>
                        </a:rPr>
                        <a:t>Do more with the same</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0"/>
                        <a:t>Stabilize and </a:t>
                      </a:r>
                      <a:r>
                        <a:rPr lang="en-US" sz="900" b="1"/>
                        <a:t>mature new supplier relationships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1"/>
                        <a:t>Develop a sourcing strategy </a:t>
                      </a:r>
                      <a:r>
                        <a:rPr lang="en-US" sz="900" b="0"/>
                        <a:t>to identify key capabilities to augment with additional supplier capacity</a:t>
                      </a:r>
                    </a:p>
                    <a:p>
                      <a:pPr marL="137160" indent="-137160">
                        <a:spcAft>
                          <a:spcPts val="300"/>
                        </a:spcAft>
                        <a:buFont typeface="Arial" panose="020B0604020202020204" pitchFamily="34" charset="0"/>
                        <a:buChar char="•"/>
                      </a:pPr>
                      <a:r>
                        <a:rPr lang="en-US" sz="900" b="1"/>
                        <a:t>Implement lean process evaluation</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1"/>
                        <a:t>Automate highly manual tasks and workflows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2243946469"/>
                  </a:ext>
                </a:extLst>
              </a:tr>
              <a:tr h="0">
                <a:tc>
                  <a:txBody>
                    <a:bodyPr/>
                    <a:lstStyle/>
                    <a:p>
                      <a:pPr algn="ctr"/>
                      <a:r>
                        <a:rPr lang="en-US" sz="1100" b="1">
                          <a:solidFill>
                            <a:schemeClr val="accent3"/>
                          </a:solidFill>
                        </a:rPr>
                        <a:t>Enhance Technology Resiliency</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0"/>
                        <a:t>Evaluate </a:t>
                      </a:r>
                      <a:r>
                        <a:rPr lang="en-US" sz="900" b="1"/>
                        <a:t>tool</a:t>
                      </a:r>
                      <a:r>
                        <a:rPr lang="en-US" sz="900" b="0"/>
                        <a:t> </a:t>
                      </a:r>
                      <a:r>
                        <a:rPr lang="en-US" sz="900" b="1"/>
                        <a:t>to</a:t>
                      </a:r>
                      <a:r>
                        <a:rPr lang="en-US" sz="900" b="0"/>
                        <a:t> </a:t>
                      </a:r>
                      <a:r>
                        <a:rPr lang="en-US" sz="900" b="1"/>
                        <a:t>simulate performance testing </a:t>
                      </a:r>
                    </a:p>
                    <a:p>
                      <a:pPr marL="137160" indent="-137160">
                        <a:spcAft>
                          <a:spcPts val="300"/>
                        </a:spcAft>
                        <a:buFont typeface="Arial" panose="020B0604020202020204" pitchFamily="34" charset="0"/>
                        <a:buChar char="•"/>
                      </a:pPr>
                      <a:r>
                        <a:rPr lang="en-US" sz="900" b="0"/>
                        <a:t>Identify and </a:t>
                      </a:r>
                      <a:r>
                        <a:rPr lang="en-US" sz="900" b="1"/>
                        <a:t>implement alerting tools </a:t>
                      </a:r>
                      <a:r>
                        <a:rPr lang="en-US" sz="900" b="0"/>
                        <a:t>(e.g., Pager Duty)</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Continue Azure migration </a:t>
                      </a:r>
                      <a:r>
                        <a:rPr lang="en-US" sz="900" b="0"/>
                        <a:t>from testing through security</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Identify critical single point of failure roles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1"/>
                        <a:t>Define and test BC/DR plan </a:t>
                      </a:r>
                      <a:r>
                        <a:rPr lang="en-US" sz="900" b="0"/>
                        <a:t>for both on-prem and cloud hosting environments</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a:t>Develop and </a:t>
                      </a:r>
                      <a:r>
                        <a:rPr lang="en-US" sz="900" b="1"/>
                        <a:t>implement mitigation plans for single points of failure roles </a:t>
                      </a:r>
                      <a:r>
                        <a:rPr lang="en-US" sz="900" b="0"/>
                        <a:t>including required segregation of duties</a:t>
                      </a:r>
                    </a:p>
                    <a:p>
                      <a:pPr marL="137160" indent="-137160">
                        <a:spcAft>
                          <a:spcPts val="300"/>
                        </a:spcAft>
                        <a:buFont typeface="Arial" panose="020B0604020202020204" pitchFamily="34" charset="0"/>
                        <a:buChar char="•"/>
                      </a:pPr>
                      <a:r>
                        <a:rPr lang="en-US" sz="900" b="1"/>
                        <a:t>Centralize and standardize documentation </a:t>
                      </a:r>
                      <a:r>
                        <a:rPr lang="en-US" sz="900" b="0"/>
                        <a:t>to reduce siloed knowledge risk (e.g., runbooks, SOPs, architecture) </a:t>
                      </a:r>
                    </a:p>
                    <a:p>
                      <a:pPr marL="137160" indent="-137160">
                        <a:spcAft>
                          <a:spcPts val="300"/>
                        </a:spcAft>
                        <a:buFont typeface="Arial" panose="020B0604020202020204" pitchFamily="34" charset="0"/>
                        <a:buChar char="•"/>
                      </a:pPr>
                      <a:r>
                        <a:rPr lang="en-US" sz="900" b="1"/>
                        <a:t>Set up a lab store </a:t>
                      </a:r>
                      <a:r>
                        <a:rPr lang="en-US" sz="900" b="0"/>
                        <a:t>for testing </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a:t>Establish a </a:t>
                      </a:r>
                      <a:r>
                        <a:rPr lang="en-US" sz="900" b="1"/>
                        <a:t>single source of truth for store technology assets</a:t>
                      </a:r>
                      <a:r>
                        <a:rPr lang="en-US" sz="900"/>
                        <a:t> (e.g., devices)</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a:t>D</a:t>
                      </a:r>
                      <a:r>
                        <a:rPr lang="en-US" sz="900"/>
                        <a:t>evelop and </a:t>
                      </a:r>
                      <a:r>
                        <a:rPr lang="en-US" sz="900" b="1"/>
                        <a:t>deploy self-service support portals and knowledge bases</a:t>
                      </a:r>
                      <a:r>
                        <a:rPr lang="en-US" sz="900"/>
                        <a:t> for store staff, enhanced with GenAI</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3480984215"/>
                  </a:ext>
                </a:extLst>
              </a:tr>
              <a:tr h="0">
                <a:tc>
                  <a:txBody>
                    <a:bodyPr/>
                    <a:lstStyle/>
                    <a:p>
                      <a:pPr algn="ctr"/>
                      <a:r>
                        <a:rPr lang="en-US" sz="1100" b="1">
                          <a:solidFill>
                            <a:schemeClr val="accent3"/>
                          </a:solidFill>
                        </a:rPr>
                        <a:t>Rearchitect for the Future</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0"/>
                        <a:t>Establish </a:t>
                      </a:r>
                      <a:r>
                        <a:rPr lang="en-US" sz="900" b="1"/>
                        <a:t>LeanIX as an enablement platform </a:t>
                      </a:r>
                      <a:r>
                        <a:rPr lang="en-US" sz="900" b="0"/>
                        <a:t>for onboarding and resiliency</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Implement IPaaS</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kern="1200">
                          <a:solidFill>
                            <a:schemeClr val="dk1"/>
                          </a:solidFill>
                          <a:latin typeface="+mn-lt"/>
                          <a:ea typeface="+mn-ea"/>
                          <a:cs typeface="+mn-cs"/>
                        </a:rPr>
                        <a:t>Define and </a:t>
                      </a:r>
                      <a:r>
                        <a:rPr lang="en-US" sz="900" b="1" kern="1200">
                          <a:solidFill>
                            <a:schemeClr val="dk1"/>
                          </a:solidFill>
                          <a:latin typeface="+mn-lt"/>
                          <a:ea typeface="+mn-ea"/>
                          <a:cs typeface="+mn-cs"/>
                        </a:rPr>
                        <a:t>transition to a microservices architecture</a:t>
                      </a:r>
                      <a:endParaRPr lang="en-US" sz="900" b="1"/>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Transition to a PUB/SUB model</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kern="1200">
                          <a:solidFill>
                            <a:schemeClr val="dk1"/>
                          </a:solidFill>
                          <a:latin typeface="+mn-lt"/>
                          <a:ea typeface="+mn-ea"/>
                          <a:cs typeface="+mn-cs"/>
                        </a:rPr>
                        <a:t>Implement a Unified Point of Sale </a:t>
                      </a:r>
                      <a:r>
                        <a:rPr lang="en-US" sz="900" b="0" kern="1200">
                          <a:solidFill>
                            <a:schemeClr val="dk1"/>
                          </a:solidFill>
                          <a:latin typeface="+mn-lt"/>
                          <a:ea typeface="+mn-ea"/>
                          <a:cs typeface="+mn-cs"/>
                        </a:rPr>
                        <a:t>and shift to browser in stores</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kern="1200">
                          <a:solidFill>
                            <a:schemeClr val="dk1"/>
                          </a:solidFill>
                          <a:latin typeface="+mn-lt"/>
                          <a:ea typeface="+mn-ea"/>
                          <a:cs typeface="+mn-cs"/>
                        </a:rPr>
                        <a:t>Reduce customization of systems of record </a:t>
                      </a:r>
                      <a:r>
                        <a:rPr lang="en-US" sz="900" b="0" kern="1200">
                          <a:solidFill>
                            <a:schemeClr val="dk1"/>
                          </a:solidFill>
                          <a:latin typeface="+mn-lt"/>
                          <a:ea typeface="+mn-ea"/>
                          <a:cs typeface="+mn-cs"/>
                        </a:rPr>
                        <a:t>by shifting differentiation to the services layer</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1753152834"/>
                  </a:ext>
                </a:extLst>
              </a:tr>
              <a:tr h="457200">
                <a:tc>
                  <a:txBody>
                    <a:bodyPr/>
                    <a:lstStyle/>
                    <a:p>
                      <a:pPr algn="ctr"/>
                      <a:r>
                        <a:rPr lang="en-US" sz="1100" b="1">
                          <a:solidFill>
                            <a:schemeClr val="accent3"/>
                          </a:solidFill>
                        </a:rPr>
                        <a:t>Leverage Data as an Asset</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a:t>Ruthless </a:t>
                      </a:r>
                      <a:r>
                        <a:rPr lang="en-US" sz="900" b="1"/>
                        <a:t>rationalization of business intelligence </a:t>
                      </a:r>
                      <a:r>
                        <a:rPr lang="en-US" sz="900" b="0"/>
                        <a:t>and reporting</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1"/>
                        <a:t>Establish a lakehouse data architecture</a:t>
                      </a:r>
                    </a:p>
                    <a:p>
                      <a:pPr marL="137160" indent="-137160">
                        <a:spcAft>
                          <a:spcPts val="300"/>
                        </a:spcAft>
                        <a:buFont typeface="Arial" panose="020B0604020202020204" pitchFamily="34" charset="0"/>
                        <a:buChar char="•"/>
                      </a:pPr>
                      <a:r>
                        <a:rPr lang="en-US" sz="900" b="1"/>
                        <a:t>Create data marts </a:t>
                      </a:r>
                      <a:r>
                        <a:rPr lang="en-US" sz="900" b="0"/>
                        <a:t>for AI use cases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Implement semantic data modeling and governance</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17129602"/>
                  </a:ext>
                </a:extLst>
              </a:tr>
              <a:tr h="548640">
                <a:tc>
                  <a:txBody>
                    <a:bodyPr/>
                    <a:lstStyle/>
                    <a:p>
                      <a:pPr algn="ctr"/>
                      <a:r>
                        <a:rPr lang="en-US" sz="1100" b="1">
                          <a:solidFill>
                            <a:schemeClr val="accent3"/>
                          </a:solidFill>
                        </a:rPr>
                        <a:t>Enable AI</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1"/>
                        <a:t>Establish AI Counsel </a:t>
                      </a:r>
                      <a:r>
                        <a:rPr lang="en-US" sz="900" b="0"/>
                        <a:t>and </a:t>
                      </a:r>
                      <a:r>
                        <a:rPr lang="en-US" sz="900" b="1"/>
                        <a:t>use case backlog</a:t>
                      </a:r>
                    </a:p>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a:t>Continue </a:t>
                      </a:r>
                      <a:r>
                        <a:rPr lang="en-US" sz="900" b="1"/>
                        <a:t>AI training and prototyping/piloting of </a:t>
                      </a:r>
                      <a:r>
                        <a:rPr lang="en-US" sz="900" b="0"/>
                        <a:t>use cases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0"/>
                        <a:t>Select and </a:t>
                      </a:r>
                      <a:r>
                        <a:rPr lang="en-US" sz="900" b="1"/>
                        <a:t>establish a vendor ecosystem of strategic AI partnerships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1"/>
                        <a:t>Deploy agentic platform</a:t>
                      </a:r>
                      <a:endParaRPr lang="en-US" sz="900" b="0"/>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137403452"/>
                  </a:ext>
                </a:extLst>
              </a:tr>
              <a:tr h="548640">
                <a:tc>
                  <a:txBody>
                    <a:bodyPr/>
                    <a:lstStyle/>
                    <a:p>
                      <a:pPr algn="ctr"/>
                      <a:r>
                        <a:rPr lang="en-US" sz="1100" b="1">
                          <a:solidFill>
                            <a:schemeClr val="accent3"/>
                          </a:solidFill>
                        </a:rPr>
                        <a:t>Transform our Operating Model</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marL="137160" indent="-137160">
                        <a:spcAft>
                          <a:spcPts val="300"/>
                        </a:spcAft>
                        <a:buFont typeface="Arial" panose="020B0604020202020204" pitchFamily="34" charset="0"/>
                        <a:buChar char="•"/>
                      </a:pPr>
                      <a:r>
                        <a:rPr lang="en-US" sz="900" b="1"/>
                        <a:t>Pilot new ways of working </a:t>
                      </a:r>
                      <a:r>
                        <a:rPr lang="en-US" sz="900" b="0"/>
                        <a:t>with key FY26 projects</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indent="-137160">
                        <a:spcAft>
                          <a:spcPts val="300"/>
                        </a:spcAft>
                        <a:buFont typeface="Arial" panose="020B0604020202020204" pitchFamily="34" charset="0"/>
                        <a:buChar char="•"/>
                      </a:pPr>
                      <a:r>
                        <a:rPr lang="en-US" sz="900" b="0"/>
                        <a:t>Develop and update </a:t>
                      </a:r>
                      <a:r>
                        <a:rPr lang="en-US" sz="900" b="1"/>
                        <a:t>onboarding runbook for key roles</a:t>
                      </a:r>
                    </a:p>
                    <a:p>
                      <a:pPr marL="137160" indent="-137160">
                        <a:spcAft>
                          <a:spcPts val="300"/>
                        </a:spcAft>
                        <a:buFont typeface="Arial" panose="020B0604020202020204" pitchFamily="34" charset="0"/>
                        <a:buChar char="•"/>
                      </a:pPr>
                      <a:r>
                        <a:rPr lang="en-US" sz="900" b="1"/>
                        <a:t>Establish formal product ownership </a:t>
                      </a:r>
                      <a:r>
                        <a:rPr lang="en-US" sz="900" b="0"/>
                        <a:t>beyond e-commerce</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tc>
                  <a:txBody>
                    <a:bodyPr/>
                    <a:lstStyle/>
                    <a:p>
                      <a:pPr marL="137160" marR="0" lvl="0" indent="-13716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900" b="0"/>
                        <a:t>Transform the organization structure </a:t>
                      </a:r>
                      <a:r>
                        <a:rPr lang="en-US" sz="900"/>
                        <a:t>to a </a:t>
                      </a:r>
                      <a:r>
                        <a:rPr lang="en-US" sz="900" b="1"/>
                        <a:t>organize around a single development and single product team</a:t>
                      </a:r>
                    </a:p>
                  </a:txBody>
                  <a:tcPr anchor="ct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EEFFC"/>
                    </a:solidFill>
                  </a:tcPr>
                </a:tc>
                <a:extLst>
                  <a:ext uri="{0D108BD9-81ED-4DB2-BD59-A6C34878D82A}">
                    <a16:rowId xmlns:a16="http://schemas.microsoft.com/office/drawing/2014/main" val="2360722604"/>
                  </a:ext>
                </a:extLst>
              </a:tr>
            </a:tbl>
          </a:graphicData>
        </a:graphic>
      </p:graphicFrame>
      <p:sp>
        <p:nvSpPr>
          <p:cNvPr id="4" name="Rectangle 3">
            <a:extLst>
              <a:ext uri="{FF2B5EF4-FFF2-40B4-BE49-F238E27FC236}">
                <a16:creationId xmlns:a16="http://schemas.microsoft.com/office/drawing/2014/main" id="{CC107823-A99F-0BC3-8056-8DD3F29FC4EA}"/>
              </a:ext>
            </a:extLst>
          </p:cNvPr>
          <p:cNvSpPr/>
          <p:nvPr/>
        </p:nvSpPr>
        <p:spPr>
          <a:xfrm>
            <a:off x="5200649" y="2743200"/>
            <a:ext cx="3209925" cy="1066800"/>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Rectangle 4">
            <a:extLst>
              <a:ext uri="{FF2B5EF4-FFF2-40B4-BE49-F238E27FC236}">
                <a16:creationId xmlns:a16="http://schemas.microsoft.com/office/drawing/2014/main" id="{11B6EC61-11FC-2D85-EA56-D606A6D5B5CA}"/>
              </a:ext>
            </a:extLst>
          </p:cNvPr>
          <p:cNvSpPr/>
          <p:nvPr/>
        </p:nvSpPr>
        <p:spPr>
          <a:xfrm>
            <a:off x="5200649" y="4702318"/>
            <a:ext cx="3209925" cy="450707"/>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Rectangle 6">
            <a:extLst>
              <a:ext uri="{FF2B5EF4-FFF2-40B4-BE49-F238E27FC236}">
                <a16:creationId xmlns:a16="http://schemas.microsoft.com/office/drawing/2014/main" id="{96EEADBB-69CD-AD94-8CE3-186A352D6E9B}"/>
              </a:ext>
            </a:extLst>
          </p:cNvPr>
          <p:cNvSpPr/>
          <p:nvPr/>
        </p:nvSpPr>
        <p:spPr>
          <a:xfrm>
            <a:off x="1897378" y="5172075"/>
            <a:ext cx="3209925" cy="542925"/>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Tree>
    <p:extLst>
      <p:ext uri="{BB962C8B-B14F-4D97-AF65-F5344CB8AC3E}">
        <p14:creationId xmlns:p14="http://schemas.microsoft.com/office/powerpoint/2010/main" val="4018212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C904C-A7F4-5F1C-A473-76A5C645B62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CEF9298-7DA1-4423-3824-074A56FF7AE2}"/>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solidFill>
                  <a:schemeClr val="tx2"/>
                </a:solidFill>
              </a:rPr>
              <a:t>Next steps and how we can help</a:t>
            </a:r>
          </a:p>
        </p:txBody>
      </p:sp>
      <p:sp>
        <p:nvSpPr>
          <p:cNvPr id="19" name="TextBox 18">
            <a:extLst>
              <a:ext uri="{FF2B5EF4-FFF2-40B4-BE49-F238E27FC236}">
                <a16:creationId xmlns:a16="http://schemas.microsoft.com/office/drawing/2014/main" id="{A8141459-EAD8-58B4-40E9-47F4A5424765}"/>
              </a:ext>
            </a:extLst>
          </p:cNvPr>
          <p:cNvSpPr txBox="1"/>
          <p:nvPr/>
        </p:nvSpPr>
        <p:spPr>
          <a:xfrm>
            <a:off x="495300" y="1451478"/>
            <a:ext cx="1463039" cy="1645920"/>
          </a:xfrm>
          <a:prstGeom prst="rect">
            <a:avLst/>
          </a:prstGeom>
          <a:solidFill>
            <a:schemeClr val="accent4"/>
          </a:solidFill>
        </p:spPr>
        <p:txBody>
          <a:bodyPr vert="horz" wrap="square" lIns="91440" tIns="640080" rIns="91440" bIns="91440" rtlCol="0" anchor="ctr" anchorCtr="0">
            <a:noAutofit/>
          </a:bodyPr>
          <a:lstStyle/>
          <a:p>
            <a:pPr algn="ctr">
              <a:defRPr/>
            </a:pPr>
            <a:r>
              <a:rPr lang="en-US" b="1">
                <a:solidFill>
                  <a:schemeClr val="bg1"/>
                </a:solidFill>
                <a:latin typeface="KPMG Bold"/>
              </a:rPr>
              <a:t>Enhance Technology Resiliency</a:t>
            </a:r>
          </a:p>
        </p:txBody>
      </p:sp>
      <p:sp>
        <p:nvSpPr>
          <p:cNvPr id="20" name="TextBox 19">
            <a:extLst>
              <a:ext uri="{FF2B5EF4-FFF2-40B4-BE49-F238E27FC236}">
                <a16:creationId xmlns:a16="http://schemas.microsoft.com/office/drawing/2014/main" id="{DF154709-32A3-C3FD-423A-5141BDD4294B}"/>
              </a:ext>
            </a:extLst>
          </p:cNvPr>
          <p:cNvSpPr txBox="1"/>
          <p:nvPr/>
        </p:nvSpPr>
        <p:spPr>
          <a:xfrm>
            <a:off x="495300" y="3195577"/>
            <a:ext cx="1463039" cy="1463040"/>
          </a:xfrm>
          <a:prstGeom prst="rect">
            <a:avLst/>
          </a:prstGeom>
          <a:solidFill>
            <a:schemeClr val="tx2"/>
          </a:solidFill>
        </p:spPr>
        <p:txBody>
          <a:bodyPr vert="horz" wrap="square" lIns="91440" tIns="640080" rIns="91440" bIns="91440" rtlCol="0" anchor="ctr" anchorCtr="0">
            <a:noAutofit/>
          </a:bodyPr>
          <a:lstStyle/>
          <a:p>
            <a:pPr algn="ctr">
              <a:defRPr/>
            </a:pPr>
            <a:r>
              <a:rPr lang="en-US" b="1">
                <a:solidFill>
                  <a:schemeClr val="bg1"/>
                </a:solidFill>
                <a:latin typeface="KPMG Bold"/>
              </a:rPr>
              <a:t>Leverage Data as an Asset</a:t>
            </a:r>
          </a:p>
        </p:txBody>
      </p:sp>
      <p:sp>
        <p:nvSpPr>
          <p:cNvPr id="23" name="Rectangle 22">
            <a:extLst>
              <a:ext uri="{FF2B5EF4-FFF2-40B4-BE49-F238E27FC236}">
                <a16:creationId xmlns:a16="http://schemas.microsoft.com/office/drawing/2014/main" id="{C0756978-2141-500B-7805-F1CD1A556685}"/>
              </a:ext>
            </a:extLst>
          </p:cNvPr>
          <p:cNvSpPr/>
          <p:nvPr/>
        </p:nvSpPr>
        <p:spPr>
          <a:xfrm>
            <a:off x="4932512" y="1451478"/>
            <a:ext cx="3657600" cy="1645920"/>
          </a:xfrm>
          <a:prstGeom prst="rect">
            <a:avLst/>
          </a:prstGeom>
          <a:solidFill>
            <a:srgbClr val="EAEAEA"/>
          </a:solidFill>
          <a:ln w="12700" cap="flat" cmpd="sng" algn="ctr">
            <a:noFill/>
            <a:prstDash val="solid"/>
            <a:miter lim="800000"/>
          </a:ln>
          <a:effectLst/>
        </p:spPr>
        <p:txBody>
          <a:bodyPr lIns="54610" tIns="54610" rIns="54610" bIns="54610" rtlCol="0" anchor="ctr"/>
          <a:lstStyle/>
          <a:p>
            <a:pPr marL="114300" lvl="0" indent="-114300">
              <a:spcAft>
                <a:spcPts val="600"/>
              </a:spcAft>
              <a:buFont typeface="Arial" panose="020B0604020202020204" pitchFamily="34" charset="0"/>
              <a:buChar char="•"/>
              <a:defRPr/>
            </a:pPr>
            <a:r>
              <a:rPr lang="en-US" sz="900" kern="0">
                <a:solidFill>
                  <a:srgbClr val="000000"/>
                </a:solidFill>
              </a:rPr>
              <a:t>Understand gaps in data center, applications, backup and recovery operations etc. to meet resiliency requirements </a:t>
            </a:r>
          </a:p>
          <a:p>
            <a:pPr marL="114300" lvl="0" indent="-114300">
              <a:spcAft>
                <a:spcPts val="600"/>
              </a:spcAft>
              <a:buFont typeface="Arial" panose="020B0604020202020204" pitchFamily="34" charset="0"/>
              <a:buChar char="•"/>
              <a:defRPr/>
            </a:pPr>
            <a:r>
              <a:rPr lang="en-US" sz="900" kern="0">
                <a:solidFill>
                  <a:srgbClr val="000000"/>
                </a:solidFill>
              </a:rPr>
              <a:t>Develop architectural patterns that emphasize resiliency as a key characteristic of the structure of the patterns</a:t>
            </a:r>
          </a:p>
          <a:p>
            <a:pPr marL="114300" lvl="0" indent="-114300">
              <a:spcAft>
                <a:spcPts val="600"/>
              </a:spcAft>
              <a:buFont typeface="Arial" panose="020B0604020202020204" pitchFamily="34" charset="0"/>
              <a:buChar char="•"/>
              <a:defRPr/>
            </a:pPr>
            <a:r>
              <a:rPr lang="en-US" sz="900" kern="0">
                <a:solidFill>
                  <a:srgbClr val="000000"/>
                </a:solidFill>
              </a:rPr>
              <a:t>Introduce resiliency technology and architecture patterns to the technology team so they are better able to operate in a higher resiliency ecosystem</a:t>
            </a:r>
          </a:p>
          <a:p>
            <a:pPr marL="114300" lvl="0" indent="-114300">
              <a:spcAft>
                <a:spcPts val="600"/>
              </a:spcAft>
              <a:buFont typeface="Arial" panose="020B0604020202020204" pitchFamily="34" charset="0"/>
              <a:buChar char="•"/>
              <a:defRPr/>
            </a:pPr>
            <a:r>
              <a:rPr lang="en-US" sz="900" kern="0">
                <a:solidFill>
                  <a:srgbClr val="000000"/>
                </a:solidFill>
              </a:rPr>
              <a:t>Partner with business stakeholders to understand resiliency expectations of different business services so the right levels of resiliency can be implemented in the right ways. </a:t>
            </a:r>
          </a:p>
        </p:txBody>
      </p:sp>
      <p:sp>
        <p:nvSpPr>
          <p:cNvPr id="24" name="Rectangle 23">
            <a:extLst>
              <a:ext uri="{FF2B5EF4-FFF2-40B4-BE49-F238E27FC236}">
                <a16:creationId xmlns:a16="http://schemas.microsoft.com/office/drawing/2014/main" id="{6A0A589E-DCAC-5430-B0EC-74AA2CFCCAA4}"/>
              </a:ext>
            </a:extLst>
          </p:cNvPr>
          <p:cNvSpPr/>
          <p:nvPr/>
        </p:nvSpPr>
        <p:spPr>
          <a:xfrm>
            <a:off x="2066587" y="1451478"/>
            <a:ext cx="2743200" cy="1645920"/>
          </a:xfrm>
          <a:prstGeom prst="rect">
            <a:avLst/>
          </a:prstGeom>
          <a:solidFill>
            <a:srgbClr val="EAEAEA"/>
          </a:solidFill>
          <a:ln w="12700" cap="flat" cmpd="sng" algn="ctr">
            <a:noFill/>
            <a:prstDash val="solid"/>
            <a:miter lim="800000"/>
          </a:ln>
          <a:effectLst/>
        </p:spPr>
        <p:txBody>
          <a:bodyPr lIns="54610" tIns="54610" rIns="54610" bIns="54610" rtlCol="0" anchor="ctr"/>
          <a:lstStyle/>
          <a:p>
            <a:pPr lvl="0">
              <a:defRPr/>
            </a:pPr>
            <a:r>
              <a:rPr lang="en-US" sz="900" kern="0">
                <a:solidFill>
                  <a:srgbClr val="000000"/>
                </a:solidFill>
              </a:rPr>
              <a:t>Uplift the resiliency capabilities within the organization, in the technology implemented as well as skills on the team, to reduce the operational risk of the technology ecosystem.</a:t>
            </a:r>
            <a:endParaRPr lang="en-US" sz="900" b="1" kern="0">
              <a:solidFill>
                <a:srgbClr val="000000"/>
              </a:solidFill>
            </a:endParaRPr>
          </a:p>
        </p:txBody>
      </p:sp>
      <p:sp>
        <p:nvSpPr>
          <p:cNvPr id="25" name="Round Same Side Corner Rectangle 6">
            <a:extLst>
              <a:ext uri="{FF2B5EF4-FFF2-40B4-BE49-F238E27FC236}">
                <a16:creationId xmlns:a16="http://schemas.microsoft.com/office/drawing/2014/main" id="{9C84A8D1-198A-38F2-A221-5482175FFF6E}"/>
              </a:ext>
            </a:extLst>
          </p:cNvPr>
          <p:cNvSpPr>
            <a:spLocks/>
          </p:cNvSpPr>
          <p:nvPr/>
        </p:nvSpPr>
        <p:spPr>
          <a:xfrm>
            <a:off x="2066587" y="901147"/>
            <a:ext cx="2743200" cy="455962"/>
          </a:xfrm>
          <a:prstGeom prst="round2SameRect">
            <a:avLst>
              <a:gd name="adj1" fmla="val 16667"/>
              <a:gd name="adj2" fmla="val 0"/>
            </a:avLst>
          </a:prstGeom>
          <a:gradFill flip="none" rotWithShape="1">
            <a:gsLst>
              <a:gs pos="0">
                <a:srgbClr val="1E49E2"/>
              </a:gs>
              <a:gs pos="100000">
                <a:srgbClr val="7213EA"/>
              </a:gs>
            </a:gsLst>
            <a:lin ang="0" scaled="1"/>
            <a:tileRect/>
          </a:gradFill>
          <a:ln w="19050" cap="rnd" cmpd="sng" algn="ctr">
            <a:solidFill>
              <a:sysClr val="window" lastClr="FFFFFF">
                <a:lumMod val="85000"/>
              </a:sysClr>
            </a:solidFill>
            <a:prstDash val="solid"/>
            <a:round/>
            <a:headEnd type="none" w="med" len="med"/>
            <a:tailEnd type="none" w="med" len="med"/>
          </a:ln>
          <a:effectLst/>
        </p:spPr>
        <p:txBody>
          <a:bodyPr lIns="91440" tIns="9144" rIns="91440" bIns="91440" rtlCol="0" anchor="ctr" anchorCtr="0"/>
          <a:lstStyle/>
          <a:p>
            <a:pPr marL="0" lvl="1" algn="ctr">
              <a:defRPr/>
            </a:pPr>
            <a:r>
              <a:rPr lang="en-US" kern="0">
                <a:solidFill>
                  <a:prstClr val="white"/>
                </a:solidFill>
                <a:latin typeface="KPMG Bold"/>
              </a:rPr>
              <a:t>Description</a:t>
            </a:r>
          </a:p>
        </p:txBody>
      </p:sp>
      <p:sp>
        <p:nvSpPr>
          <p:cNvPr id="26" name="Round Same Side Corner Rectangle 6">
            <a:extLst>
              <a:ext uri="{FF2B5EF4-FFF2-40B4-BE49-F238E27FC236}">
                <a16:creationId xmlns:a16="http://schemas.microsoft.com/office/drawing/2014/main" id="{8C4203CE-4323-EF0F-39E6-C64FC73CF96F}"/>
              </a:ext>
            </a:extLst>
          </p:cNvPr>
          <p:cNvSpPr>
            <a:spLocks/>
          </p:cNvSpPr>
          <p:nvPr/>
        </p:nvSpPr>
        <p:spPr>
          <a:xfrm>
            <a:off x="4932512" y="901147"/>
            <a:ext cx="3657600" cy="455962"/>
          </a:xfrm>
          <a:prstGeom prst="round2SameRect">
            <a:avLst>
              <a:gd name="adj1" fmla="val 16667"/>
              <a:gd name="adj2" fmla="val 0"/>
            </a:avLst>
          </a:prstGeom>
          <a:gradFill flip="none" rotWithShape="1">
            <a:gsLst>
              <a:gs pos="0">
                <a:srgbClr val="1E49E2"/>
              </a:gs>
              <a:gs pos="100000">
                <a:srgbClr val="7213EA"/>
              </a:gs>
            </a:gsLst>
            <a:lin ang="0" scaled="1"/>
            <a:tileRect/>
          </a:gradFill>
          <a:ln w="19050" cap="rnd" cmpd="sng" algn="ctr">
            <a:solidFill>
              <a:sysClr val="window" lastClr="FFFFFF">
                <a:lumMod val="85000"/>
              </a:sysClr>
            </a:solidFill>
            <a:prstDash val="solid"/>
            <a:round/>
            <a:headEnd type="none" w="med" len="med"/>
            <a:tailEnd type="none" w="med" len="med"/>
          </a:ln>
          <a:effectLst/>
        </p:spPr>
        <p:txBody>
          <a:bodyPr lIns="91440" tIns="9144" rIns="91440" bIns="91440" rtlCol="0" anchor="ctr" anchorCtr="0"/>
          <a:lstStyle/>
          <a:p>
            <a:pPr marL="0" lvl="1" algn="ctr">
              <a:defRPr/>
            </a:pPr>
            <a:r>
              <a:rPr lang="en-US" kern="0">
                <a:solidFill>
                  <a:prstClr val="white"/>
                </a:solidFill>
                <a:latin typeface="KPMG Bold"/>
              </a:rPr>
              <a:t>Key Activities</a:t>
            </a:r>
          </a:p>
        </p:txBody>
      </p:sp>
      <p:sp>
        <p:nvSpPr>
          <p:cNvPr id="29" name="Rectangle 28">
            <a:extLst>
              <a:ext uri="{FF2B5EF4-FFF2-40B4-BE49-F238E27FC236}">
                <a16:creationId xmlns:a16="http://schemas.microsoft.com/office/drawing/2014/main" id="{0CCED2C3-D6BC-6258-4871-17511F473D51}"/>
              </a:ext>
            </a:extLst>
          </p:cNvPr>
          <p:cNvSpPr/>
          <p:nvPr/>
        </p:nvSpPr>
        <p:spPr>
          <a:xfrm>
            <a:off x="4932512" y="3195577"/>
            <a:ext cx="3657600" cy="1463040"/>
          </a:xfrm>
          <a:prstGeom prst="rect">
            <a:avLst/>
          </a:prstGeom>
          <a:solidFill>
            <a:srgbClr val="EAEAEA"/>
          </a:solidFill>
          <a:ln w="12700" cap="flat" cmpd="sng" algn="ctr">
            <a:noFill/>
            <a:prstDash val="solid"/>
            <a:miter lim="800000"/>
          </a:ln>
          <a:effectLst/>
        </p:spPr>
        <p:txBody>
          <a:bodyPr lIns="54610" tIns="54610" rIns="54610" bIns="54610" rtlCol="0" anchor="ctr"/>
          <a:lstStyle/>
          <a:p>
            <a:pPr marL="114300" lvl="0" indent="-114300">
              <a:spcAft>
                <a:spcPts val="600"/>
              </a:spcAft>
              <a:buFont typeface="Arial" panose="020B0604020202020204" pitchFamily="34" charset="0"/>
              <a:buChar char="•"/>
              <a:defRPr/>
            </a:pPr>
            <a:r>
              <a:rPr lang="en-US" sz="900" kern="0">
                <a:solidFill>
                  <a:srgbClr val="000000"/>
                </a:solidFill>
              </a:rPr>
              <a:t>Construct data tech stack for enterprise data ecosystem to become the central store for the data mart and host all data products</a:t>
            </a:r>
          </a:p>
          <a:p>
            <a:pPr marL="114300" lvl="0" indent="-114300">
              <a:spcAft>
                <a:spcPts val="600"/>
              </a:spcAft>
              <a:buFont typeface="Arial" panose="020B0604020202020204" pitchFamily="34" charset="0"/>
              <a:buChar char="•"/>
              <a:defRPr/>
            </a:pPr>
            <a:r>
              <a:rPr lang="en-US" sz="900" kern="0">
                <a:solidFill>
                  <a:srgbClr val="000000"/>
                </a:solidFill>
              </a:rPr>
              <a:t>Prioritize data needs based on business needs and preference so that data products can be delivered in an order that delivers value in business priorities</a:t>
            </a:r>
          </a:p>
          <a:p>
            <a:pPr marL="114300" lvl="0" indent="-114300">
              <a:spcAft>
                <a:spcPts val="600"/>
              </a:spcAft>
              <a:buFont typeface="Arial" panose="020B0604020202020204" pitchFamily="34" charset="0"/>
              <a:buChar char="•"/>
              <a:defRPr/>
            </a:pPr>
            <a:r>
              <a:rPr lang="en-US" sz="900" kern="0">
                <a:solidFill>
                  <a:srgbClr val="000000"/>
                </a:solidFill>
              </a:rPr>
              <a:t>Shift some data resources into a data product owner role to manage the data assets as a product rather than a static data set</a:t>
            </a:r>
          </a:p>
        </p:txBody>
      </p:sp>
      <p:sp>
        <p:nvSpPr>
          <p:cNvPr id="30" name="Rectangle 29">
            <a:extLst>
              <a:ext uri="{FF2B5EF4-FFF2-40B4-BE49-F238E27FC236}">
                <a16:creationId xmlns:a16="http://schemas.microsoft.com/office/drawing/2014/main" id="{4FA84347-A140-4E66-6C69-C2F65613BD42}"/>
              </a:ext>
            </a:extLst>
          </p:cNvPr>
          <p:cNvSpPr/>
          <p:nvPr/>
        </p:nvSpPr>
        <p:spPr>
          <a:xfrm>
            <a:off x="2066587" y="3195577"/>
            <a:ext cx="2743200" cy="1463040"/>
          </a:xfrm>
          <a:prstGeom prst="rect">
            <a:avLst/>
          </a:prstGeom>
          <a:solidFill>
            <a:srgbClr val="EAEAEA"/>
          </a:solidFill>
          <a:ln w="12700" cap="flat" cmpd="sng" algn="ctr">
            <a:noFill/>
            <a:prstDash val="solid"/>
            <a:miter lim="800000"/>
          </a:ln>
          <a:effectLst/>
        </p:spPr>
        <p:txBody>
          <a:bodyPr lIns="54610" tIns="54610" rIns="54610" bIns="54610" rtlCol="0" anchor="ctr"/>
          <a:lstStyle/>
          <a:p>
            <a:pPr lvl="0">
              <a:defRPr/>
            </a:pPr>
            <a:r>
              <a:rPr lang="en-US" sz="900" kern="0">
                <a:solidFill>
                  <a:srgbClr val="000000"/>
                </a:solidFill>
              </a:rPr>
              <a:t>Organize enterprise data into curated data sets for shared use by different data stakeholders so the common data assets are shared across multiple stakeholders.</a:t>
            </a:r>
            <a:endParaRPr lang="en-US" sz="900" b="1" kern="0">
              <a:solidFill>
                <a:srgbClr val="000000"/>
              </a:solidFill>
            </a:endParaRPr>
          </a:p>
        </p:txBody>
      </p:sp>
      <p:sp>
        <p:nvSpPr>
          <p:cNvPr id="34" name="TextBox 33">
            <a:extLst>
              <a:ext uri="{FF2B5EF4-FFF2-40B4-BE49-F238E27FC236}">
                <a16:creationId xmlns:a16="http://schemas.microsoft.com/office/drawing/2014/main" id="{5A5808C6-0C8C-9EAE-AB66-8523F7A84B8F}"/>
              </a:ext>
            </a:extLst>
          </p:cNvPr>
          <p:cNvSpPr txBox="1"/>
          <p:nvPr/>
        </p:nvSpPr>
        <p:spPr>
          <a:xfrm>
            <a:off x="495300" y="4749177"/>
            <a:ext cx="1463039" cy="1554480"/>
          </a:xfrm>
          <a:prstGeom prst="rect">
            <a:avLst/>
          </a:prstGeom>
          <a:solidFill>
            <a:schemeClr val="accent2"/>
          </a:solidFill>
        </p:spPr>
        <p:txBody>
          <a:bodyPr vert="horz" wrap="square" lIns="91440" tIns="640080" rIns="91440" bIns="91440" rtlCol="0" anchor="ctr" anchorCtr="0">
            <a:noAutofit/>
          </a:bodyPr>
          <a:lstStyle/>
          <a:p>
            <a:pPr algn="ctr">
              <a:defRPr/>
            </a:pPr>
            <a:r>
              <a:rPr lang="en-US" b="1">
                <a:solidFill>
                  <a:schemeClr val="bg1"/>
                </a:solidFill>
                <a:latin typeface="KPMG Bold"/>
              </a:rPr>
              <a:t>Enable AI</a:t>
            </a:r>
          </a:p>
        </p:txBody>
      </p:sp>
      <p:sp>
        <p:nvSpPr>
          <p:cNvPr id="35" name="Rectangle 34">
            <a:extLst>
              <a:ext uri="{FF2B5EF4-FFF2-40B4-BE49-F238E27FC236}">
                <a16:creationId xmlns:a16="http://schemas.microsoft.com/office/drawing/2014/main" id="{30E1415C-E180-D4F3-9CCF-187346A284A9}"/>
              </a:ext>
            </a:extLst>
          </p:cNvPr>
          <p:cNvSpPr/>
          <p:nvPr/>
        </p:nvSpPr>
        <p:spPr>
          <a:xfrm>
            <a:off x="4932512" y="4749177"/>
            <a:ext cx="3657600" cy="1554480"/>
          </a:xfrm>
          <a:prstGeom prst="rect">
            <a:avLst/>
          </a:prstGeom>
          <a:solidFill>
            <a:srgbClr val="EAEAEA"/>
          </a:solidFill>
          <a:ln w="12700" cap="flat" cmpd="sng" algn="ctr">
            <a:noFill/>
            <a:prstDash val="solid"/>
            <a:miter lim="800000"/>
          </a:ln>
          <a:effectLst/>
        </p:spPr>
        <p:txBody>
          <a:bodyPr lIns="54610" tIns="54610" rIns="54610" bIns="54610" rtlCol="0" anchor="ctr"/>
          <a:lstStyle/>
          <a:p>
            <a:pPr marL="114300" lvl="0" indent="-114300">
              <a:spcAft>
                <a:spcPts val="600"/>
              </a:spcAft>
              <a:buFont typeface="Arial" panose="020B0604020202020204" pitchFamily="34" charset="0"/>
              <a:buChar char="•"/>
              <a:defRPr/>
            </a:pPr>
            <a:r>
              <a:rPr lang="en-US" sz="900" kern="0">
                <a:solidFill>
                  <a:srgbClr val="000000"/>
                </a:solidFill>
              </a:rPr>
              <a:t>Establish a cross-functional governance community to oversee the introduction of AI</a:t>
            </a:r>
          </a:p>
          <a:p>
            <a:pPr marL="114300" lvl="0" indent="-114300">
              <a:spcAft>
                <a:spcPts val="600"/>
              </a:spcAft>
              <a:buFont typeface="Arial" panose="020B0604020202020204" pitchFamily="34" charset="0"/>
              <a:buChar char="•"/>
              <a:defRPr/>
            </a:pPr>
            <a:r>
              <a:rPr lang="en-US" sz="900" kern="0">
                <a:solidFill>
                  <a:srgbClr val="000000"/>
                </a:solidFill>
              </a:rPr>
              <a:t>Implement personal productivity tools such as Copilot for users to embrace organic value</a:t>
            </a:r>
          </a:p>
          <a:p>
            <a:pPr marL="114300" lvl="0" indent="-114300">
              <a:spcAft>
                <a:spcPts val="600"/>
              </a:spcAft>
              <a:buFont typeface="Arial" panose="020B0604020202020204" pitchFamily="34" charset="0"/>
              <a:buChar char="•"/>
              <a:defRPr/>
            </a:pPr>
            <a:r>
              <a:rPr lang="en-US" sz="900" kern="0">
                <a:solidFill>
                  <a:srgbClr val="000000"/>
                </a:solidFill>
              </a:rPr>
              <a:t>Develop a program that allows functions to adopt AI by decomposing end-to-end process to extend the impact and value</a:t>
            </a:r>
          </a:p>
          <a:p>
            <a:pPr marL="114300" lvl="0" indent="-114300">
              <a:spcAft>
                <a:spcPts val="600"/>
              </a:spcAft>
              <a:buFont typeface="Arial" panose="020B0604020202020204" pitchFamily="34" charset="0"/>
              <a:buChar char="•"/>
              <a:defRPr/>
            </a:pPr>
            <a:r>
              <a:rPr lang="en-US" sz="900" kern="0">
                <a:solidFill>
                  <a:srgbClr val="000000"/>
                </a:solidFill>
              </a:rPr>
              <a:t>Create adoption enablement for teammates, including training, intake solution, and a champions community</a:t>
            </a:r>
          </a:p>
        </p:txBody>
      </p:sp>
      <p:sp>
        <p:nvSpPr>
          <p:cNvPr id="36" name="Rectangle 35">
            <a:extLst>
              <a:ext uri="{FF2B5EF4-FFF2-40B4-BE49-F238E27FC236}">
                <a16:creationId xmlns:a16="http://schemas.microsoft.com/office/drawing/2014/main" id="{2359A20B-64EA-AE65-8DC4-179DDFCD75D2}"/>
              </a:ext>
            </a:extLst>
          </p:cNvPr>
          <p:cNvSpPr/>
          <p:nvPr/>
        </p:nvSpPr>
        <p:spPr>
          <a:xfrm>
            <a:off x="2066587" y="4749177"/>
            <a:ext cx="2743200" cy="1554480"/>
          </a:xfrm>
          <a:prstGeom prst="rect">
            <a:avLst/>
          </a:prstGeom>
          <a:solidFill>
            <a:srgbClr val="EAEAEA"/>
          </a:solidFill>
          <a:ln w="12700" cap="flat" cmpd="sng" algn="ctr">
            <a:noFill/>
            <a:prstDash val="solid"/>
            <a:miter lim="800000"/>
          </a:ln>
          <a:effectLst/>
        </p:spPr>
        <p:txBody>
          <a:bodyPr lIns="54610" tIns="54610" rIns="54610" bIns="54610" rtlCol="0" anchor="ctr"/>
          <a:lstStyle/>
          <a:p>
            <a:pPr lvl="0">
              <a:defRPr/>
            </a:pPr>
            <a:r>
              <a:rPr lang="en-US" sz="900" kern="0">
                <a:solidFill>
                  <a:srgbClr val="000000"/>
                </a:solidFill>
              </a:rPr>
              <a:t>Establish a deliberate approach to the adoption of AI within the enterprise to help introduce a governed program that allows for idea generation, technology introduction, prioritization, and broad adoption.</a:t>
            </a:r>
            <a:endParaRPr lang="en-US" sz="900" b="1" kern="0">
              <a:solidFill>
                <a:srgbClr val="000000"/>
              </a:solidFill>
            </a:endParaRPr>
          </a:p>
        </p:txBody>
      </p:sp>
      <p:sp>
        <p:nvSpPr>
          <p:cNvPr id="43" name="Rectangle 42">
            <a:extLst>
              <a:ext uri="{FF2B5EF4-FFF2-40B4-BE49-F238E27FC236}">
                <a16:creationId xmlns:a16="http://schemas.microsoft.com/office/drawing/2014/main" id="{2964F0E9-03CB-93C5-825F-36C642549812}"/>
              </a:ext>
            </a:extLst>
          </p:cNvPr>
          <p:cNvSpPr/>
          <p:nvPr/>
        </p:nvSpPr>
        <p:spPr>
          <a:xfrm>
            <a:off x="8712838" y="1451478"/>
            <a:ext cx="2743200" cy="1645920"/>
          </a:xfrm>
          <a:prstGeom prst="rect">
            <a:avLst/>
          </a:prstGeom>
          <a:solidFill>
            <a:srgbClr val="EAEAEA"/>
          </a:solidFill>
          <a:ln w="12700" cap="flat" cmpd="sng" algn="ctr">
            <a:noFill/>
            <a:prstDash val="solid"/>
            <a:miter lim="800000"/>
          </a:ln>
          <a:effectLst/>
        </p:spPr>
        <p:txBody>
          <a:bodyPr lIns="54610" tIns="54610" rIns="54610" bIns="54610" rtlCol="0" anchor="ctr"/>
          <a:lstStyle/>
          <a:p>
            <a:pPr marL="137160" lvl="0" indent="-137160">
              <a:spcAft>
                <a:spcPts val="600"/>
              </a:spcAft>
              <a:buFont typeface="Arial" panose="020B0604020202020204" pitchFamily="34" charset="0"/>
              <a:buChar char="•"/>
              <a:defRPr/>
            </a:pPr>
            <a:r>
              <a:rPr lang="en-US" sz="900" kern="0">
                <a:solidFill>
                  <a:srgbClr val="000000"/>
                </a:solidFill>
              </a:rPr>
              <a:t>Improved tech resiliency for the key business services</a:t>
            </a:r>
          </a:p>
          <a:p>
            <a:pPr marL="137160" lvl="0" indent="-137160">
              <a:spcAft>
                <a:spcPts val="600"/>
              </a:spcAft>
              <a:buFont typeface="Arial" panose="020B0604020202020204" pitchFamily="34" charset="0"/>
              <a:buChar char="•"/>
              <a:defRPr/>
            </a:pPr>
            <a:r>
              <a:rPr lang="en-US" sz="900" kern="0">
                <a:solidFill>
                  <a:srgbClr val="000000"/>
                </a:solidFill>
              </a:rPr>
              <a:t>Better relationship with a more engaged community of business stakeholders </a:t>
            </a:r>
          </a:p>
          <a:p>
            <a:pPr marL="137160" lvl="0" indent="-137160">
              <a:spcAft>
                <a:spcPts val="600"/>
              </a:spcAft>
              <a:buFont typeface="Arial" panose="020B0604020202020204" pitchFamily="34" charset="0"/>
              <a:buChar char="•"/>
              <a:defRPr/>
            </a:pPr>
            <a:r>
              <a:rPr lang="en-US" sz="900" kern="0">
                <a:solidFill>
                  <a:srgbClr val="000000"/>
                </a:solidFill>
              </a:rPr>
              <a:t>Measurable improvements in business service availability </a:t>
            </a:r>
          </a:p>
        </p:txBody>
      </p:sp>
      <p:sp>
        <p:nvSpPr>
          <p:cNvPr id="44" name="Round Same Side Corner Rectangle 6">
            <a:extLst>
              <a:ext uri="{FF2B5EF4-FFF2-40B4-BE49-F238E27FC236}">
                <a16:creationId xmlns:a16="http://schemas.microsoft.com/office/drawing/2014/main" id="{1DAFA3B4-FF9D-FF65-025D-221AB49510CF}"/>
              </a:ext>
            </a:extLst>
          </p:cNvPr>
          <p:cNvSpPr>
            <a:spLocks/>
          </p:cNvSpPr>
          <p:nvPr/>
        </p:nvSpPr>
        <p:spPr>
          <a:xfrm>
            <a:off x="8712838" y="901147"/>
            <a:ext cx="2743200" cy="455962"/>
          </a:xfrm>
          <a:prstGeom prst="round2SameRect">
            <a:avLst>
              <a:gd name="adj1" fmla="val 16667"/>
              <a:gd name="adj2" fmla="val 0"/>
            </a:avLst>
          </a:prstGeom>
          <a:gradFill flip="none" rotWithShape="1">
            <a:gsLst>
              <a:gs pos="0">
                <a:srgbClr val="1E49E2"/>
              </a:gs>
              <a:gs pos="100000">
                <a:srgbClr val="7213EA"/>
              </a:gs>
            </a:gsLst>
            <a:lin ang="0" scaled="1"/>
            <a:tileRect/>
          </a:gradFill>
          <a:ln w="19050" cap="rnd" cmpd="sng" algn="ctr">
            <a:solidFill>
              <a:sysClr val="window" lastClr="FFFFFF">
                <a:lumMod val="85000"/>
              </a:sysClr>
            </a:solidFill>
            <a:prstDash val="solid"/>
            <a:round/>
            <a:headEnd type="none" w="med" len="med"/>
            <a:tailEnd type="none" w="med" len="med"/>
          </a:ln>
          <a:effectLst/>
        </p:spPr>
        <p:txBody>
          <a:bodyPr lIns="91440" tIns="9144" rIns="91440" bIns="91440" rtlCol="0" anchor="ctr" anchorCtr="0"/>
          <a:lstStyle/>
          <a:p>
            <a:pPr marL="0" lvl="1" algn="ctr">
              <a:defRPr/>
            </a:pPr>
            <a:r>
              <a:rPr lang="en-US" kern="0">
                <a:solidFill>
                  <a:prstClr val="white"/>
                </a:solidFill>
                <a:latin typeface="KPMG Bold"/>
              </a:rPr>
              <a:t>Outcomes</a:t>
            </a:r>
          </a:p>
        </p:txBody>
      </p:sp>
      <p:sp>
        <p:nvSpPr>
          <p:cNvPr id="45" name="Rectangle 44">
            <a:extLst>
              <a:ext uri="{FF2B5EF4-FFF2-40B4-BE49-F238E27FC236}">
                <a16:creationId xmlns:a16="http://schemas.microsoft.com/office/drawing/2014/main" id="{256004C7-1D33-EC22-DE7F-960C22E1FE40}"/>
              </a:ext>
            </a:extLst>
          </p:cNvPr>
          <p:cNvSpPr/>
          <p:nvPr/>
        </p:nvSpPr>
        <p:spPr>
          <a:xfrm>
            <a:off x="8712838" y="3195577"/>
            <a:ext cx="2743200" cy="1463040"/>
          </a:xfrm>
          <a:prstGeom prst="rect">
            <a:avLst/>
          </a:prstGeom>
          <a:solidFill>
            <a:srgbClr val="EAEAEA"/>
          </a:solidFill>
          <a:ln w="12700" cap="flat" cmpd="sng" algn="ctr">
            <a:noFill/>
            <a:prstDash val="solid"/>
            <a:miter lim="800000"/>
          </a:ln>
          <a:effectLst/>
        </p:spPr>
        <p:txBody>
          <a:bodyPr lIns="54610" tIns="54610" rIns="54610" bIns="54610" rtlCol="0" anchor="ctr"/>
          <a:lstStyle/>
          <a:p>
            <a:pPr marL="137160" lvl="0" indent="-137160">
              <a:spcAft>
                <a:spcPts val="600"/>
              </a:spcAft>
              <a:buFont typeface="Arial" panose="020B0604020202020204" pitchFamily="34" charset="0"/>
              <a:buChar char="•"/>
              <a:defRPr/>
            </a:pPr>
            <a:r>
              <a:rPr lang="en-US" sz="900" kern="0">
                <a:solidFill>
                  <a:srgbClr val="000000"/>
                </a:solidFill>
              </a:rPr>
              <a:t>Curated data sets for shared use by different stakeholders across the organization</a:t>
            </a:r>
          </a:p>
          <a:p>
            <a:pPr marL="137160" lvl="0" indent="-137160">
              <a:spcAft>
                <a:spcPts val="600"/>
              </a:spcAft>
              <a:buFont typeface="Arial" panose="020B0604020202020204" pitchFamily="34" charset="0"/>
              <a:buChar char="•"/>
              <a:defRPr/>
            </a:pPr>
            <a:r>
              <a:rPr lang="en-US" sz="900" kern="0">
                <a:solidFill>
                  <a:srgbClr val="000000"/>
                </a:solidFill>
              </a:rPr>
              <a:t>Governed approach for data to evolve in ways that align to broader enterprise needs</a:t>
            </a:r>
          </a:p>
          <a:p>
            <a:pPr marL="137160" lvl="0" indent="-137160">
              <a:spcAft>
                <a:spcPts val="600"/>
              </a:spcAft>
              <a:buFont typeface="Arial" panose="020B0604020202020204" pitchFamily="34" charset="0"/>
              <a:buChar char="•"/>
              <a:defRPr/>
            </a:pPr>
            <a:r>
              <a:rPr lang="en-US" sz="900" kern="0">
                <a:solidFill>
                  <a:srgbClr val="000000"/>
                </a:solidFill>
              </a:rPr>
              <a:t>Easier access to trusted data throughout the enterprise</a:t>
            </a:r>
          </a:p>
        </p:txBody>
      </p:sp>
      <p:sp>
        <p:nvSpPr>
          <p:cNvPr id="46" name="Rectangle 45">
            <a:extLst>
              <a:ext uri="{FF2B5EF4-FFF2-40B4-BE49-F238E27FC236}">
                <a16:creationId xmlns:a16="http://schemas.microsoft.com/office/drawing/2014/main" id="{8FBD95FB-3680-BA34-A648-B50750045164}"/>
              </a:ext>
            </a:extLst>
          </p:cNvPr>
          <p:cNvSpPr/>
          <p:nvPr/>
        </p:nvSpPr>
        <p:spPr>
          <a:xfrm>
            <a:off x="8712838" y="4749177"/>
            <a:ext cx="2743200" cy="1554480"/>
          </a:xfrm>
          <a:prstGeom prst="rect">
            <a:avLst/>
          </a:prstGeom>
          <a:solidFill>
            <a:srgbClr val="EAEAEA"/>
          </a:solidFill>
          <a:ln w="12700" cap="flat" cmpd="sng" algn="ctr">
            <a:noFill/>
            <a:prstDash val="solid"/>
            <a:miter lim="800000"/>
          </a:ln>
          <a:effectLst/>
        </p:spPr>
        <p:txBody>
          <a:bodyPr lIns="54610" tIns="54610" rIns="54610" bIns="54610" rtlCol="0" anchor="ctr"/>
          <a:lstStyle/>
          <a:p>
            <a:pPr marL="137160" lvl="0" indent="-137160">
              <a:spcAft>
                <a:spcPts val="600"/>
              </a:spcAft>
              <a:buFont typeface="Arial" panose="020B0604020202020204" pitchFamily="34" charset="0"/>
              <a:buChar char="•"/>
              <a:defRPr/>
            </a:pPr>
            <a:r>
              <a:rPr lang="en-US" sz="900" kern="0">
                <a:solidFill>
                  <a:srgbClr val="000000"/>
                </a:solidFill>
              </a:rPr>
              <a:t>Deliberate and organized adoption of AI</a:t>
            </a:r>
          </a:p>
          <a:p>
            <a:pPr marL="137160" lvl="0" indent="-137160">
              <a:spcAft>
                <a:spcPts val="600"/>
              </a:spcAft>
              <a:buFont typeface="Arial" panose="020B0604020202020204" pitchFamily="34" charset="0"/>
              <a:buChar char="•"/>
              <a:defRPr/>
            </a:pPr>
            <a:r>
              <a:rPr lang="en-US" sz="900" kern="0">
                <a:solidFill>
                  <a:srgbClr val="000000"/>
                </a:solidFill>
              </a:rPr>
              <a:t>Prioritized enterprise opportunity inventory based on value and business need</a:t>
            </a:r>
          </a:p>
          <a:p>
            <a:pPr marL="137160" lvl="0" indent="-137160">
              <a:spcAft>
                <a:spcPts val="600"/>
              </a:spcAft>
              <a:buFont typeface="Arial" panose="020B0604020202020204" pitchFamily="34" charset="0"/>
              <a:buChar char="•"/>
              <a:defRPr/>
            </a:pPr>
            <a:r>
              <a:rPr lang="en-US" sz="900" kern="0">
                <a:solidFill>
                  <a:srgbClr val="000000"/>
                </a:solidFill>
              </a:rPr>
              <a:t>Engaged and empowered teammates for effective use</a:t>
            </a:r>
          </a:p>
          <a:p>
            <a:pPr marL="137160" lvl="0" indent="-137160">
              <a:spcAft>
                <a:spcPts val="600"/>
              </a:spcAft>
              <a:buFont typeface="Arial" panose="020B0604020202020204" pitchFamily="34" charset="0"/>
              <a:buChar char="•"/>
              <a:defRPr/>
            </a:pPr>
            <a:r>
              <a:rPr lang="en-US" sz="900" kern="0">
                <a:solidFill>
                  <a:srgbClr val="000000"/>
                </a:solidFill>
              </a:rPr>
              <a:t>Program that enables both organic and systemic value</a:t>
            </a:r>
          </a:p>
        </p:txBody>
      </p:sp>
      <p:grpSp>
        <p:nvGrpSpPr>
          <p:cNvPr id="2" name="Group 1">
            <a:extLst>
              <a:ext uri="{FF2B5EF4-FFF2-40B4-BE49-F238E27FC236}">
                <a16:creationId xmlns:a16="http://schemas.microsoft.com/office/drawing/2014/main" id="{635A8A85-A8E3-3C17-A1B0-A2499DAA5945}"/>
              </a:ext>
            </a:extLst>
          </p:cNvPr>
          <p:cNvGrpSpPr/>
          <p:nvPr/>
        </p:nvGrpSpPr>
        <p:grpSpPr>
          <a:xfrm>
            <a:off x="988898" y="1602246"/>
            <a:ext cx="475842" cy="475843"/>
            <a:chOff x="2982758" y="1340203"/>
            <a:chExt cx="586720" cy="586720"/>
          </a:xfrm>
        </p:grpSpPr>
        <p:sp>
          <p:nvSpPr>
            <p:cNvPr id="3" name="Freeform 612">
              <a:extLst>
                <a:ext uri="{FF2B5EF4-FFF2-40B4-BE49-F238E27FC236}">
                  <a16:creationId xmlns:a16="http://schemas.microsoft.com/office/drawing/2014/main" id="{4792A147-B8F0-9D9F-BB6B-D193FD6492C6}"/>
                </a:ext>
              </a:extLst>
            </p:cNvPr>
            <p:cNvSpPr>
              <a:spLocks/>
            </p:cNvSpPr>
            <p:nvPr/>
          </p:nvSpPr>
          <p:spPr bwMode="auto">
            <a:xfrm>
              <a:off x="2982758" y="1340203"/>
              <a:ext cx="586720" cy="378971"/>
            </a:xfrm>
            <a:custGeom>
              <a:avLst/>
              <a:gdLst>
                <a:gd name="T0" fmla="*/ 156 w 248"/>
                <a:gd name="T1" fmla="*/ 160 h 160"/>
                <a:gd name="T2" fmla="*/ 200 w 248"/>
                <a:gd name="T3" fmla="*/ 160 h 160"/>
                <a:gd name="T4" fmla="*/ 248 w 248"/>
                <a:gd name="T5" fmla="*/ 112 h 160"/>
                <a:gd name="T6" fmla="*/ 208 w 248"/>
                <a:gd name="T7" fmla="*/ 68 h 160"/>
                <a:gd name="T8" fmla="*/ 172 w 248"/>
                <a:gd name="T9" fmla="*/ 32 h 160"/>
                <a:gd name="T10" fmla="*/ 168 w 248"/>
                <a:gd name="T11" fmla="*/ 32 h 160"/>
                <a:gd name="T12" fmla="*/ 112 w 248"/>
                <a:gd name="T13" fmla="*/ 0 h 160"/>
                <a:gd name="T14" fmla="*/ 48 w 248"/>
                <a:gd name="T15" fmla="*/ 64 h 160"/>
                <a:gd name="T16" fmla="*/ 0 w 248"/>
                <a:gd name="T17" fmla="*/ 112 h 160"/>
                <a:gd name="T18" fmla="*/ 48 w 248"/>
                <a:gd name="T19" fmla="*/ 160 h 160"/>
                <a:gd name="T20" fmla="*/ 92 w 248"/>
                <a:gd name="T21"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8" h="160">
                  <a:moveTo>
                    <a:pt x="156" y="160"/>
                  </a:moveTo>
                  <a:cubicBezTo>
                    <a:pt x="200" y="160"/>
                    <a:pt x="200" y="160"/>
                    <a:pt x="200" y="160"/>
                  </a:cubicBezTo>
                  <a:cubicBezTo>
                    <a:pt x="227" y="160"/>
                    <a:pt x="248" y="139"/>
                    <a:pt x="248" y="112"/>
                  </a:cubicBezTo>
                  <a:cubicBezTo>
                    <a:pt x="248" y="88"/>
                    <a:pt x="232" y="68"/>
                    <a:pt x="208" y="68"/>
                  </a:cubicBezTo>
                  <a:cubicBezTo>
                    <a:pt x="208" y="48"/>
                    <a:pt x="196" y="32"/>
                    <a:pt x="172" y="32"/>
                  </a:cubicBezTo>
                  <a:cubicBezTo>
                    <a:pt x="168" y="32"/>
                    <a:pt x="168" y="32"/>
                    <a:pt x="168" y="32"/>
                  </a:cubicBezTo>
                  <a:cubicBezTo>
                    <a:pt x="157" y="12"/>
                    <a:pt x="136" y="0"/>
                    <a:pt x="112" y="0"/>
                  </a:cubicBezTo>
                  <a:cubicBezTo>
                    <a:pt x="77" y="0"/>
                    <a:pt x="48" y="29"/>
                    <a:pt x="48" y="64"/>
                  </a:cubicBezTo>
                  <a:cubicBezTo>
                    <a:pt x="21" y="64"/>
                    <a:pt x="0" y="85"/>
                    <a:pt x="0" y="112"/>
                  </a:cubicBezTo>
                  <a:cubicBezTo>
                    <a:pt x="0" y="139"/>
                    <a:pt x="21" y="160"/>
                    <a:pt x="48" y="160"/>
                  </a:cubicBezTo>
                  <a:cubicBezTo>
                    <a:pt x="92" y="160"/>
                    <a:pt x="92" y="160"/>
                    <a:pt x="92" y="16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Freeform 613">
              <a:extLst>
                <a:ext uri="{FF2B5EF4-FFF2-40B4-BE49-F238E27FC236}">
                  <a16:creationId xmlns:a16="http://schemas.microsoft.com/office/drawing/2014/main" id="{39B898C8-2289-29FF-46F8-61D976A49278}"/>
                </a:ext>
              </a:extLst>
            </p:cNvPr>
            <p:cNvSpPr>
              <a:spLocks/>
            </p:cNvSpPr>
            <p:nvPr/>
          </p:nvSpPr>
          <p:spPr bwMode="auto">
            <a:xfrm>
              <a:off x="3153980" y="1397278"/>
              <a:ext cx="93602" cy="102734"/>
            </a:xfrm>
            <a:custGeom>
              <a:avLst/>
              <a:gdLst>
                <a:gd name="T0" fmla="*/ 0 w 40"/>
                <a:gd name="T1" fmla="*/ 44 h 44"/>
                <a:gd name="T2" fmla="*/ 40 w 40"/>
                <a:gd name="T3" fmla="*/ 0 h 44"/>
              </a:gdLst>
              <a:ahLst/>
              <a:cxnLst>
                <a:cxn ang="0">
                  <a:pos x="T0" y="T1"/>
                </a:cxn>
                <a:cxn ang="0">
                  <a:pos x="T2" y="T3"/>
                </a:cxn>
              </a:cxnLst>
              <a:rect l="0" t="0" r="r" b="b"/>
              <a:pathLst>
                <a:path w="40" h="44">
                  <a:moveTo>
                    <a:pt x="0" y="44"/>
                  </a:moveTo>
                  <a:cubicBezTo>
                    <a:pt x="0" y="20"/>
                    <a:pt x="20" y="0"/>
                    <a:pt x="40"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Line 614">
              <a:extLst>
                <a:ext uri="{FF2B5EF4-FFF2-40B4-BE49-F238E27FC236}">
                  <a16:creationId xmlns:a16="http://schemas.microsoft.com/office/drawing/2014/main" id="{21FCDEC1-92CA-0A0F-736A-E9C6F7F0CC78}"/>
                </a:ext>
              </a:extLst>
            </p:cNvPr>
            <p:cNvSpPr>
              <a:spLocks noChangeShapeType="1"/>
            </p:cNvSpPr>
            <p:nvPr/>
          </p:nvSpPr>
          <p:spPr bwMode="auto">
            <a:xfrm flipH="1">
              <a:off x="3048964" y="1794512"/>
              <a:ext cx="66206"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Freeform 615">
              <a:extLst>
                <a:ext uri="{FF2B5EF4-FFF2-40B4-BE49-F238E27FC236}">
                  <a16:creationId xmlns:a16="http://schemas.microsoft.com/office/drawing/2014/main" id="{A6519D78-AE4F-8314-3C13-0E56FDB83B3D}"/>
                </a:ext>
              </a:extLst>
            </p:cNvPr>
            <p:cNvSpPr>
              <a:spLocks/>
            </p:cNvSpPr>
            <p:nvPr/>
          </p:nvSpPr>
          <p:spPr bwMode="auto">
            <a:xfrm>
              <a:off x="3190507" y="1632421"/>
              <a:ext cx="57075" cy="162091"/>
            </a:xfrm>
            <a:custGeom>
              <a:avLst/>
              <a:gdLst>
                <a:gd name="T0" fmla="*/ 24 w 24"/>
                <a:gd name="T1" fmla="*/ 0 h 68"/>
                <a:gd name="T2" fmla="*/ 24 w 24"/>
                <a:gd name="T3" fmla="*/ 52 h 68"/>
                <a:gd name="T4" fmla="*/ 8 w 24"/>
                <a:gd name="T5" fmla="*/ 68 h 68"/>
                <a:gd name="T6" fmla="*/ 0 w 24"/>
                <a:gd name="T7" fmla="*/ 68 h 68"/>
              </a:gdLst>
              <a:ahLst/>
              <a:cxnLst>
                <a:cxn ang="0">
                  <a:pos x="T0" y="T1"/>
                </a:cxn>
                <a:cxn ang="0">
                  <a:pos x="T2" y="T3"/>
                </a:cxn>
                <a:cxn ang="0">
                  <a:pos x="T4" y="T5"/>
                </a:cxn>
                <a:cxn ang="0">
                  <a:pos x="T6" y="T7"/>
                </a:cxn>
              </a:cxnLst>
              <a:rect l="0" t="0" r="r" b="b"/>
              <a:pathLst>
                <a:path w="24" h="68">
                  <a:moveTo>
                    <a:pt x="24" y="0"/>
                  </a:moveTo>
                  <a:cubicBezTo>
                    <a:pt x="24" y="52"/>
                    <a:pt x="24" y="52"/>
                    <a:pt x="24" y="52"/>
                  </a:cubicBezTo>
                  <a:cubicBezTo>
                    <a:pt x="24" y="61"/>
                    <a:pt x="17" y="68"/>
                    <a:pt x="8" y="68"/>
                  </a:cubicBezTo>
                  <a:cubicBezTo>
                    <a:pt x="0" y="68"/>
                    <a:pt x="0" y="68"/>
                    <a:pt x="0" y="68"/>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616">
              <a:extLst>
                <a:ext uri="{FF2B5EF4-FFF2-40B4-BE49-F238E27FC236}">
                  <a16:creationId xmlns:a16="http://schemas.microsoft.com/office/drawing/2014/main" id="{C209EAEF-9B46-4C40-81FB-8F2B65A88DA7}"/>
                </a:ext>
              </a:extLst>
            </p:cNvPr>
            <p:cNvSpPr>
              <a:spLocks noChangeShapeType="1"/>
            </p:cNvSpPr>
            <p:nvPr/>
          </p:nvSpPr>
          <p:spPr bwMode="auto">
            <a:xfrm>
              <a:off x="3437066" y="1888112"/>
              <a:ext cx="57075"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Freeform 617">
              <a:extLst>
                <a:ext uri="{FF2B5EF4-FFF2-40B4-BE49-F238E27FC236}">
                  <a16:creationId xmlns:a16="http://schemas.microsoft.com/office/drawing/2014/main" id="{683B202B-89D6-BA3A-934A-F132731DF04C}"/>
                </a:ext>
              </a:extLst>
            </p:cNvPr>
            <p:cNvSpPr>
              <a:spLocks/>
            </p:cNvSpPr>
            <p:nvPr/>
          </p:nvSpPr>
          <p:spPr bwMode="auto">
            <a:xfrm>
              <a:off x="3304655" y="1632421"/>
              <a:ext cx="57075" cy="255691"/>
            </a:xfrm>
            <a:custGeom>
              <a:avLst/>
              <a:gdLst>
                <a:gd name="T0" fmla="*/ 0 w 24"/>
                <a:gd name="T1" fmla="*/ 0 h 108"/>
                <a:gd name="T2" fmla="*/ 0 w 24"/>
                <a:gd name="T3" fmla="*/ 92 h 108"/>
                <a:gd name="T4" fmla="*/ 16 w 24"/>
                <a:gd name="T5" fmla="*/ 108 h 108"/>
                <a:gd name="T6" fmla="*/ 24 w 24"/>
                <a:gd name="T7" fmla="*/ 108 h 108"/>
              </a:gdLst>
              <a:ahLst/>
              <a:cxnLst>
                <a:cxn ang="0">
                  <a:pos x="T0" y="T1"/>
                </a:cxn>
                <a:cxn ang="0">
                  <a:pos x="T2" y="T3"/>
                </a:cxn>
                <a:cxn ang="0">
                  <a:pos x="T4" y="T5"/>
                </a:cxn>
                <a:cxn ang="0">
                  <a:pos x="T6" y="T7"/>
                </a:cxn>
              </a:cxnLst>
              <a:rect l="0" t="0" r="r" b="b"/>
              <a:pathLst>
                <a:path w="24" h="108">
                  <a:moveTo>
                    <a:pt x="0" y="0"/>
                  </a:moveTo>
                  <a:cubicBezTo>
                    <a:pt x="0" y="92"/>
                    <a:pt x="0" y="92"/>
                    <a:pt x="0" y="92"/>
                  </a:cubicBezTo>
                  <a:cubicBezTo>
                    <a:pt x="0" y="101"/>
                    <a:pt x="7" y="108"/>
                    <a:pt x="16" y="108"/>
                  </a:cubicBezTo>
                  <a:cubicBezTo>
                    <a:pt x="24" y="108"/>
                    <a:pt x="24" y="108"/>
                    <a:pt x="24" y="108"/>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Line 618">
              <a:extLst>
                <a:ext uri="{FF2B5EF4-FFF2-40B4-BE49-F238E27FC236}">
                  <a16:creationId xmlns:a16="http://schemas.microsoft.com/office/drawing/2014/main" id="{317D6EBD-7D6C-CAF0-29E5-A0EFB41139D9}"/>
                </a:ext>
              </a:extLst>
            </p:cNvPr>
            <p:cNvSpPr>
              <a:spLocks noChangeShapeType="1"/>
            </p:cNvSpPr>
            <p:nvPr/>
          </p:nvSpPr>
          <p:spPr bwMode="auto">
            <a:xfrm>
              <a:off x="3199639" y="1623289"/>
              <a:ext cx="152959"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Oval 619">
              <a:extLst>
                <a:ext uri="{FF2B5EF4-FFF2-40B4-BE49-F238E27FC236}">
                  <a16:creationId xmlns:a16="http://schemas.microsoft.com/office/drawing/2014/main" id="{5AEC92A9-6187-F57C-0E01-54DFEAAD4C06}"/>
                </a:ext>
              </a:extLst>
            </p:cNvPr>
            <p:cNvSpPr>
              <a:spLocks noChangeArrowheads="1"/>
            </p:cNvSpPr>
            <p:nvPr/>
          </p:nvSpPr>
          <p:spPr bwMode="auto">
            <a:xfrm>
              <a:off x="2982758" y="1755701"/>
              <a:ext cx="75338" cy="75338"/>
            </a:xfrm>
            <a:prstGeom prst="ellips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Oval 620">
              <a:extLst>
                <a:ext uri="{FF2B5EF4-FFF2-40B4-BE49-F238E27FC236}">
                  <a16:creationId xmlns:a16="http://schemas.microsoft.com/office/drawing/2014/main" id="{CC9D9BE6-24C4-7C79-7737-1CC765F39885}"/>
                </a:ext>
              </a:extLst>
            </p:cNvPr>
            <p:cNvSpPr>
              <a:spLocks noChangeArrowheads="1"/>
            </p:cNvSpPr>
            <p:nvPr/>
          </p:nvSpPr>
          <p:spPr bwMode="auto">
            <a:xfrm>
              <a:off x="3115169" y="1755701"/>
              <a:ext cx="75338" cy="75338"/>
            </a:xfrm>
            <a:prstGeom prst="ellips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Oval 621">
              <a:extLst>
                <a:ext uri="{FF2B5EF4-FFF2-40B4-BE49-F238E27FC236}">
                  <a16:creationId xmlns:a16="http://schemas.microsoft.com/office/drawing/2014/main" id="{3CF8D91C-2482-DE82-6036-548302A0BA90}"/>
                </a:ext>
              </a:extLst>
            </p:cNvPr>
            <p:cNvSpPr>
              <a:spLocks noChangeArrowheads="1"/>
            </p:cNvSpPr>
            <p:nvPr/>
          </p:nvSpPr>
          <p:spPr bwMode="auto">
            <a:xfrm>
              <a:off x="3361728" y="1851585"/>
              <a:ext cx="75338" cy="75338"/>
            </a:xfrm>
            <a:prstGeom prst="ellips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Oval 622">
              <a:extLst>
                <a:ext uri="{FF2B5EF4-FFF2-40B4-BE49-F238E27FC236}">
                  <a16:creationId xmlns:a16="http://schemas.microsoft.com/office/drawing/2014/main" id="{C4D970F1-ACE9-2650-E1A6-B2BDB22A5C38}"/>
                </a:ext>
              </a:extLst>
            </p:cNvPr>
            <p:cNvSpPr>
              <a:spLocks noChangeArrowheads="1"/>
            </p:cNvSpPr>
            <p:nvPr/>
          </p:nvSpPr>
          <p:spPr bwMode="auto">
            <a:xfrm>
              <a:off x="3494139" y="1851585"/>
              <a:ext cx="75338" cy="75338"/>
            </a:xfrm>
            <a:prstGeom prst="ellips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Line 623">
              <a:extLst>
                <a:ext uri="{FF2B5EF4-FFF2-40B4-BE49-F238E27FC236}">
                  <a16:creationId xmlns:a16="http://schemas.microsoft.com/office/drawing/2014/main" id="{C667E9DD-4994-2145-0716-552EAD6C1C39}"/>
                </a:ext>
              </a:extLst>
            </p:cNvPr>
            <p:cNvSpPr>
              <a:spLocks noChangeShapeType="1"/>
            </p:cNvSpPr>
            <p:nvPr/>
          </p:nvSpPr>
          <p:spPr bwMode="auto">
            <a:xfrm>
              <a:off x="3370860" y="1623289"/>
              <a:ext cx="18264"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Line 624">
              <a:extLst>
                <a:ext uri="{FF2B5EF4-FFF2-40B4-BE49-F238E27FC236}">
                  <a16:creationId xmlns:a16="http://schemas.microsoft.com/office/drawing/2014/main" id="{5DBF6CE8-112D-8DB3-23DD-0C63CA4E03F1}"/>
                </a:ext>
              </a:extLst>
            </p:cNvPr>
            <p:cNvSpPr>
              <a:spLocks noChangeShapeType="1"/>
            </p:cNvSpPr>
            <p:nvPr/>
          </p:nvSpPr>
          <p:spPr bwMode="auto">
            <a:xfrm>
              <a:off x="3409670" y="1623289"/>
              <a:ext cx="18264"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Line 625">
              <a:extLst>
                <a:ext uri="{FF2B5EF4-FFF2-40B4-BE49-F238E27FC236}">
                  <a16:creationId xmlns:a16="http://schemas.microsoft.com/office/drawing/2014/main" id="{EED679AD-E28B-09F8-B767-39F4CFB40D84}"/>
                </a:ext>
              </a:extLst>
            </p:cNvPr>
            <p:cNvSpPr>
              <a:spLocks noChangeShapeType="1"/>
            </p:cNvSpPr>
            <p:nvPr/>
          </p:nvSpPr>
          <p:spPr bwMode="auto">
            <a:xfrm>
              <a:off x="3446198" y="1623289"/>
              <a:ext cx="20547"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Line 626">
              <a:extLst>
                <a:ext uri="{FF2B5EF4-FFF2-40B4-BE49-F238E27FC236}">
                  <a16:creationId xmlns:a16="http://schemas.microsoft.com/office/drawing/2014/main" id="{B0ACD17F-3613-247A-5D85-0FF5633F273B}"/>
                </a:ext>
              </a:extLst>
            </p:cNvPr>
            <p:cNvSpPr>
              <a:spLocks noChangeShapeType="1"/>
            </p:cNvSpPr>
            <p:nvPr/>
          </p:nvSpPr>
          <p:spPr bwMode="auto">
            <a:xfrm>
              <a:off x="3087773" y="1623289"/>
              <a:ext cx="18264"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Line 627">
              <a:extLst>
                <a:ext uri="{FF2B5EF4-FFF2-40B4-BE49-F238E27FC236}">
                  <a16:creationId xmlns:a16="http://schemas.microsoft.com/office/drawing/2014/main" id="{D24AD1C2-1F88-27D2-7879-632C920BDB37}"/>
                </a:ext>
              </a:extLst>
            </p:cNvPr>
            <p:cNvSpPr>
              <a:spLocks noChangeShapeType="1"/>
            </p:cNvSpPr>
            <p:nvPr/>
          </p:nvSpPr>
          <p:spPr bwMode="auto">
            <a:xfrm>
              <a:off x="3124301" y="1623289"/>
              <a:ext cx="18264"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Line 628">
              <a:extLst>
                <a:ext uri="{FF2B5EF4-FFF2-40B4-BE49-F238E27FC236}">
                  <a16:creationId xmlns:a16="http://schemas.microsoft.com/office/drawing/2014/main" id="{69C9F286-872E-0718-6914-99410231FA65}"/>
                </a:ext>
              </a:extLst>
            </p:cNvPr>
            <p:cNvSpPr>
              <a:spLocks noChangeShapeType="1"/>
            </p:cNvSpPr>
            <p:nvPr/>
          </p:nvSpPr>
          <p:spPr bwMode="auto">
            <a:xfrm>
              <a:off x="3163112" y="1623289"/>
              <a:ext cx="18264"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4F9D6D57-6370-457E-08F7-0BEA589BFD41}"/>
              </a:ext>
            </a:extLst>
          </p:cNvPr>
          <p:cNvGrpSpPr/>
          <p:nvPr/>
        </p:nvGrpSpPr>
        <p:grpSpPr>
          <a:xfrm>
            <a:off x="939193" y="3371449"/>
            <a:ext cx="575253" cy="523647"/>
            <a:chOff x="6703784" y="3650117"/>
            <a:chExt cx="575253" cy="557951"/>
          </a:xfrm>
        </p:grpSpPr>
        <p:sp>
          <p:nvSpPr>
            <p:cNvPr id="28" name="Line 305">
              <a:extLst>
                <a:ext uri="{FF2B5EF4-FFF2-40B4-BE49-F238E27FC236}">
                  <a16:creationId xmlns:a16="http://schemas.microsoft.com/office/drawing/2014/main" id="{2719A85C-0E5A-FE18-CAF7-FFF5C2A538F0}"/>
                </a:ext>
              </a:extLst>
            </p:cNvPr>
            <p:cNvSpPr>
              <a:spLocks noChangeShapeType="1"/>
            </p:cNvSpPr>
            <p:nvPr/>
          </p:nvSpPr>
          <p:spPr bwMode="auto">
            <a:xfrm>
              <a:off x="6991410" y="4099938"/>
              <a:ext cx="0" cy="54066"/>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Oval 306">
              <a:extLst>
                <a:ext uri="{FF2B5EF4-FFF2-40B4-BE49-F238E27FC236}">
                  <a16:creationId xmlns:a16="http://schemas.microsoft.com/office/drawing/2014/main" id="{2F218269-66A0-37A6-C5CA-707494472E94}"/>
                </a:ext>
              </a:extLst>
            </p:cNvPr>
            <p:cNvSpPr>
              <a:spLocks noChangeArrowheads="1"/>
            </p:cNvSpPr>
            <p:nvPr/>
          </p:nvSpPr>
          <p:spPr bwMode="auto">
            <a:xfrm>
              <a:off x="6963296" y="4154002"/>
              <a:ext cx="54066" cy="54066"/>
            </a:xfrm>
            <a:prstGeom prst="ellips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Line 307">
              <a:extLst>
                <a:ext uri="{FF2B5EF4-FFF2-40B4-BE49-F238E27FC236}">
                  <a16:creationId xmlns:a16="http://schemas.microsoft.com/office/drawing/2014/main" id="{5A1623A3-E558-B87F-3012-5BA029F3D84D}"/>
                </a:ext>
              </a:extLst>
            </p:cNvPr>
            <p:cNvSpPr>
              <a:spLocks noChangeShapeType="1"/>
            </p:cNvSpPr>
            <p:nvPr/>
          </p:nvSpPr>
          <p:spPr bwMode="auto">
            <a:xfrm flipH="1">
              <a:off x="6703784" y="4179954"/>
              <a:ext cx="259512"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Line 308">
              <a:extLst>
                <a:ext uri="{FF2B5EF4-FFF2-40B4-BE49-F238E27FC236}">
                  <a16:creationId xmlns:a16="http://schemas.microsoft.com/office/drawing/2014/main" id="{8C499F68-D618-E208-4A5F-98E106C00377}"/>
                </a:ext>
              </a:extLst>
            </p:cNvPr>
            <p:cNvSpPr>
              <a:spLocks noChangeShapeType="1"/>
            </p:cNvSpPr>
            <p:nvPr/>
          </p:nvSpPr>
          <p:spPr bwMode="auto">
            <a:xfrm flipH="1">
              <a:off x="7017362" y="4179954"/>
              <a:ext cx="261675"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Oval 309">
              <a:extLst>
                <a:ext uri="{FF2B5EF4-FFF2-40B4-BE49-F238E27FC236}">
                  <a16:creationId xmlns:a16="http://schemas.microsoft.com/office/drawing/2014/main" id="{099C51F0-C3F7-8995-1A68-318422C1C421}"/>
                </a:ext>
              </a:extLst>
            </p:cNvPr>
            <p:cNvSpPr>
              <a:spLocks noChangeArrowheads="1"/>
            </p:cNvSpPr>
            <p:nvPr/>
          </p:nvSpPr>
          <p:spPr bwMode="auto">
            <a:xfrm>
              <a:off x="6783801" y="3650117"/>
              <a:ext cx="413057" cy="125431"/>
            </a:xfrm>
            <a:prstGeom prst="ellipse">
              <a:avLst/>
            </a:pr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Freeform 310">
              <a:extLst>
                <a:ext uri="{FF2B5EF4-FFF2-40B4-BE49-F238E27FC236}">
                  <a16:creationId xmlns:a16="http://schemas.microsoft.com/office/drawing/2014/main" id="{6A6FD0AE-B758-2C49-65B7-42383D9EEDA7}"/>
                </a:ext>
              </a:extLst>
            </p:cNvPr>
            <p:cNvSpPr>
              <a:spLocks/>
            </p:cNvSpPr>
            <p:nvPr/>
          </p:nvSpPr>
          <p:spPr bwMode="auto">
            <a:xfrm>
              <a:off x="6783801" y="3758247"/>
              <a:ext cx="413057" cy="125431"/>
            </a:xfrm>
            <a:custGeom>
              <a:avLst/>
              <a:gdLst>
                <a:gd name="T0" fmla="*/ 184 w 184"/>
                <a:gd name="T1" fmla="*/ 0 h 56"/>
                <a:gd name="T2" fmla="*/ 184 w 184"/>
                <a:gd name="T3" fmla="*/ 28 h 56"/>
                <a:gd name="T4" fmla="*/ 92 w 184"/>
                <a:gd name="T5" fmla="*/ 56 h 56"/>
                <a:gd name="T6" fmla="*/ 0 w 184"/>
                <a:gd name="T7" fmla="*/ 28 h 56"/>
                <a:gd name="T8" fmla="*/ 0 w 184"/>
                <a:gd name="T9" fmla="*/ 0 h 56"/>
              </a:gdLst>
              <a:ahLst/>
              <a:cxnLst>
                <a:cxn ang="0">
                  <a:pos x="T0" y="T1"/>
                </a:cxn>
                <a:cxn ang="0">
                  <a:pos x="T2" y="T3"/>
                </a:cxn>
                <a:cxn ang="0">
                  <a:pos x="T4" y="T5"/>
                </a:cxn>
                <a:cxn ang="0">
                  <a:pos x="T6" y="T7"/>
                </a:cxn>
                <a:cxn ang="0">
                  <a:pos x="T8" y="T9"/>
                </a:cxn>
              </a:cxnLst>
              <a:rect l="0" t="0" r="r" b="b"/>
              <a:pathLst>
                <a:path w="184" h="56">
                  <a:moveTo>
                    <a:pt x="184" y="0"/>
                  </a:moveTo>
                  <a:cubicBezTo>
                    <a:pt x="184" y="28"/>
                    <a:pt x="184" y="28"/>
                    <a:pt x="184" y="28"/>
                  </a:cubicBezTo>
                  <a:cubicBezTo>
                    <a:pt x="184" y="43"/>
                    <a:pt x="143" y="56"/>
                    <a:pt x="92" y="56"/>
                  </a:cubicBezTo>
                  <a:cubicBezTo>
                    <a:pt x="41" y="56"/>
                    <a:pt x="0" y="43"/>
                    <a:pt x="0" y="28"/>
                  </a:cubicBezTo>
                  <a:cubicBezTo>
                    <a:pt x="0" y="0"/>
                    <a:pt x="0" y="0"/>
                    <a:pt x="0"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Freeform 311">
              <a:extLst>
                <a:ext uri="{FF2B5EF4-FFF2-40B4-BE49-F238E27FC236}">
                  <a16:creationId xmlns:a16="http://schemas.microsoft.com/office/drawing/2014/main" id="{4246885D-B585-4D47-2E41-D266D984B03C}"/>
                </a:ext>
              </a:extLst>
            </p:cNvPr>
            <p:cNvSpPr>
              <a:spLocks/>
            </p:cNvSpPr>
            <p:nvPr/>
          </p:nvSpPr>
          <p:spPr bwMode="auto">
            <a:xfrm>
              <a:off x="6783801" y="3866377"/>
              <a:ext cx="413057" cy="125431"/>
            </a:xfrm>
            <a:custGeom>
              <a:avLst/>
              <a:gdLst>
                <a:gd name="T0" fmla="*/ 184 w 184"/>
                <a:gd name="T1" fmla="*/ 0 h 56"/>
                <a:gd name="T2" fmla="*/ 184 w 184"/>
                <a:gd name="T3" fmla="*/ 28 h 56"/>
                <a:gd name="T4" fmla="*/ 92 w 184"/>
                <a:gd name="T5" fmla="*/ 56 h 56"/>
                <a:gd name="T6" fmla="*/ 0 w 184"/>
                <a:gd name="T7" fmla="*/ 28 h 56"/>
                <a:gd name="T8" fmla="*/ 0 w 184"/>
                <a:gd name="T9" fmla="*/ 0 h 56"/>
              </a:gdLst>
              <a:ahLst/>
              <a:cxnLst>
                <a:cxn ang="0">
                  <a:pos x="T0" y="T1"/>
                </a:cxn>
                <a:cxn ang="0">
                  <a:pos x="T2" y="T3"/>
                </a:cxn>
                <a:cxn ang="0">
                  <a:pos x="T4" y="T5"/>
                </a:cxn>
                <a:cxn ang="0">
                  <a:pos x="T6" y="T7"/>
                </a:cxn>
                <a:cxn ang="0">
                  <a:pos x="T8" y="T9"/>
                </a:cxn>
              </a:cxnLst>
              <a:rect l="0" t="0" r="r" b="b"/>
              <a:pathLst>
                <a:path w="184" h="56">
                  <a:moveTo>
                    <a:pt x="184" y="0"/>
                  </a:moveTo>
                  <a:cubicBezTo>
                    <a:pt x="184" y="28"/>
                    <a:pt x="184" y="28"/>
                    <a:pt x="184" y="28"/>
                  </a:cubicBezTo>
                  <a:cubicBezTo>
                    <a:pt x="184" y="43"/>
                    <a:pt x="143" y="56"/>
                    <a:pt x="92" y="56"/>
                  </a:cubicBezTo>
                  <a:cubicBezTo>
                    <a:pt x="41" y="56"/>
                    <a:pt x="0" y="43"/>
                    <a:pt x="0" y="28"/>
                  </a:cubicBezTo>
                  <a:cubicBezTo>
                    <a:pt x="0" y="0"/>
                    <a:pt x="0" y="0"/>
                    <a:pt x="0"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Freeform 312">
              <a:extLst>
                <a:ext uri="{FF2B5EF4-FFF2-40B4-BE49-F238E27FC236}">
                  <a16:creationId xmlns:a16="http://schemas.microsoft.com/office/drawing/2014/main" id="{01778701-DB40-86A0-84A0-C001CFC15496}"/>
                </a:ext>
              </a:extLst>
            </p:cNvPr>
            <p:cNvSpPr>
              <a:spLocks/>
            </p:cNvSpPr>
            <p:nvPr/>
          </p:nvSpPr>
          <p:spPr bwMode="auto">
            <a:xfrm>
              <a:off x="6783801" y="3974507"/>
              <a:ext cx="413057" cy="125431"/>
            </a:xfrm>
            <a:custGeom>
              <a:avLst/>
              <a:gdLst>
                <a:gd name="T0" fmla="*/ 184 w 184"/>
                <a:gd name="T1" fmla="*/ 0 h 56"/>
                <a:gd name="T2" fmla="*/ 184 w 184"/>
                <a:gd name="T3" fmla="*/ 28 h 56"/>
                <a:gd name="T4" fmla="*/ 92 w 184"/>
                <a:gd name="T5" fmla="*/ 56 h 56"/>
                <a:gd name="T6" fmla="*/ 0 w 184"/>
                <a:gd name="T7" fmla="*/ 28 h 56"/>
                <a:gd name="T8" fmla="*/ 0 w 184"/>
                <a:gd name="T9" fmla="*/ 0 h 56"/>
              </a:gdLst>
              <a:ahLst/>
              <a:cxnLst>
                <a:cxn ang="0">
                  <a:pos x="T0" y="T1"/>
                </a:cxn>
                <a:cxn ang="0">
                  <a:pos x="T2" y="T3"/>
                </a:cxn>
                <a:cxn ang="0">
                  <a:pos x="T4" y="T5"/>
                </a:cxn>
                <a:cxn ang="0">
                  <a:pos x="T6" y="T7"/>
                </a:cxn>
                <a:cxn ang="0">
                  <a:pos x="T8" y="T9"/>
                </a:cxn>
              </a:cxnLst>
              <a:rect l="0" t="0" r="r" b="b"/>
              <a:pathLst>
                <a:path w="184" h="56">
                  <a:moveTo>
                    <a:pt x="184" y="0"/>
                  </a:moveTo>
                  <a:cubicBezTo>
                    <a:pt x="184" y="28"/>
                    <a:pt x="184" y="28"/>
                    <a:pt x="184" y="28"/>
                  </a:cubicBezTo>
                  <a:cubicBezTo>
                    <a:pt x="184" y="43"/>
                    <a:pt x="143" y="56"/>
                    <a:pt x="92" y="56"/>
                  </a:cubicBezTo>
                  <a:cubicBezTo>
                    <a:pt x="41" y="56"/>
                    <a:pt x="0" y="43"/>
                    <a:pt x="0" y="28"/>
                  </a:cubicBezTo>
                  <a:cubicBezTo>
                    <a:pt x="0" y="0"/>
                    <a:pt x="0" y="0"/>
                    <a:pt x="0"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Line 313">
              <a:extLst>
                <a:ext uri="{FF2B5EF4-FFF2-40B4-BE49-F238E27FC236}">
                  <a16:creationId xmlns:a16="http://schemas.microsoft.com/office/drawing/2014/main" id="{D9497555-79E4-632A-0C29-86297A2F9D11}"/>
                </a:ext>
              </a:extLst>
            </p:cNvPr>
            <p:cNvSpPr>
              <a:spLocks noChangeShapeType="1"/>
            </p:cNvSpPr>
            <p:nvPr/>
          </p:nvSpPr>
          <p:spPr bwMode="auto">
            <a:xfrm>
              <a:off x="6982760" y="4045872"/>
              <a:ext cx="17301"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Line 314">
              <a:extLst>
                <a:ext uri="{FF2B5EF4-FFF2-40B4-BE49-F238E27FC236}">
                  <a16:creationId xmlns:a16="http://schemas.microsoft.com/office/drawing/2014/main" id="{446B6E3E-83B0-1334-7437-CF551AA78896}"/>
                </a:ext>
              </a:extLst>
            </p:cNvPr>
            <p:cNvSpPr>
              <a:spLocks noChangeShapeType="1"/>
            </p:cNvSpPr>
            <p:nvPr/>
          </p:nvSpPr>
          <p:spPr bwMode="auto">
            <a:xfrm>
              <a:off x="6945995" y="4045872"/>
              <a:ext cx="17301"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315">
              <a:extLst>
                <a:ext uri="{FF2B5EF4-FFF2-40B4-BE49-F238E27FC236}">
                  <a16:creationId xmlns:a16="http://schemas.microsoft.com/office/drawing/2014/main" id="{4113A344-5592-C13F-D57A-7F19C8B88141}"/>
                </a:ext>
              </a:extLst>
            </p:cNvPr>
            <p:cNvSpPr>
              <a:spLocks noChangeShapeType="1"/>
            </p:cNvSpPr>
            <p:nvPr/>
          </p:nvSpPr>
          <p:spPr bwMode="auto">
            <a:xfrm>
              <a:off x="7017362" y="4045872"/>
              <a:ext cx="19464"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316">
              <a:extLst>
                <a:ext uri="{FF2B5EF4-FFF2-40B4-BE49-F238E27FC236}">
                  <a16:creationId xmlns:a16="http://schemas.microsoft.com/office/drawing/2014/main" id="{F2D5EDA7-F4AB-A5CF-4ECB-98D756B63031}"/>
                </a:ext>
              </a:extLst>
            </p:cNvPr>
            <p:cNvSpPr>
              <a:spLocks noChangeShapeType="1"/>
            </p:cNvSpPr>
            <p:nvPr/>
          </p:nvSpPr>
          <p:spPr bwMode="auto">
            <a:xfrm>
              <a:off x="6982760" y="3937742"/>
              <a:ext cx="17301"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317">
              <a:extLst>
                <a:ext uri="{FF2B5EF4-FFF2-40B4-BE49-F238E27FC236}">
                  <a16:creationId xmlns:a16="http://schemas.microsoft.com/office/drawing/2014/main" id="{B83613C5-7A13-BCDC-9316-4EF3568016F0}"/>
                </a:ext>
              </a:extLst>
            </p:cNvPr>
            <p:cNvSpPr>
              <a:spLocks noChangeShapeType="1"/>
            </p:cNvSpPr>
            <p:nvPr/>
          </p:nvSpPr>
          <p:spPr bwMode="auto">
            <a:xfrm>
              <a:off x="6945995" y="3937742"/>
              <a:ext cx="17301"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318">
              <a:extLst>
                <a:ext uri="{FF2B5EF4-FFF2-40B4-BE49-F238E27FC236}">
                  <a16:creationId xmlns:a16="http://schemas.microsoft.com/office/drawing/2014/main" id="{7CE42F0A-97E9-7C18-B7E6-5CAC27A4BE26}"/>
                </a:ext>
              </a:extLst>
            </p:cNvPr>
            <p:cNvSpPr>
              <a:spLocks noChangeShapeType="1"/>
            </p:cNvSpPr>
            <p:nvPr/>
          </p:nvSpPr>
          <p:spPr bwMode="auto">
            <a:xfrm>
              <a:off x="7017362" y="3937742"/>
              <a:ext cx="19464"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319">
              <a:extLst>
                <a:ext uri="{FF2B5EF4-FFF2-40B4-BE49-F238E27FC236}">
                  <a16:creationId xmlns:a16="http://schemas.microsoft.com/office/drawing/2014/main" id="{84CC4261-ED11-583D-D088-796D7519C082}"/>
                </a:ext>
              </a:extLst>
            </p:cNvPr>
            <p:cNvSpPr>
              <a:spLocks noChangeShapeType="1"/>
            </p:cNvSpPr>
            <p:nvPr/>
          </p:nvSpPr>
          <p:spPr bwMode="auto">
            <a:xfrm>
              <a:off x="6982760" y="3829612"/>
              <a:ext cx="17301"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320">
              <a:extLst>
                <a:ext uri="{FF2B5EF4-FFF2-40B4-BE49-F238E27FC236}">
                  <a16:creationId xmlns:a16="http://schemas.microsoft.com/office/drawing/2014/main" id="{DF557A21-028A-B151-4CD8-00CC2875B5F0}"/>
                </a:ext>
              </a:extLst>
            </p:cNvPr>
            <p:cNvSpPr>
              <a:spLocks noChangeShapeType="1"/>
            </p:cNvSpPr>
            <p:nvPr/>
          </p:nvSpPr>
          <p:spPr bwMode="auto">
            <a:xfrm>
              <a:off x="6945995" y="3829612"/>
              <a:ext cx="17301"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321">
              <a:extLst>
                <a:ext uri="{FF2B5EF4-FFF2-40B4-BE49-F238E27FC236}">
                  <a16:creationId xmlns:a16="http://schemas.microsoft.com/office/drawing/2014/main" id="{739880BC-8B2F-158A-B3D5-932E00936EDF}"/>
                </a:ext>
              </a:extLst>
            </p:cNvPr>
            <p:cNvSpPr>
              <a:spLocks noChangeShapeType="1"/>
            </p:cNvSpPr>
            <p:nvPr/>
          </p:nvSpPr>
          <p:spPr bwMode="auto">
            <a:xfrm>
              <a:off x="7017362" y="3829612"/>
              <a:ext cx="19464" cy="0"/>
            </a:xfrm>
            <a:prstGeom prst="line">
              <a:avLst/>
            </a:prstGeom>
            <a:noFill/>
            <a:ln w="1270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8559EF87-6CBC-E1AC-6BC5-6270F8451AE3}"/>
              </a:ext>
            </a:extLst>
          </p:cNvPr>
          <p:cNvGrpSpPr/>
          <p:nvPr/>
        </p:nvGrpSpPr>
        <p:grpSpPr>
          <a:xfrm>
            <a:off x="987302" y="5068469"/>
            <a:ext cx="479035" cy="511043"/>
            <a:chOff x="5810250" y="3048000"/>
            <a:chExt cx="571595" cy="609789"/>
          </a:xfrm>
          <a:solidFill>
            <a:schemeClr val="bg1"/>
          </a:solidFill>
        </p:grpSpPr>
        <p:sp>
          <p:nvSpPr>
            <p:cNvPr id="55" name="Freeform: Shape 54">
              <a:extLst>
                <a:ext uri="{FF2B5EF4-FFF2-40B4-BE49-F238E27FC236}">
                  <a16:creationId xmlns:a16="http://schemas.microsoft.com/office/drawing/2014/main" id="{6826074D-D296-8880-9AD9-33227A945A6B}"/>
                </a:ext>
              </a:extLst>
            </p:cNvPr>
            <p:cNvSpPr/>
            <p:nvPr/>
          </p:nvSpPr>
          <p:spPr>
            <a:xfrm>
              <a:off x="5810250" y="3104941"/>
              <a:ext cx="511863" cy="552848"/>
            </a:xfrm>
            <a:custGeom>
              <a:avLst/>
              <a:gdLst>
                <a:gd name="connsiteX0" fmla="*/ 505873 w 511863"/>
                <a:gd name="connsiteY0" fmla="*/ 323773 h 552848"/>
                <a:gd name="connsiteX1" fmla="*/ 493490 w 511863"/>
                <a:gd name="connsiteY1" fmla="*/ 329107 h 552848"/>
                <a:gd name="connsiteX2" fmla="*/ 442246 w 511863"/>
                <a:gd name="connsiteY2" fmla="*/ 414165 h 552848"/>
                <a:gd name="connsiteX3" fmla="*/ 402336 w 511863"/>
                <a:gd name="connsiteY3" fmla="*/ 460742 h 552848"/>
                <a:gd name="connsiteX4" fmla="*/ 400050 w 511863"/>
                <a:gd name="connsiteY4" fmla="*/ 466933 h 552848"/>
                <a:gd name="connsiteX5" fmla="*/ 400050 w 511863"/>
                <a:gd name="connsiteY5" fmla="*/ 533608 h 552848"/>
                <a:gd name="connsiteX6" fmla="*/ 190500 w 511863"/>
                <a:gd name="connsiteY6" fmla="*/ 533608 h 552848"/>
                <a:gd name="connsiteX7" fmla="*/ 190500 w 511863"/>
                <a:gd name="connsiteY7" fmla="*/ 476458 h 552848"/>
                <a:gd name="connsiteX8" fmla="*/ 277654 w 511863"/>
                <a:gd name="connsiteY8" fmla="*/ 476458 h 552848"/>
                <a:gd name="connsiteX9" fmla="*/ 311753 w 511863"/>
                <a:gd name="connsiteY9" fmla="*/ 455408 h 552848"/>
                <a:gd name="connsiteX10" fmla="*/ 322898 w 511863"/>
                <a:gd name="connsiteY10" fmla="*/ 433120 h 552848"/>
                <a:gd name="connsiteX11" fmla="*/ 318611 w 511863"/>
                <a:gd name="connsiteY11" fmla="*/ 420356 h 552848"/>
                <a:gd name="connsiteX12" fmla="*/ 305848 w 511863"/>
                <a:gd name="connsiteY12" fmla="*/ 424642 h 552848"/>
                <a:gd name="connsiteX13" fmla="*/ 294704 w 511863"/>
                <a:gd name="connsiteY13" fmla="*/ 446931 h 552848"/>
                <a:gd name="connsiteX14" fmla="*/ 277654 w 511863"/>
                <a:gd name="connsiteY14" fmla="*/ 457504 h 552848"/>
                <a:gd name="connsiteX15" fmla="*/ 104775 w 511863"/>
                <a:gd name="connsiteY15" fmla="*/ 457504 h 552848"/>
                <a:gd name="connsiteX16" fmla="*/ 76200 w 511863"/>
                <a:gd name="connsiteY16" fmla="*/ 428929 h 552848"/>
                <a:gd name="connsiteX17" fmla="*/ 76200 w 511863"/>
                <a:gd name="connsiteY17" fmla="*/ 352729 h 552848"/>
                <a:gd name="connsiteX18" fmla="*/ 66675 w 511863"/>
                <a:gd name="connsiteY18" fmla="*/ 343204 h 552848"/>
                <a:gd name="connsiteX19" fmla="*/ 38767 w 511863"/>
                <a:gd name="connsiteY19" fmla="*/ 343204 h 552848"/>
                <a:gd name="connsiteX20" fmla="*/ 19050 w 511863"/>
                <a:gd name="connsiteY20" fmla="*/ 323487 h 552848"/>
                <a:gd name="connsiteX21" fmla="*/ 22384 w 511863"/>
                <a:gd name="connsiteY21" fmla="*/ 312533 h 552848"/>
                <a:gd name="connsiteX22" fmla="*/ 74581 w 511863"/>
                <a:gd name="connsiteY22" fmla="*/ 234142 h 552848"/>
                <a:gd name="connsiteX23" fmla="*/ 76200 w 511863"/>
                <a:gd name="connsiteY23" fmla="*/ 228904 h 552848"/>
                <a:gd name="connsiteX24" fmla="*/ 76200 w 511863"/>
                <a:gd name="connsiteY24" fmla="*/ 219379 h 552848"/>
                <a:gd name="connsiteX25" fmla="*/ 208407 w 511863"/>
                <a:gd name="connsiteY25" fmla="*/ 18211 h 552848"/>
                <a:gd name="connsiteX26" fmla="*/ 213360 w 511863"/>
                <a:gd name="connsiteY26" fmla="*/ 5733 h 552848"/>
                <a:gd name="connsiteX27" fmla="*/ 200882 w 511863"/>
                <a:gd name="connsiteY27" fmla="*/ 780 h 552848"/>
                <a:gd name="connsiteX28" fmla="*/ 57150 w 511863"/>
                <a:gd name="connsiteY28" fmla="*/ 219474 h 552848"/>
                <a:gd name="connsiteX29" fmla="*/ 57150 w 511863"/>
                <a:gd name="connsiteY29" fmla="*/ 226141 h 552848"/>
                <a:gd name="connsiteX30" fmla="*/ 6477 w 511863"/>
                <a:gd name="connsiteY30" fmla="*/ 302056 h 552848"/>
                <a:gd name="connsiteX31" fmla="*/ 0 w 511863"/>
                <a:gd name="connsiteY31" fmla="*/ 323582 h 552848"/>
                <a:gd name="connsiteX32" fmla="*/ 38767 w 511863"/>
                <a:gd name="connsiteY32" fmla="*/ 362349 h 552848"/>
                <a:gd name="connsiteX33" fmla="*/ 57150 w 511863"/>
                <a:gd name="connsiteY33" fmla="*/ 362349 h 552848"/>
                <a:gd name="connsiteX34" fmla="*/ 57150 w 511863"/>
                <a:gd name="connsiteY34" fmla="*/ 429024 h 552848"/>
                <a:gd name="connsiteX35" fmla="*/ 104775 w 511863"/>
                <a:gd name="connsiteY35" fmla="*/ 476649 h 552848"/>
                <a:gd name="connsiteX36" fmla="*/ 171450 w 511863"/>
                <a:gd name="connsiteY36" fmla="*/ 476649 h 552848"/>
                <a:gd name="connsiteX37" fmla="*/ 171450 w 511863"/>
                <a:gd name="connsiteY37" fmla="*/ 543324 h 552848"/>
                <a:gd name="connsiteX38" fmla="*/ 180975 w 511863"/>
                <a:gd name="connsiteY38" fmla="*/ 552849 h 552848"/>
                <a:gd name="connsiteX39" fmla="*/ 409575 w 511863"/>
                <a:gd name="connsiteY39" fmla="*/ 552849 h 552848"/>
                <a:gd name="connsiteX40" fmla="*/ 419100 w 511863"/>
                <a:gd name="connsiteY40" fmla="*/ 543324 h 552848"/>
                <a:gd name="connsiteX41" fmla="*/ 419100 w 511863"/>
                <a:gd name="connsiteY41" fmla="*/ 470648 h 552848"/>
                <a:gd name="connsiteX42" fmla="*/ 456724 w 511863"/>
                <a:gd name="connsiteY42" fmla="*/ 426738 h 552848"/>
                <a:gd name="connsiteX43" fmla="*/ 511207 w 511863"/>
                <a:gd name="connsiteY43" fmla="*/ 336250 h 552848"/>
                <a:gd name="connsiteX44" fmla="*/ 505873 w 511863"/>
                <a:gd name="connsiteY44" fmla="*/ 323868 h 552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11863" h="552848">
                  <a:moveTo>
                    <a:pt x="505873" y="323773"/>
                  </a:moveTo>
                  <a:cubicBezTo>
                    <a:pt x="501015" y="321868"/>
                    <a:pt x="495491" y="324249"/>
                    <a:pt x="493490" y="329107"/>
                  </a:cubicBezTo>
                  <a:cubicBezTo>
                    <a:pt x="481203" y="360158"/>
                    <a:pt x="464058" y="388828"/>
                    <a:pt x="442246" y="414165"/>
                  </a:cubicBezTo>
                  <a:lnTo>
                    <a:pt x="402336" y="460742"/>
                  </a:lnTo>
                  <a:cubicBezTo>
                    <a:pt x="400812" y="462457"/>
                    <a:pt x="400050" y="464647"/>
                    <a:pt x="400050" y="466933"/>
                  </a:cubicBezTo>
                  <a:lnTo>
                    <a:pt x="400050" y="533608"/>
                  </a:lnTo>
                  <a:lnTo>
                    <a:pt x="190500" y="533608"/>
                  </a:lnTo>
                  <a:lnTo>
                    <a:pt x="190500" y="476458"/>
                  </a:lnTo>
                  <a:lnTo>
                    <a:pt x="277654" y="476458"/>
                  </a:lnTo>
                  <a:cubicBezTo>
                    <a:pt x="292227" y="476458"/>
                    <a:pt x="305276" y="468362"/>
                    <a:pt x="311753" y="455408"/>
                  </a:cubicBezTo>
                  <a:lnTo>
                    <a:pt x="322898" y="433120"/>
                  </a:lnTo>
                  <a:cubicBezTo>
                    <a:pt x="325279" y="428452"/>
                    <a:pt x="323374" y="422737"/>
                    <a:pt x="318611" y="420356"/>
                  </a:cubicBezTo>
                  <a:cubicBezTo>
                    <a:pt x="313944" y="417975"/>
                    <a:pt x="308229" y="419880"/>
                    <a:pt x="305848" y="424642"/>
                  </a:cubicBezTo>
                  <a:lnTo>
                    <a:pt x="294704" y="446931"/>
                  </a:lnTo>
                  <a:cubicBezTo>
                    <a:pt x="291465" y="453408"/>
                    <a:pt x="284893" y="457504"/>
                    <a:pt x="277654" y="457504"/>
                  </a:cubicBezTo>
                  <a:lnTo>
                    <a:pt x="104775" y="457504"/>
                  </a:lnTo>
                  <a:cubicBezTo>
                    <a:pt x="89059" y="457504"/>
                    <a:pt x="76200" y="444645"/>
                    <a:pt x="76200" y="428929"/>
                  </a:cubicBezTo>
                  <a:lnTo>
                    <a:pt x="76200" y="352729"/>
                  </a:lnTo>
                  <a:cubicBezTo>
                    <a:pt x="76200" y="347490"/>
                    <a:pt x="71914" y="343204"/>
                    <a:pt x="66675" y="343204"/>
                  </a:cubicBezTo>
                  <a:lnTo>
                    <a:pt x="38767" y="343204"/>
                  </a:lnTo>
                  <a:cubicBezTo>
                    <a:pt x="27908" y="343204"/>
                    <a:pt x="19050" y="334346"/>
                    <a:pt x="19050" y="323487"/>
                  </a:cubicBezTo>
                  <a:cubicBezTo>
                    <a:pt x="19050" y="319582"/>
                    <a:pt x="20193" y="315772"/>
                    <a:pt x="22384" y="312533"/>
                  </a:cubicBezTo>
                  <a:lnTo>
                    <a:pt x="74581" y="234142"/>
                  </a:lnTo>
                  <a:cubicBezTo>
                    <a:pt x="75628" y="232618"/>
                    <a:pt x="76200" y="230713"/>
                    <a:pt x="76200" y="228904"/>
                  </a:cubicBezTo>
                  <a:lnTo>
                    <a:pt x="76200" y="219379"/>
                  </a:lnTo>
                  <a:cubicBezTo>
                    <a:pt x="76200" y="131939"/>
                    <a:pt x="128111" y="52882"/>
                    <a:pt x="208407" y="18211"/>
                  </a:cubicBezTo>
                  <a:cubicBezTo>
                    <a:pt x="213265" y="16115"/>
                    <a:pt x="215456" y="10495"/>
                    <a:pt x="213360" y="5733"/>
                  </a:cubicBezTo>
                  <a:cubicBezTo>
                    <a:pt x="211265" y="970"/>
                    <a:pt x="205645" y="-1316"/>
                    <a:pt x="200882" y="780"/>
                  </a:cubicBezTo>
                  <a:cubicBezTo>
                    <a:pt x="113633" y="38499"/>
                    <a:pt x="57150" y="124319"/>
                    <a:pt x="57150" y="219474"/>
                  </a:cubicBezTo>
                  <a:lnTo>
                    <a:pt x="57150" y="226141"/>
                  </a:lnTo>
                  <a:lnTo>
                    <a:pt x="6477" y="302056"/>
                  </a:lnTo>
                  <a:cubicBezTo>
                    <a:pt x="2191" y="308437"/>
                    <a:pt x="0" y="315867"/>
                    <a:pt x="0" y="323582"/>
                  </a:cubicBezTo>
                  <a:cubicBezTo>
                    <a:pt x="0" y="344918"/>
                    <a:pt x="17431" y="362349"/>
                    <a:pt x="38767" y="362349"/>
                  </a:cubicBezTo>
                  <a:lnTo>
                    <a:pt x="57150" y="362349"/>
                  </a:lnTo>
                  <a:lnTo>
                    <a:pt x="57150" y="429024"/>
                  </a:lnTo>
                  <a:cubicBezTo>
                    <a:pt x="57150" y="455313"/>
                    <a:pt x="78486" y="476649"/>
                    <a:pt x="104775" y="476649"/>
                  </a:cubicBezTo>
                  <a:lnTo>
                    <a:pt x="171450" y="476649"/>
                  </a:lnTo>
                  <a:lnTo>
                    <a:pt x="171450" y="543324"/>
                  </a:lnTo>
                  <a:cubicBezTo>
                    <a:pt x="171450" y="548563"/>
                    <a:pt x="175736" y="552849"/>
                    <a:pt x="180975" y="552849"/>
                  </a:cubicBezTo>
                  <a:lnTo>
                    <a:pt x="409575" y="552849"/>
                  </a:lnTo>
                  <a:cubicBezTo>
                    <a:pt x="414814" y="552849"/>
                    <a:pt x="419100" y="548563"/>
                    <a:pt x="419100" y="543324"/>
                  </a:cubicBezTo>
                  <a:lnTo>
                    <a:pt x="419100" y="470648"/>
                  </a:lnTo>
                  <a:lnTo>
                    <a:pt x="456724" y="426738"/>
                  </a:lnTo>
                  <a:cubicBezTo>
                    <a:pt x="479870" y="399782"/>
                    <a:pt x="498158" y="369302"/>
                    <a:pt x="511207" y="336250"/>
                  </a:cubicBezTo>
                  <a:cubicBezTo>
                    <a:pt x="513112" y="331393"/>
                    <a:pt x="510731" y="325868"/>
                    <a:pt x="505873" y="32386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4C81C6E0-9918-76D3-B2E8-AB19B7414933}"/>
                </a:ext>
              </a:extLst>
            </p:cNvPr>
            <p:cNvSpPr/>
            <p:nvPr/>
          </p:nvSpPr>
          <p:spPr>
            <a:xfrm>
              <a:off x="6048375" y="3267075"/>
              <a:ext cx="95250" cy="57150"/>
            </a:xfrm>
            <a:custGeom>
              <a:avLst/>
              <a:gdLst>
                <a:gd name="connsiteX0" fmla="*/ 85725 w 95250"/>
                <a:gd name="connsiteY0" fmla="*/ 0 h 57150"/>
                <a:gd name="connsiteX1" fmla="*/ 9525 w 95250"/>
                <a:gd name="connsiteY1" fmla="*/ 0 h 57150"/>
                <a:gd name="connsiteX2" fmla="*/ 0 w 95250"/>
                <a:gd name="connsiteY2" fmla="*/ 9525 h 57150"/>
                <a:gd name="connsiteX3" fmla="*/ 9525 w 95250"/>
                <a:gd name="connsiteY3" fmla="*/ 19050 h 57150"/>
                <a:gd name="connsiteX4" fmla="*/ 76200 w 95250"/>
                <a:gd name="connsiteY4" fmla="*/ 19050 h 57150"/>
                <a:gd name="connsiteX5" fmla="*/ 76200 w 95250"/>
                <a:gd name="connsiteY5" fmla="*/ 47625 h 57150"/>
                <a:gd name="connsiteX6" fmla="*/ 85725 w 95250"/>
                <a:gd name="connsiteY6" fmla="*/ 57150 h 57150"/>
                <a:gd name="connsiteX7" fmla="*/ 95250 w 95250"/>
                <a:gd name="connsiteY7" fmla="*/ 47625 h 57150"/>
                <a:gd name="connsiteX8" fmla="*/ 95250 w 95250"/>
                <a:gd name="connsiteY8" fmla="*/ 9525 h 57150"/>
                <a:gd name="connsiteX9" fmla="*/ 85725 w 95250"/>
                <a:gd name="connsiteY9"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250" h="57150">
                  <a:moveTo>
                    <a:pt x="85725" y="0"/>
                  </a:moveTo>
                  <a:lnTo>
                    <a:pt x="9525" y="0"/>
                  </a:lnTo>
                  <a:cubicBezTo>
                    <a:pt x="4286" y="0"/>
                    <a:pt x="0" y="4286"/>
                    <a:pt x="0" y="9525"/>
                  </a:cubicBezTo>
                  <a:cubicBezTo>
                    <a:pt x="0" y="14764"/>
                    <a:pt x="4286" y="19050"/>
                    <a:pt x="9525" y="19050"/>
                  </a:cubicBezTo>
                  <a:lnTo>
                    <a:pt x="76200" y="19050"/>
                  </a:lnTo>
                  <a:lnTo>
                    <a:pt x="76200" y="47625"/>
                  </a:lnTo>
                  <a:cubicBezTo>
                    <a:pt x="76200" y="52864"/>
                    <a:pt x="80486" y="57150"/>
                    <a:pt x="85725" y="57150"/>
                  </a:cubicBezTo>
                  <a:cubicBezTo>
                    <a:pt x="90964" y="57150"/>
                    <a:pt x="95250" y="52864"/>
                    <a:pt x="95250" y="47625"/>
                  </a:cubicBezTo>
                  <a:lnTo>
                    <a:pt x="95250" y="9525"/>
                  </a:lnTo>
                  <a:cubicBezTo>
                    <a:pt x="95250" y="4286"/>
                    <a:pt x="90964" y="0"/>
                    <a:pt x="85725" y="0"/>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E423A5BE-0822-C57B-76A6-69FABA26CA35}"/>
                </a:ext>
              </a:extLst>
            </p:cNvPr>
            <p:cNvSpPr/>
            <p:nvPr/>
          </p:nvSpPr>
          <p:spPr>
            <a:xfrm>
              <a:off x="6048375" y="3305175"/>
              <a:ext cx="95250" cy="57150"/>
            </a:xfrm>
            <a:custGeom>
              <a:avLst/>
              <a:gdLst>
                <a:gd name="connsiteX0" fmla="*/ 85725 w 95250"/>
                <a:gd name="connsiteY0" fmla="*/ 38100 h 57150"/>
                <a:gd name="connsiteX1" fmla="*/ 19050 w 95250"/>
                <a:gd name="connsiteY1" fmla="*/ 38100 h 57150"/>
                <a:gd name="connsiteX2" fmla="*/ 19050 w 95250"/>
                <a:gd name="connsiteY2" fmla="*/ 9525 h 57150"/>
                <a:gd name="connsiteX3" fmla="*/ 9525 w 95250"/>
                <a:gd name="connsiteY3" fmla="*/ 0 h 57150"/>
                <a:gd name="connsiteX4" fmla="*/ 0 w 95250"/>
                <a:gd name="connsiteY4" fmla="*/ 9525 h 57150"/>
                <a:gd name="connsiteX5" fmla="*/ 0 w 95250"/>
                <a:gd name="connsiteY5" fmla="*/ 47625 h 57150"/>
                <a:gd name="connsiteX6" fmla="*/ 9525 w 95250"/>
                <a:gd name="connsiteY6" fmla="*/ 57150 h 57150"/>
                <a:gd name="connsiteX7" fmla="*/ 85725 w 95250"/>
                <a:gd name="connsiteY7" fmla="*/ 57150 h 57150"/>
                <a:gd name="connsiteX8" fmla="*/ 95250 w 95250"/>
                <a:gd name="connsiteY8" fmla="*/ 47625 h 57150"/>
                <a:gd name="connsiteX9" fmla="*/ 85725 w 95250"/>
                <a:gd name="connsiteY9" fmla="*/ 3810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250" h="57150">
                  <a:moveTo>
                    <a:pt x="85725" y="38100"/>
                  </a:moveTo>
                  <a:lnTo>
                    <a:pt x="19050" y="38100"/>
                  </a:lnTo>
                  <a:lnTo>
                    <a:pt x="19050" y="9525"/>
                  </a:lnTo>
                  <a:cubicBezTo>
                    <a:pt x="19050" y="4286"/>
                    <a:pt x="14764" y="0"/>
                    <a:pt x="9525" y="0"/>
                  </a:cubicBezTo>
                  <a:cubicBezTo>
                    <a:pt x="4286" y="0"/>
                    <a:pt x="0" y="4286"/>
                    <a:pt x="0" y="9525"/>
                  </a:cubicBezTo>
                  <a:lnTo>
                    <a:pt x="0" y="47625"/>
                  </a:lnTo>
                  <a:cubicBezTo>
                    <a:pt x="0" y="52864"/>
                    <a:pt x="4286" y="57150"/>
                    <a:pt x="9525" y="57150"/>
                  </a:cubicBezTo>
                  <a:lnTo>
                    <a:pt x="85725" y="57150"/>
                  </a:lnTo>
                  <a:cubicBezTo>
                    <a:pt x="90964" y="57150"/>
                    <a:pt x="95250" y="52864"/>
                    <a:pt x="95250" y="47625"/>
                  </a:cubicBezTo>
                  <a:cubicBezTo>
                    <a:pt x="95250" y="42386"/>
                    <a:pt x="90964" y="38100"/>
                    <a:pt x="85725" y="38100"/>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DDBBE61-A517-F74D-18D3-D902BA45B55A}"/>
                </a:ext>
              </a:extLst>
            </p:cNvPr>
            <p:cNvSpPr/>
            <p:nvPr/>
          </p:nvSpPr>
          <p:spPr>
            <a:xfrm>
              <a:off x="6086475" y="3305175"/>
              <a:ext cx="19050" cy="19050"/>
            </a:xfrm>
            <a:custGeom>
              <a:avLst/>
              <a:gdLst>
                <a:gd name="connsiteX0" fmla="*/ 19050 w 19050"/>
                <a:gd name="connsiteY0" fmla="*/ 9525 h 19050"/>
                <a:gd name="connsiteX1" fmla="*/ 9525 w 19050"/>
                <a:gd name="connsiteY1" fmla="*/ 19050 h 19050"/>
                <a:gd name="connsiteX2" fmla="*/ 0 w 19050"/>
                <a:gd name="connsiteY2" fmla="*/ 9525 h 19050"/>
                <a:gd name="connsiteX3" fmla="*/ 9525 w 19050"/>
                <a:gd name="connsiteY3" fmla="*/ 0 h 19050"/>
                <a:gd name="connsiteX4" fmla="*/ 19050 w 19050"/>
                <a:gd name="connsiteY4" fmla="*/ 9525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9050" y="9525"/>
                  </a:moveTo>
                  <a:cubicBezTo>
                    <a:pt x="19050" y="14786"/>
                    <a:pt x="14786" y="19050"/>
                    <a:pt x="9525" y="19050"/>
                  </a:cubicBezTo>
                  <a:cubicBezTo>
                    <a:pt x="4264" y="19050"/>
                    <a:pt x="0" y="14786"/>
                    <a:pt x="0" y="9525"/>
                  </a:cubicBezTo>
                  <a:cubicBezTo>
                    <a:pt x="0" y="4264"/>
                    <a:pt x="4264" y="0"/>
                    <a:pt x="9525" y="0"/>
                  </a:cubicBezTo>
                  <a:cubicBezTo>
                    <a:pt x="14786" y="0"/>
                    <a:pt x="19050" y="4264"/>
                    <a:pt x="19050" y="9525"/>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F64F9495-A122-AA83-6478-8A2EB9AA201D}"/>
                </a:ext>
              </a:extLst>
            </p:cNvPr>
            <p:cNvSpPr/>
            <p:nvPr/>
          </p:nvSpPr>
          <p:spPr>
            <a:xfrm>
              <a:off x="6219825" y="3133725"/>
              <a:ext cx="142875" cy="114300"/>
            </a:xfrm>
            <a:custGeom>
              <a:avLst/>
              <a:gdLst>
                <a:gd name="connsiteX0" fmla="*/ 0 w 142875"/>
                <a:gd name="connsiteY0" fmla="*/ 28575 h 114300"/>
                <a:gd name="connsiteX1" fmla="*/ 28575 w 142875"/>
                <a:gd name="connsiteY1" fmla="*/ 57150 h 114300"/>
                <a:gd name="connsiteX2" fmla="*/ 35528 w 142875"/>
                <a:gd name="connsiteY2" fmla="*/ 56197 h 114300"/>
                <a:gd name="connsiteX3" fmla="*/ 58769 w 142875"/>
                <a:gd name="connsiteY3" fmla="*/ 90964 h 114300"/>
                <a:gd name="connsiteX4" fmla="*/ 66675 w 142875"/>
                <a:gd name="connsiteY4" fmla="*/ 95250 h 114300"/>
                <a:gd name="connsiteX5" fmla="*/ 87440 w 142875"/>
                <a:gd name="connsiteY5" fmla="*/ 95250 h 114300"/>
                <a:gd name="connsiteX6" fmla="*/ 114300 w 142875"/>
                <a:gd name="connsiteY6" fmla="*/ 114300 h 114300"/>
                <a:gd name="connsiteX7" fmla="*/ 142875 w 142875"/>
                <a:gd name="connsiteY7" fmla="*/ 85725 h 114300"/>
                <a:gd name="connsiteX8" fmla="*/ 114300 w 142875"/>
                <a:gd name="connsiteY8" fmla="*/ 57150 h 114300"/>
                <a:gd name="connsiteX9" fmla="*/ 87440 w 142875"/>
                <a:gd name="connsiteY9" fmla="*/ 76200 h 114300"/>
                <a:gd name="connsiteX10" fmla="*/ 71723 w 142875"/>
                <a:gd name="connsiteY10" fmla="*/ 76200 h 114300"/>
                <a:gd name="connsiteX11" fmla="*/ 51340 w 142875"/>
                <a:gd name="connsiteY11" fmla="*/ 45625 h 114300"/>
                <a:gd name="connsiteX12" fmla="*/ 57150 w 142875"/>
                <a:gd name="connsiteY12" fmla="*/ 28575 h 114300"/>
                <a:gd name="connsiteX13" fmla="*/ 28575 w 142875"/>
                <a:gd name="connsiteY13" fmla="*/ 0 h 114300"/>
                <a:gd name="connsiteX14" fmla="*/ 0 w 142875"/>
                <a:gd name="connsiteY14" fmla="*/ 28575 h 114300"/>
                <a:gd name="connsiteX15" fmla="*/ 114300 w 142875"/>
                <a:gd name="connsiteY15" fmla="*/ 76200 h 114300"/>
                <a:gd name="connsiteX16" fmla="*/ 123825 w 142875"/>
                <a:gd name="connsiteY16" fmla="*/ 85725 h 114300"/>
                <a:gd name="connsiteX17" fmla="*/ 114300 w 142875"/>
                <a:gd name="connsiteY17" fmla="*/ 95250 h 114300"/>
                <a:gd name="connsiteX18" fmla="*/ 104775 w 142875"/>
                <a:gd name="connsiteY18" fmla="*/ 85725 h 114300"/>
                <a:gd name="connsiteX19" fmla="*/ 114300 w 142875"/>
                <a:gd name="connsiteY19" fmla="*/ 76200 h 114300"/>
                <a:gd name="connsiteX20" fmla="*/ 38100 w 142875"/>
                <a:gd name="connsiteY20" fmla="*/ 28575 h 114300"/>
                <a:gd name="connsiteX21" fmla="*/ 28575 w 142875"/>
                <a:gd name="connsiteY21" fmla="*/ 38100 h 114300"/>
                <a:gd name="connsiteX22" fmla="*/ 19050 w 142875"/>
                <a:gd name="connsiteY22" fmla="*/ 28575 h 114300"/>
                <a:gd name="connsiteX23" fmla="*/ 28575 w 142875"/>
                <a:gd name="connsiteY23" fmla="*/ 19050 h 114300"/>
                <a:gd name="connsiteX24" fmla="*/ 38100 w 142875"/>
                <a:gd name="connsiteY24" fmla="*/ 28575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2875" h="114300">
                  <a:moveTo>
                    <a:pt x="0" y="28575"/>
                  </a:moveTo>
                  <a:cubicBezTo>
                    <a:pt x="0" y="44291"/>
                    <a:pt x="12859" y="57150"/>
                    <a:pt x="28575" y="57150"/>
                  </a:cubicBezTo>
                  <a:cubicBezTo>
                    <a:pt x="30956" y="57150"/>
                    <a:pt x="33242" y="56769"/>
                    <a:pt x="35528" y="56197"/>
                  </a:cubicBezTo>
                  <a:lnTo>
                    <a:pt x="58769" y="90964"/>
                  </a:lnTo>
                  <a:cubicBezTo>
                    <a:pt x="60579" y="93631"/>
                    <a:pt x="63532" y="95250"/>
                    <a:pt x="66675" y="95250"/>
                  </a:cubicBezTo>
                  <a:lnTo>
                    <a:pt x="87440" y="95250"/>
                  </a:lnTo>
                  <a:cubicBezTo>
                    <a:pt x="91345" y="106299"/>
                    <a:pt x="101822" y="114300"/>
                    <a:pt x="114300" y="114300"/>
                  </a:cubicBezTo>
                  <a:cubicBezTo>
                    <a:pt x="130016" y="114300"/>
                    <a:pt x="142875" y="101441"/>
                    <a:pt x="142875" y="85725"/>
                  </a:cubicBezTo>
                  <a:cubicBezTo>
                    <a:pt x="142875" y="70009"/>
                    <a:pt x="130016" y="57150"/>
                    <a:pt x="114300" y="57150"/>
                  </a:cubicBezTo>
                  <a:cubicBezTo>
                    <a:pt x="101918" y="57150"/>
                    <a:pt x="91440" y="65151"/>
                    <a:pt x="87440" y="76200"/>
                  </a:cubicBezTo>
                  <a:lnTo>
                    <a:pt x="71723" y="76200"/>
                  </a:lnTo>
                  <a:lnTo>
                    <a:pt x="51340" y="45625"/>
                  </a:lnTo>
                  <a:cubicBezTo>
                    <a:pt x="54959" y="40862"/>
                    <a:pt x="57150" y="34957"/>
                    <a:pt x="57150" y="28575"/>
                  </a:cubicBezTo>
                  <a:cubicBezTo>
                    <a:pt x="57150" y="12859"/>
                    <a:pt x="44291" y="0"/>
                    <a:pt x="28575" y="0"/>
                  </a:cubicBezTo>
                  <a:cubicBezTo>
                    <a:pt x="12859" y="0"/>
                    <a:pt x="0" y="12859"/>
                    <a:pt x="0" y="28575"/>
                  </a:cubicBezTo>
                  <a:close/>
                  <a:moveTo>
                    <a:pt x="114300" y="76200"/>
                  </a:moveTo>
                  <a:cubicBezTo>
                    <a:pt x="119539" y="76200"/>
                    <a:pt x="123825" y="80486"/>
                    <a:pt x="123825" y="85725"/>
                  </a:cubicBezTo>
                  <a:cubicBezTo>
                    <a:pt x="123825" y="90964"/>
                    <a:pt x="119539" y="95250"/>
                    <a:pt x="114300" y="95250"/>
                  </a:cubicBezTo>
                  <a:cubicBezTo>
                    <a:pt x="109061" y="95250"/>
                    <a:pt x="104775" y="90964"/>
                    <a:pt x="104775" y="85725"/>
                  </a:cubicBezTo>
                  <a:cubicBezTo>
                    <a:pt x="104775" y="80486"/>
                    <a:pt x="109061" y="76200"/>
                    <a:pt x="114300" y="76200"/>
                  </a:cubicBezTo>
                  <a:close/>
                  <a:moveTo>
                    <a:pt x="38100" y="28575"/>
                  </a:moveTo>
                  <a:cubicBezTo>
                    <a:pt x="38100" y="33814"/>
                    <a:pt x="33814" y="38100"/>
                    <a:pt x="28575" y="38100"/>
                  </a:cubicBezTo>
                  <a:cubicBezTo>
                    <a:pt x="23336" y="38100"/>
                    <a:pt x="19050" y="33814"/>
                    <a:pt x="19050" y="28575"/>
                  </a:cubicBezTo>
                  <a:cubicBezTo>
                    <a:pt x="19050" y="23336"/>
                    <a:pt x="23336" y="19050"/>
                    <a:pt x="28575" y="19050"/>
                  </a:cubicBezTo>
                  <a:cubicBezTo>
                    <a:pt x="33814" y="19050"/>
                    <a:pt x="38100" y="23336"/>
                    <a:pt x="38100" y="28575"/>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3F9AA9B6-4A10-521B-2E30-5798C87B135E}"/>
                </a:ext>
              </a:extLst>
            </p:cNvPr>
            <p:cNvSpPr/>
            <p:nvPr/>
          </p:nvSpPr>
          <p:spPr>
            <a:xfrm>
              <a:off x="6162675" y="3314700"/>
              <a:ext cx="219170" cy="190500"/>
            </a:xfrm>
            <a:custGeom>
              <a:avLst/>
              <a:gdLst>
                <a:gd name="connsiteX0" fmla="*/ 190500 w 219170"/>
                <a:gd name="connsiteY0" fmla="*/ 0 h 190500"/>
                <a:gd name="connsiteX1" fmla="*/ 161925 w 219170"/>
                <a:gd name="connsiteY1" fmla="*/ 28575 h 190500"/>
                <a:gd name="connsiteX2" fmla="*/ 164783 w 219170"/>
                <a:gd name="connsiteY2" fmla="*/ 40862 h 190500"/>
                <a:gd name="connsiteX3" fmla="*/ 110395 w 219170"/>
                <a:gd name="connsiteY3" fmla="*/ 95250 h 190500"/>
                <a:gd name="connsiteX4" fmla="*/ 28575 w 219170"/>
                <a:gd name="connsiteY4" fmla="*/ 95250 h 190500"/>
                <a:gd name="connsiteX5" fmla="*/ 19050 w 219170"/>
                <a:gd name="connsiteY5" fmla="*/ 104775 h 190500"/>
                <a:gd name="connsiteX6" fmla="*/ 19050 w 219170"/>
                <a:gd name="connsiteY6" fmla="*/ 135065 h 190500"/>
                <a:gd name="connsiteX7" fmla="*/ 0 w 219170"/>
                <a:gd name="connsiteY7" fmla="*/ 161925 h 190500"/>
                <a:gd name="connsiteX8" fmla="*/ 28575 w 219170"/>
                <a:gd name="connsiteY8" fmla="*/ 190500 h 190500"/>
                <a:gd name="connsiteX9" fmla="*/ 57150 w 219170"/>
                <a:gd name="connsiteY9" fmla="*/ 161925 h 190500"/>
                <a:gd name="connsiteX10" fmla="*/ 38100 w 219170"/>
                <a:gd name="connsiteY10" fmla="*/ 135065 h 190500"/>
                <a:gd name="connsiteX11" fmla="*/ 38100 w 219170"/>
                <a:gd name="connsiteY11" fmla="*/ 114300 h 190500"/>
                <a:gd name="connsiteX12" fmla="*/ 114300 w 219170"/>
                <a:gd name="connsiteY12" fmla="*/ 114300 h 190500"/>
                <a:gd name="connsiteX13" fmla="*/ 121063 w 219170"/>
                <a:gd name="connsiteY13" fmla="*/ 111538 h 190500"/>
                <a:gd name="connsiteX14" fmla="*/ 178308 w 219170"/>
                <a:gd name="connsiteY14" fmla="*/ 54293 h 190500"/>
                <a:gd name="connsiteX15" fmla="*/ 190595 w 219170"/>
                <a:gd name="connsiteY15" fmla="*/ 57150 h 190500"/>
                <a:gd name="connsiteX16" fmla="*/ 219170 w 219170"/>
                <a:gd name="connsiteY16" fmla="*/ 28575 h 190500"/>
                <a:gd name="connsiteX17" fmla="*/ 190595 w 219170"/>
                <a:gd name="connsiteY17" fmla="*/ 0 h 190500"/>
                <a:gd name="connsiteX18" fmla="*/ 28575 w 219170"/>
                <a:gd name="connsiteY18" fmla="*/ 171450 h 190500"/>
                <a:gd name="connsiteX19" fmla="*/ 19050 w 219170"/>
                <a:gd name="connsiteY19" fmla="*/ 161925 h 190500"/>
                <a:gd name="connsiteX20" fmla="*/ 28575 w 219170"/>
                <a:gd name="connsiteY20" fmla="*/ 152400 h 190500"/>
                <a:gd name="connsiteX21" fmla="*/ 38100 w 219170"/>
                <a:gd name="connsiteY21" fmla="*/ 161925 h 190500"/>
                <a:gd name="connsiteX22" fmla="*/ 28575 w 219170"/>
                <a:gd name="connsiteY22" fmla="*/ 171450 h 190500"/>
                <a:gd name="connsiteX23" fmla="*/ 190500 w 219170"/>
                <a:gd name="connsiteY23" fmla="*/ 38100 h 190500"/>
                <a:gd name="connsiteX24" fmla="*/ 183833 w 219170"/>
                <a:gd name="connsiteY24" fmla="*/ 35338 h 190500"/>
                <a:gd name="connsiteX25" fmla="*/ 183833 w 219170"/>
                <a:gd name="connsiteY25" fmla="*/ 35243 h 190500"/>
                <a:gd name="connsiteX26" fmla="*/ 183737 w 219170"/>
                <a:gd name="connsiteY26" fmla="*/ 35243 h 190500"/>
                <a:gd name="connsiteX27" fmla="*/ 180975 w 219170"/>
                <a:gd name="connsiteY27" fmla="*/ 28575 h 190500"/>
                <a:gd name="connsiteX28" fmla="*/ 190500 w 219170"/>
                <a:gd name="connsiteY28" fmla="*/ 19050 h 190500"/>
                <a:gd name="connsiteX29" fmla="*/ 200025 w 219170"/>
                <a:gd name="connsiteY29" fmla="*/ 28575 h 190500"/>
                <a:gd name="connsiteX30" fmla="*/ 190500 w 219170"/>
                <a:gd name="connsiteY30" fmla="*/ 3810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9170" h="190500">
                  <a:moveTo>
                    <a:pt x="190500" y="0"/>
                  </a:moveTo>
                  <a:cubicBezTo>
                    <a:pt x="174784" y="0"/>
                    <a:pt x="161925" y="12859"/>
                    <a:pt x="161925" y="28575"/>
                  </a:cubicBezTo>
                  <a:cubicBezTo>
                    <a:pt x="161925" y="32956"/>
                    <a:pt x="162973" y="37052"/>
                    <a:pt x="164783" y="40862"/>
                  </a:cubicBezTo>
                  <a:lnTo>
                    <a:pt x="110395" y="95250"/>
                  </a:lnTo>
                  <a:lnTo>
                    <a:pt x="28575" y="95250"/>
                  </a:lnTo>
                  <a:cubicBezTo>
                    <a:pt x="23336" y="95250"/>
                    <a:pt x="19050" y="99536"/>
                    <a:pt x="19050" y="104775"/>
                  </a:cubicBezTo>
                  <a:lnTo>
                    <a:pt x="19050" y="135065"/>
                  </a:lnTo>
                  <a:cubicBezTo>
                    <a:pt x="8001" y="138970"/>
                    <a:pt x="0" y="149447"/>
                    <a:pt x="0" y="161925"/>
                  </a:cubicBezTo>
                  <a:cubicBezTo>
                    <a:pt x="0" y="177641"/>
                    <a:pt x="12859" y="190500"/>
                    <a:pt x="28575" y="190500"/>
                  </a:cubicBezTo>
                  <a:cubicBezTo>
                    <a:pt x="44291" y="190500"/>
                    <a:pt x="57150" y="177641"/>
                    <a:pt x="57150" y="161925"/>
                  </a:cubicBezTo>
                  <a:cubicBezTo>
                    <a:pt x="57150" y="149543"/>
                    <a:pt x="49149" y="139065"/>
                    <a:pt x="38100" y="135065"/>
                  </a:cubicBezTo>
                  <a:lnTo>
                    <a:pt x="38100" y="114300"/>
                  </a:lnTo>
                  <a:lnTo>
                    <a:pt x="114300" y="114300"/>
                  </a:lnTo>
                  <a:cubicBezTo>
                    <a:pt x="116872" y="114300"/>
                    <a:pt x="119253" y="113252"/>
                    <a:pt x="121063" y="111538"/>
                  </a:cubicBezTo>
                  <a:lnTo>
                    <a:pt x="178308" y="54293"/>
                  </a:lnTo>
                  <a:cubicBezTo>
                    <a:pt x="182023" y="56102"/>
                    <a:pt x="186119" y="57150"/>
                    <a:pt x="190595" y="57150"/>
                  </a:cubicBezTo>
                  <a:cubicBezTo>
                    <a:pt x="206312" y="57150"/>
                    <a:pt x="219170" y="44291"/>
                    <a:pt x="219170" y="28575"/>
                  </a:cubicBezTo>
                  <a:cubicBezTo>
                    <a:pt x="219170" y="12859"/>
                    <a:pt x="206312" y="0"/>
                    <a:pt x="190595" y="0"/>
                  </a:cubicBezTo>
                  <a:close/>
                  <a:moveTo>
                    <a:pt x="28575" y="171450"/>
                  </a:moveTo>
                  <a:cubicBezTo>
                    <a:pt x="23336" y="171450"/>
                    <a:pt x="19050" y="167164"/>
                    <a:pt x="19050" y="161925"/>
                  </a:cubicBezTo>
                  <a:cubicBezTo>
                    <a:pt x="19050" y="156686"/>
                    <a:pt x="23336" y="152400"/>
                    <a:pt x="28575" y="152400"/>
                  </a:cubicBezTo>
                  <a:cubicBezTo>
                    <a:pt x="33814" y="152400"/>
                    <a:pt x="38100" y="156686"/>
                    <a:pt x="38100" y="161925"/>
                  </a:cubicBezTo>
                  <a:cubicBezTo>
                    <a:pt x="38100" y="167164"/>
                    <a:pt x="33814" y="171450"/>
                    <a:pt x="28575" y="171450"/>
                  </a:cubicBezTo>
                  <a:close/>
                  <a:moveTo>
                    <a:pt x="190500" y="38100"/>
                  </a:moveTo>
                  <a:cubicBezTo>
                    <a:pt x="187928" y="38100"/>
                    <a:pt x="185547" y="37052"/>
                    <a:pt x="183833" y="35338"/>
                  </a:cubicBezTo>
                  <a:cubicBezTo>
                    <a:pt x="183833" y="35338"/>
                    <a:pt x="183833" y="35338"/>
                    <a:pt x="183833" y="35243"/>
                  </a:cubicBezTo>
                  <a:cubicBezTo>
                    <a:pt x="183833" y="35147"/>
                    <a:pt x="183833" y="35243"/>
                    <a:pt x="183737" y="35243"/>
                  </a:cubicBezTo>
                  <a:cubicBezTo>
                    <a:pt x="182023" y="33528"/>
                    <a:pt x="180975" y="31242"/>
                    <a:pt x="180975" y="28575"/>
                  </a:cubicBezTo>
                  <a:cubicBezTo>
                    <a:pt x="180975" y="23336"/>
                    <a:pt x="185261" y="19050"/>
                    <a:pt x="190500" y="19050"/>
                  </a:cubicBezTo>
                  <a:cubicBezTo>
                    <a:pt x="195739" y="19050"/>
                    <a:pt x="200025" y="23336"/>
                    <a:pt x="200025" y="28575"/>
                  </a:cubicBezTo>
                  <a:cubicBezTo>
                    <a:pt x="200025" y="33814"/>
                    <a:pt x="195739" y="38100"/>
                    <a:pt x="190500" y="38100"/>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657761CE-05E9-1D9E-CD04-C7CA7A492D75}"/>
                </a:ext>
              </a:extLst>
            </p:cNvPr>
            <p:cNvSpPr/>
            <p:nvPr/>
          </p:nvSpPr>
          <p:spPr>
            <a:xfrm>
              <a:off x="5943600" y="3048000"/>
              <a:ext cx="361973" cy="419100"/>
            </a:xfrm>
            <a:custGeom>
              <a:avLst/>
              <a:gdLst>
                <a:gd name="connsiteX0" fmla="*/ 104775 w 361973"/>
                <a:gd name="connsiteY0" fmla="*/ 55436 h 419100"/>
                <a:gd name="connsiteX1" fmla="*/ 104775 w 361973"/>
                <a:gd name="connsiteY1" fmla="*/ 85725 h 419100"/>
                <a:gd name="connsiteX2" fmla="*/ 108585 w 361973"/>
                <a:gd name="connsiteY2" fmla="*/ 93345 h 419100"/>
                <a:gd name="connsiteX3" fmla="*/ 142875 w 361973"/>
                <a:gd name="connsiteY3" fmla="*/ 119063 h 419100"/>
                <a:gd name="connsiteX4" fmla="*/ 142875 w 361973"/>
                <a:gd name="connsiteY4" fmla="*/ 180975 h 419100"/>
                <a:gd name="connsiteX5" fmla="*/ 123825 w 361973"/>
                <a:gd name="connsiteY5" fmla="*/ 180975 h 419100"/>
                <a:gd name="connsiteX6" fmla="*/ 123825 w 361973"/>
                <a:gd name="connsiteY6" fmla="*/ 142875 h 419100"/>
                <a:gd name="connsiteX7" fmla="*/ 114300 w 361973"/>
                <a:gd name="connsiteY7" fmla="*/ 133350 h 419100"/>
                <a:gd name="connsiteX8" fmla="*/ 84011 w 361973"/>
                <a:gd name="connsiteY8" fmla="*/ 133350 h 419100"/>
                <a:gd name="connsiteX9" fmla="*/ 57150 w 361973"/>
                <a:gd name="connsiteY9" fmla="*/ 114300 h 419100"/>
                <a:gd name="connsiteX10" fmla="*/ 28575 w 361973"/>
                <a:gd name="connsiteY10" fmla="*/ 142875 h 419100"/>
                <a:gd name="connsiteX11" fmla="*/ 57150 w 361973"/>
                <a:gd name="connsiteY11" fmla="*/ 171450 h 419100"/>
                <a:gd name="connsiteX12" fmla="*/ 84011 w 361973"/>
                <a:gd name="connsiteY12" fmla="*/ 152400 h 419100"/>
                <a:gd name="connsiteX13" fmla="*/ 104775 w 361973"/>
                <a:gd name="connsiteY13" fmla="*/ 152400 h 419100"/>
                <a:gd name="connsiteX14" fmla="*/ 104775 w 361973"/>
                <a:gd name="connsiteY14" fmla="*/ 180975 h 419100"/>
                <a:gd name="connsiteX15" fmla="*/ 95250 w 361973"/>
                <a:gd name="connsiteY15" fmla="*/ 180975 h 419100"/>
                <a:gd name="connsiteX16" fmla="*/ 66675 w 361973"/>
                <a:gd name="connsiteY16" fmla="*/ 209550 h 419100"/>
                <a:gd name="connsiteX17" fmla="*/ 66675 w 361973"/>
                <a:gd name="connsiteY17" fmla="*/ 219075 h 419100"/>
                <a:gd name="connsiteX18" fmla="*/ 28575 w 361973"/>
                <a:gd name="connsiteY18" fmla="*/ 219075 h 419100"/>
                <a:gd name="connsiteX19" fmla="*/ 19050 w 361973"/>
                <a:gd name="connsiteY19" fmla="*/ 228600 h 419100"/>
                <a:gd name="connsiteX20" fmla="*/ 28575 w 361973"/>
                <a:gd name="connsiteY20" fmla="*/ 238125 h 419100"/>
                <a:gd name="connsiteX21" fmla="*/ 66675 w 361973"/>
                <a:gd name="connsiteY21" fmla="*/ 238125 h 419100"/>
                <a:gd name="connsiteX22" fmla="*/ 66675 w 361973"/>
                <a:gd name="connsiteY22" fmla="*/ 257175 h 419100"/>
                <a:gd name="connsiteX23" fmla="*/ 9525 w 361973"/>
                <a:gd name="connsiteY23" fmla="*/ 257175 h 419100"/>
                <a:gd name="connsiteX24" fmla="*/ 0 w 361973"/>
                <a:gd name="connsiteY24" fmla="*/ 266700 h 419100"/>
                <a:gd name="connsiteX25" fmla="*/ 9525 w 361973"/>
                <a:gd name="connsiteY25" fmla="*/ 276225 h 419100"/>
                <a:gd name="connsiteX26" fmla="*/ 66675 w 361973"/>
                <a:gd name="connsiteY26" fmla="*/ 276225 h 419100"/>
                <a:gd name="connsiteX27" fmla="*/ 66675 w 361973"/>
                <a:gd name="connsiteY27" fmla="*/ 295275 h 419100"/>
                <a:gd name="connsiteX28" fmla="*/ 47625 w 361973"/>
                <a:gd name="connsiteY28" fmla="*/ 295275 h 419100"/>
                <a:gd name="connsiteX29" fmla="*/ 38100 w 361973"/>
                <a:gd name="connsiteY29" fmla="*/ 304800 h 419100"/>
                <a:gd name="connsiteX30" fmla="*/ 47625 w 361973"/>
                <a:gd name="connsiteY30" fmla="*/ 314325 h 419100"/>
                <a:gd name="connsiteX31" fmla="*/ 66675 w 361973"/>
                <a:gd name="connsiteY31" fmla="*/ 314325 h 419100"/>
                <a:gd name="connsiteX32" fmla="*/ 66675 w 361973"/>
                <a:gd name="connsiteY32" fmla="*/ 323850 h 419100"/>
                <a:gd name="connsiteX33" fmla="*/ 95250 w 361973"/>
                <a:gd name="connsiteY33" fmla="*/ 352425 h 419100"/>
                <a:gd name="connsiteX34" fmla="*/ 104775 w 361973"/>
                <a:gd name="connsiteY34" fmla="*/ 352425 h 419100"/>
                <a:gd name="connsiteX35" fmla="*/ 104775 w 361973"/>
                <a:gd name="connsiteY35" fmla="*/ 390525 h 419100"/>
                <a:gd name="connsiteX36" fmla="*/ 114300 w 361973"/>
                <a:gd name="connsiteY36" fmla="*/ 400050 h 419100"/>
                <a:gd name="connsiteX37" fmla="*/ 123825 w 361973"/>
                <a:gd name="connsiteY37" fmla="*/ 390525 h 419100"/>
                <a:gd name="connsiteX38" fmla="*/ 123825 w 361973"/>
                <a:gd name="connsiteY38" fmla="*/ 352425 h 419100"/>
                <a:gd name="connsiteX39" fmla="*/ 142875 w 361973"/>
                <a:gd name="connsiteY39" fmla="*/ 352425 h 419100"/>
                <a:gd name="connsiteX40" fmla="*/ 142875 w 361973"/>
                <a:gd name="connsiteY40" fmla="*/ 409575 h 419100"/>
                <a:gd name="connsiteX41" fmla="*/ 152400 w 361973"/>
                <a:gd name="connsiteY41" fmla="*/ 419100 h 419100"/>
                <a:gd name="connsiteX42" fmla="*/ 161925 w 361973"/>
                <a:gd name="connsiteY42" fmla="*/ 409575 h 419100"/>
                <a:gd name="connsiteX43" fmla="*/ 161925 w 361973"/>
                <a:gd name="connsiteY43" fmla="*/ 352425 h 419100"/>
                <a:gd name="connsiteX44" fmla="*/ 180975 w 361973"/>
                <a:gd name="connsiteY44" fmla="*/ 352425 h 419100"/>
                <a:gd name="connsiteX45" fmla="*/ 180975 w 361973"/>
                <a:gd name="connsiteY45" fmla="*/ 371475 h 419100"/>
                <a:gd name="connsiteX46" fmla="*/ 190500 w 361973"/>
                <a:gd name="connsiteY46" fmla="*/ 381000 h 419100"/>
                <a:gd name="connsiteX47" fmla="*/ 200025 w 361973"/>
                <a:gd name="connsiteY47" fmla="*/ 371475 h 419100"/>
                <a:gd name="connsiteX48" fmla="*/ 200025 w 361973"/>
                <a:gd name="connsiteY48" fmla="*/ 352425 h 419100"/>
                <a:gd name="connsiteX49" fmla="*/ 209550 w 361973"/>
                <a:gd name="connsiteY49" fmla="*/ 352425 h 419100"/>
                <a:gd name="connsiteX50" fmla="*/ 238125 w 361973"/>
                <a:gd name="connsiteY50" fmla="*/ 323850 h 419100"/>
                <a:gd name="connsiteX51" fmla="*/ 268415 w 361973"/>
                <a:gd name="connsiteY51" fmla="*/ 323850 h 419100"/>
                <a:gd name="connsiteX52" fmla="*/ 295275 w 361973"/>
                <a:gd name="connsiteY52" fmla="*/ 342900 h 419100"/>
                <a:gd name="connsiteX53" fmla="*/ 323850 w 361973"/>
                <a:gd name="connsiteY53" fmla="*/ 314325 h 419100"/>
                <a:gd name="connsiteX54" fmla="*/ 323374 w 361973"/>
                <a:gd name="connsiteY54" fmla="*/ 309277 h 419100"/>
                <a:gd name="connsiteX55" fmla="*/ 359188 w 361973"/>
                <a:gd name="connsiteY55" fmla="*/ 273463 h 419100"/>
                <a:gd name="connsiteX56" fmla="*/ 359188 w 361973"/>
                <a:gd name="connsiteY56" fmla="*/ 260033 h 419100"/>
                <a:gd name="connsiteX57" fmla="*/ 345758 w 361973"/>
                <a:gd name="connsiteY57" fmla="*/ 260033 h 419100"/>
                <a:gd name="connsiteX58" fmla="*/ 313373 w 361973"/>
                <a:gd name="connsiteY58" fmla="*/ 292418 h 419100"/>
                <a:gd name="connsiteX59" fmla="*/ 295370 w 361973"/>
                <a:gd name="connsiteY59" fmla="*/ 285845 h 419100"/>
                <a:gd name="connsiteX60" fmla="*/ 268510 w 361973"/>
                <a:gd name="connsiteY60" fmla="*/ 304895 h 419100"/>
                <a:gd name="connsiteX61" fmla="*/ 238220 w 361973"/>
                <a:gd name="connsiteY61" fmla="*/ 304895 h 419100"/>
                <a:gd name="connsiteX62" fmla="*/ 238220 w 361973"/>
                <a:gd name="connsiteY62" fmla="*/ 228695 h 419100"/>
                <a:gd name="connsiteX63" fmla="*/ 278035 w 361973"/>
                <a:gd name="connsiteY63" fmla="*/ 228695 h 419100"/>
                <a:gd name="connsiteX64" fmla="*/ 304895 w 361973"/>
                <a:gd name="connsiteY64" fmla="*/ 247745 h 419100"/>
                <a:gd name="connsiteX65" fmla="*/ 333470 w 361973"/>
                <a:gd name="connsiteY65" fmla="*/ 219170 h 419100"/>
                <a:gd name="connsiteX66" fmla="*/ 304895 w 361973"/>
                <a:gd name="connsiteY66" fmla="*/ 190595 h 419100"/>
                <a:gd name="connsiteX67" fmla="*/ 278035 w 361973"/>
                <a:gd name="connsiteY67" fmla="*/ 209645 h 419100"/>
                <a:gd name="connsiteX68" fmla="*/ 238220 w 361973"/>
                <a:gd name="connsiteY68" fmla="*/ 209645 h 419100"/>
                <a:gd name="connsiteX69" fmla="*/ 219170 w 361973"/>
                <a:gd name="connsiteY69" fmla="*/ 182785 h 419100"/>
                <a:gd name="connsiteX70" fmla="*/ 219170 w 361973"/>
                <a:gd name="connsiteY70" fmla="*/ 160211 h 419100"/>
                <a:gd name="connsiteX71" fmla="*/ 238220 w 361973"/>
                <a:gd name="connsiteY71" fmla="*/ 133350 h 419100"/>
                <a:gd name="connsiteX72" fmla="*/ 219170 w 361973"/>
                <a:gd name="connsiteY72" fmla="*/ 106490 h 419100"/>
                <a:gd name="connsiteX73" fmla="*/ 219170 w 361973"/>
                <a:gd name="connsiteY73" fmla="*/ 99155 h 419100"/>
                <a:gd name="connsiteX74" fmla="*/ 264033 w 361973"/>
                <a:gd name="connsiteY74" fmla="*/ 54293 h 419100"/>
                <a:gd name="connsiteX75" fmla="*/ 276320 w 361973"/>
                <a:gd name="connsiteY75" fmla="*/ 57150 h 419100"/>
                <a:gd name="connsiteX76" fmla="*/ 304895 w 361973"/>
                <a:gd name="connsiteY76" fmla="*/ 28575 h 419100"/>
                <a:gd name="connsiteX77" fmla="*/ 276320 w 361973"/>
                <a:gd name="connsiteY77" fmla="*/ 0 h 419100"/>
                <a:gd name="connsiteX78" fmla="*/ 247745 w 361973"/>
                <a:gd name="connsiteY78" fmla="*/ 28575 h 419100"/>
                <a:gd name="connsiteX79" fmla="*/ 250603 w 361973"/>
                <a:gd name="connsiteY79" fmla="*/ 40862 h 419100"/>
                <a:gd name="connsiteX80" fmla="*/ 202883 w 361973"/>
                <a:gd name="connsiteY80" fmla="*/ 88583 h 419100"/>
                <a:gd name="connsiteX81" fmla="*/ 200120 w 361973"/>
                <a:gd name="connsiteY81" fmla="*/ 95345 h 419100"/>
                <a:gd name="connsiteX82" fmla="*/ 200120 w 361973"/>
                <a:gd name="connsiteY82" fmla="*/ 106585 h 419100"/>
                <a:gd name="connsiteX83" fmla="*/ 181070 w 361973"/>
                <a:gd name="connsiteY83" fmla="*/ 133445 h 419100"/>
                <a:gd name="connsiteX84" fmla="*/ 200120 w 361973"/>
                <a:gd name="connsiteY84" fmla="*/ 160306 h 419100"/>
                <a:gd name="connsiteX85" fmla="*/ 200120 w 361973"/>
                <a:gd name="connsiteY85" fmla="*/ 181070 h 419100"/>
                <a:gd name="connsiteX86" fmla="*/ 162020 w 361973"/>
                <a:gd name="connsiteY86" fmla="*/ 181070 h 419100"/>
                <a:gd name="connsiteX87" fmla="*/ 162020 w 361973"/>
                <a:gd name="connsiteY87" fmla="*/ 114395 h 419100"/>
                <a:gd name="connsiteX88" fmla="*/ 158210 w 361973"/>
                <a:gd name="connsiteY88" fmla="*/ 106775 h 419100"/>
                <a:gd name="connsiteX89" fmla="*/ 123920 w 361973"/>
                <a:gd name="connsiteY89" fmla="*/ 81058 h 419100"/>
                <a:gd name="connsiteX90" fmla="*/ 123920 w 361973"/>
                <a:gd name="connsiteY90" fmla="*/ 55531 h 419100"/>
                <a:gd name="connsiteX91" fmla="*/ 142970 w 361973"/>
                <a:gd name="connsiteY91" fmla="*/ 28670 h 419100"/>
                <a:gd name="connsiteX92" fmla="*/ 114395 w 361973"/>
                <a:gd name="connsiteY92" fmla="*/ 95 h 419100"/>
                <a:gd name="connsiteX93" fmla="*/ 85820 w 361973"/>
                <a:gd name="connsiteY93" fmla="*/ 28670 h 419100"/>
                <a:gd name="connsiteX94" fmla="*/ 104870 w 361973"/>
                <a:gd name="connsiteY94" fmla="*/ 55531 h 419100"/>
                <a:gd name="connsiteX95" fmla="*/ 57150 w 361973"/>
                <a:gd name="connsiteY95" fmla="*/ 152400 h 419100"/>
                <a:gd name="connsiteX96" fmla="*/ 47625 w 361973"/>
                <a:gd name="connsiteY96" fmla="*/ 142875 h 419100"/>
                <a:gd name="connsiteX97" fmla="*/ 57150 w 361973"/>
                <a:gd name="connsiteY97" fmla="*/ 133350 h 419100"/>
                <a:gd name="connsiteX98" fmla="*/ 66675 w 361973"/>
                <a:gd name="connsiteY98" fmla="*/ 142875 h 419100"/>
                <a:gd name="connsiteX99" fmla="*/ 57150 w 361973"/>
                <a:gd name="connsiteY99" fmla="*/ 152400 h 419100"/>
                <a:gd name="connsiteX100" fmla="*/ 295275 w 361973"/>
                <a:gd name="connsiteY100" fmla="*/ 304800 h 419100"/>
                <a:gd name="connsiteX101" fmla="*/ 304800 w 361973"/>
                <a:gd name="connsiteY101" fmla="*/ 314325 h 419100"/>
                <a:gd name="connsiteX102" fmla="*/ 295275 w 361973"/>
                <a:gd name="connsiteY102" fmla="*/ 323850 h 419100"/>
                <a:gd name="connsiteX103" fmla="*/ 285750 w 361973"/>
                <a:gd name="connsiteY103" fmla="*/ 314325 h 419100"/>
                <a:gd name="connsiteX104" fmla="*/ 295275 w 361973"/>
                <a:gd name="connsiteY104" fmla="*/ 304800 h 419100"/>
                <a:gd name="connsiteX105" fmla="*/ 304800 w 361973"/>
                <a:gd name="connsiteY105" fmla="*/ 209550 h 419100"/>
                <a:gd name="connsiteX106" fmla="*/ 314325 w 361973"/>
                <a:gd name="connsiteY106" fmla="*/ 219075 h 419100"/>
                <a:gd name="connsiteX107" fmla="*/ 304800 w 361973"/>
                <a:gd name="connsiteY107" fmla="*/ 228600 h 419100"/>
                <a:gd name="connsiteX108" fmla="*/ 295275 w 361973"/>
                <a:gd name="connsiteY108" fmla="*/ 219075 h 419100"/>
                <a:gd name="connsiteX109" fmla="*/ 304800 w 361973"/>
                <a:gd name="connsiteY109" fmla="*/ 209550 h 419100"/>
                <a:gd name="connsiteX110" fmla="*/ 276225 w 361973"/>
                <a:gd name="connsiteY110" fmla="*/ 19050 h 419100"/>
                <a:gd name="connsiteX111" fmla="*/ 285750 w 361973"/>
                <a:gd name="connsiteY111" fmla="*/ 28575 h 419100"/>
                <a:gd name="connsiteX112" fmla="*/ 276225 w 361973"/>
                <a:gd name="connsiteY112" fmla="*/ 38100 h 419100"/>
                <a:gd name="connsiteX113" fmla="*/ 269558 w 361973"/>
                <a:gd name="connsiteY113" fmla="*/ 35338 h 419100"/>
                <a:gd name="connsiteX114" fmla="*/ 269558 w 361973"/>
                <a:gd name="connsiteY114" fmla="*/ 35243 h 419100"/>
                <a:gd name="connsiteX115" fmla="*/ 269462 w 361973"/>
                <a:gd name="connsiteY115" fmla="*/ 35243 h 419100"/>
                <a:gd name="connsiteX116" fmla="*/ 266700 w 361973"/>
                <a:gd name="connsiteY116" fmla="*/ 28575 h 419100"/>
                <a:gd name="connsiteX117" fmla="*/ 276225 w 361973"/>
                <a:gd name="connsiteY117" fmla="*/ 19050 h 419100"/>
                <a:gd name="connsiteX118" fmla="*/ 219075 w 361973"/>
                <a:gd name="connsiteY118" fmla="*/ 323850 h 419100"/>
                <a:gd name="connsiteX119" fmla="*/ 209550 w 361973"/>
                <a:gd name="connsiteY119" fmla="*/ 333375 h 419100"/>
                <a:gd name="connsiteX120" fmla="*/ 95250 w 361973"/>
                <a:gd name="connsiteY120" fmla="*/ 333375 h 419100"/>
                <a:gd name="connsiteX121" fmla="*/ 85725 w 361973"/>
                <a:gd name="connsiteY121" fmla="*/ 323850 h 419100"/>
                <a:gd name="connsiteX122" fmla="*/ 85725 w 361973"/>
                <a:gd name="connsiteY122" fmla="*/ 209550 h 419100"/>
                <a:gd name="connsiteX123" fmla="*/ 95250 w 361973"/>
                <a:gd name="connsiteY123" fmla="*/ 200025 h 419100"/>
                <a:gd name="connsiteX124" fmla="*/ 209550 w 361973"/>
                <a:gd name="connsiteY124" fmla="*/ 200025 h 419100"/>
                <a:gd name="connsiteX125" fmla="*/ 219075 w 361973"/>
                <a:gd name="connsiteY125" fmla="*/ 209550 h 419100"/>
                <a:gd name="connsiteX126" fmla="*/ 219075 w 361973"/>
                <a:gd name="connsiteY126" fmla="*/ 323850 h 419100"/>
                <a:gd name="connsiteX127" fmla="*/ 209550 w 361973"/>
                <a:gd name="connsiteY127" fmla="*/ 123825 h 419100"/>
                <a:gd name="connsiteX128" fmla="*/ 219075 w 361973"/>
                <a:gd name="connsiteY128" fmla="*/ 133350 h 419100"/>
                <a:gd name="connsiteX129" fmla="*/ 209550 w 361973"/>
                <a:gd name="connsiteY129" fmla="*/ 142875 h 419100"/>
                <a:gd name="connsiteX130" fmla="*/ 200025 w 361973"/>
                <a:gd name="connsiteY130" fmla="*/ 133350 h 419100"/>
                <a:gd name="connsiteX131" fmla="*/ 209550 w 361973"/>
                <a:gd name="connsiteY131" fmla="*/ 123825 h 419100"/>
                <a:gd name="connsiteX132" fmla="*/ 114300 w 361973"/>
                <a:gd name="connsiteY132" fmla="*/ 19050 h 419100"/>
                <a:gd name="connsiteX133" fmla="*/ 123825 w 361973"/>
                <a:gd name="connsiteY133" fmla="*/ 28575 h 419100"/>
                <a:gd name="connsiteX134" fmla="*/ 114300 w 361973"/>
                <a:gd name="connsiteY134" fmla="*/ 38100 h 419100"/>
                <a:gd name="connsiteX135" fmla="*/ 104775 w 361973"/>
                <a:gd name="connsiteY135" fmla="*/ 28575 h 419100"/>
                <a:gd name="connsiteX136" fmla="*/ 114300 w 361973"/>
                <a:gd name="connsiteY136" fmla="*/ 1905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61973" h="419100">
                  <a:moveTo>
                    <a:pt x="104775" y="55436"/>
                  </a:moveTo>
                  <a:lnTo>
                    <a:pt x="104775" y="85725"/>
                  </a:lnTo>
                  <a:cubicBezTo>
                    <a:pt x="104775" y="88678"/>
                    <a:pt x="106204" y="91535"/>
                    <a:pt x="108585" y="93345"/>
                  </a:cubicBezTo>
                  <a:lnTo>
                    <a:pt x="142875" y="119063"/>
                  </a:lnTo>
                  <a:lnTo>
                    <a:pt x="142875" y="180975"/>
                  </a:lnTo>
                  <a:lnTo>
                    <a:pt x="123825" y="180975"/>
                  </a:lnTo>
                  <a:lnTo>
                    <a:pt x="123825" y="142875"/>
                  </a:lnTo>
                  <a:cubicBezTo>
                    <a:pt x="123825" y="137636"/>
                    <a:pt x="119539" y="133350"/>
                    <a:pt x="114300" y="133350"/>
                  </a:cubicBezTo>
                  <a:lnTo>
                    <a:pt x="84011" y="133350"/>
                  </a:lnTo>
                  <a:cubicBezTo>
                    <a:pt x="80105" y="122301"/>
                    <a:pt x="69628" y="114300"/>
                    <a:pt x="57150" y="114300"/>
                  </a:cubicBezTo>
                  <a:cubicBezTo>
                    <a:pt x="41434" y="114300"/>
                    <a:pt x="28575" y="127159"/>
                    <a:pt x="28575" y="142875"/>
                  </a:cubicBezTo>
                  <a:cubicBezTo>
                    <a:pt x="28575" y="158591"/>
                    <a:pt x="41434" y="171450"/>
                    <a:pt x="57150" y="171450"/>
                  </a:cubicBezTo>
                  <a:cubicBezTo>
                    <a:pt x="69532" y="171450"/>
                    <a:pt x="80010" y="163449"/>
                    <a:pt x="84011" y="152400"/>
                  </a:cubicBezTo>
                  <a:lnTo>
                    <a:pt x="104775" y="152400"/>
                  </a:lnTo>
                  <a:lnTo>
                    <a:pt x="104775" y="180975"/>
                  </a:lnTo>
                  <a:lnTo>
                    <a:pt x="95250" y="180975"/>
                  </a:lnTo>
                  <a:cubicBezTo>
                    <a:pt x="79534" y="180975"/>
                    <a:pt x="66675" y="193834"/>
                    <a:pt x="66675" y="209550"/>
                  </a:cubicBezTo>
                  <a:lnTo>
                    <a:pt x="66675" y="219075"/>
                  </a:lnTo>
                  <a:lnTo>
                    <a:pt x="28575" y="219075"/>
                  </a:lnTo>
                  <a:cubicBezTo>
                    <a:pt x="23336" y="219075"/>
                    <a:pt x="19050" y="223361"/>
                    <a:pt x="19050" y="228600"/>
                  </a:cubicBezTo>
                  <a:cubicBezTo>
                    <a:pt x="19050" y="233839"/>
                    <a:pt x="23336" y="238125"/>
                    <a:pt x="28575" y="238125"/>
                  </a:cubicBezTo>
                  <a:lnTo>
                    <a:pt x="66675" y="238125"/>
                  </a:lnTo>
                  <a:lnTo>
                    <a:pt x="66675" y="257175"/>
                  </a:lnTo>
                  <a:lnTo>
                    <a:pt x="9525" y="257175"/>
                  </a:lnTo>
                  <a:cubicBezTo>
                    <a:pt x="4286" y="257175"/>
                    <a:pt x="0" y="261461"/>
                    <a:pt x="0" y="266700"/>
                  </a:cubicBezTo>
                  <a:cubicBezTo>
                    <a:pt x="0" y="271939"/>
                    <a:pt x="4286" y="276225"/>
                    <a:pt x="9525" y="276225"/>
                  </a:cubicBezTo>
                  <a:lnTo>
                    <a:pt x="66675" y="276225"/>
                  </a:lnTo>
                  <a:lnTo>
                    <a:pt x="66675" y="295275"/>
                  </a:lnTo>
                  <a:lnTo>
                    <a:pt x="47625" y="295275"/>
                  </a:lnTo>
                  <a:cubicBezTo>
                    <a:pt x="42386" y="295275"/>
                    <a:pt x="38100" y="299561"/>
                    <a:pt x="38100" y="304800"/>
                  </a:cubicBezTo>
                  <a:cubicBezTo>
                    <a:pt x="38100" y="310039"/>
                    <a:pt x="42386" y="314325"/>
                    <a:pt x="47625" y="314325"/>
                  </a:cubicBezTo>
                  <a:lnTo>
                    <a:pt x="66675" y="314325"/>
                  </a:lnTo>
                  <a:lnTo>
                    <a:pt x="66675" y="323850"/>
                  </a:lnTo>
                  <a:cubicBezTo>
                    <a:pt x="66675" y="339566"/>
                    <a:pt x="79534" y="352425"/>
                    <a:pt x="95250" y="352425"/>
                  </a:cubicBezTo>
                  <a:lnTo>
                    <a:pt x="104775" y="352425"/>
                  </a:lnTo>
                  <a:lnTo>
                    <a:pt x="104775" y="390525"/>
                  </a:lnTo>
                  <a:cubicBezTo>
                    <a:pt x="104775" y="395764"/>
                    <a:pt x="109061" y="400050"/>
                    <a:pt x="114300" y="400050"/>
                  </a:cubicBezTo>
                  <a:cubicBezTo>
                    <a:pt x="119539" y="400050"/>
                    <a:pt x="123825" y="395764"/>
                    <a:pt x="123825" y="390525"/>
                  </a:cubicBezTo>
                  <a:lnTo>
                    <a:pt x="123825" y="352425"/>
                  </a:lnTo>
                  <a:lnTo>
                    <a:pt x="142875" y="352425"/>
                  </a:lnTo>
                  <a:lnTo>
                    <a:pt x="142875" y="409575"/>
                  </a:lnTo>
                  <a:cubicBezTo>
                    <a:pt x="142875" y="414814"/>
                    <a:pt x="147161" y="419100"/>
                    <a:pt x="152400" y="419100"/>
                  </a:cubicBezTo>
                  <a:cubicBezTo>
                    <a:pt x="157639" y="419100"/>
                    <a:pt x="161925" y="414814"/>
                    <a:pt x="161925" y="409575"/>
                  </a:cubicBezTo>
                  <a:lnTo>
                    <a:pt x="161925" y="352425"/>
                  </a:lnTo>
                  <a:lnTo>
                    <a:pt x="180975" y="352425"/>
                  </a:lnTo>
                  <a:lnTo>
                    <a:pt x="180975" y="371475"/>
                  </a:lnTo>
                  <a:cubicBezTo>
                    <a:pt x="180975" y="376714"/>
                    <a:pt x="185261" y="381000"/>
                    <a:pt x="190500" y="381000"/>
                  </a:cubicBezTo>
                  <a:cubicBezTo>
                    <a:pt x="195739" y="381000"/>
                    <a:pt x="200025" y="376714"/>
                    <a:pt x="200025" y="371475"/>
                  </a:cubicBezTo>
                  <a:lnTo>
                    <a:pt x="200025" y="352425"/>
                  </a:lnTo>
                  <a:lnTo>
                    <a:pt x="209550" y="352425"/>
                  </a:lnTo>
                  <a:cubicBezTo>
                    <a:pt x="225266" y="352425"/>
                    <a:pt x="238125" y="339566"/>
                    <a:pt x="238125" y="323850"/>
                  </a:cubicBezTo>
                  <a:lnTo>
                    <a:pt x="268415" y="323850"/>
                  </a:lnTo>
                  <a:cubicBezTo>
                    <a:pt x="272320" y="334899"/>
                    <a:pt x="282797" y="342900"/>
                    <a:pt x="295275" y="342900"/>
                  </a:cubicBezTo>
                  <a:cubicBezTo>
                    <a:pt x="310991" y="342900"/>
                    <a:pt x="323850" y="330041"/>
                    <a:pt x="323850" y="314325"/>
                  </a:cubicBezTo>
                  <a:cubicBezTo>
                    <a:pt x="323850" y="312611"/>
                    <a:pt x="323660" y="310896"/>
                    <a:pt x="323374" y="309277"/>
                  </a:cubicBezTo>
                  <a:lnTo>
                    <a:pt x="359188" y="273463"/>
                  </a:lnTo>
                  <a:cubicBezTo>
                    <a:pt x="362903" y="269748"/>
                    <a:pt x="362903" y="263747"/>
                    <a:pt x="359188" y="260033"/>
                  </a:cubicBezTo>
                  <a:cubicBezTo>
                    <a:pt x="355473" y="256318"/>
                    <a:pt x="349472" y="256318"/>
                    <a:pt x="345758" y="260033"/>
                  </a:cubicBezTo>
                  <a:lnTo>
                    <a:pt x="313373" y="292418"/>
                  </a:lnTo>
                  <a:cubicBezTo>
                    <a:pt x="308420" y="288322"/>
                    <a:pt x="302228" y="285845"/>
                    <a:pt x="295370" y="285845"/>
                  </a:cubicBezTo>
                  <a:cubicBezTo>
                    <a:pt x="282988" y="285845"/>
                    <a:pt x="272510" y="293846"/>
                    <a:pt x="268510" y="304895"/>
                  </a:cubicBezTo>
                  <a:lnTo>
                    <a:pt x="238220" y="304895"/>
                  </a:lnTo>
                  <a:lnTo>
                    <a:pt x="238220" y="228695"/>
                  </a:lnTo>
                  <a:lnTo>
                    <a:pt x="278035" y="228695"/>
                  </a:lnTo>
                  <a:cubicBezTo>
                    <a:pt x="281940" y="239744"/>
                    <a:pt x="292418" y="247745"/>
                    <a:pt x="304895" y="247745"/>
                  </a:cubicBezTo>
                  <a:cubicBezTo>
                    <a:pt x="320612" y="247745"/>
                    <a:pt x="333470" y="234887"/>
                    <a:pt x="333470" y="219170"/>
                  </a:cubicBezTo>
                  <a:cubicBezTo>
                    <a:pt x="333470" y="203454"/>
                    <a:pt x="320612" y="190595"/>
                    <a:pt x="304895" y="190595"/>
                  </a:cubicBezTo>
                  <a:cubicBezTo>
                    <a:pt x="292513" y="190595"/>
                    <a:pt x="282035" y="198596"/>
                    <a:pt x="278035" y="209645"/>
                  </a:cubicBezTo>
                  <a:lnTo>
                    <a:pt x="238220" y="209645"/>
                  </a:lnTo>
                  <a:cubicBezTo>
                    <a:pt x="238220" y="197263"/>
                    <a:pt x="230219" y="186785"/>
                    <a:pt x="219170" y="182785"/>
                  </a:cubicBezTo>
                  <a:lnTo>
                    <a:pt x="219170" y="160211"/>
                  </a:lnTo>
                  <a:cubicBezTo>
                    <a:pt x="230219" y="156305"/>
                    <a:pt x="238220" y="145828"/>
                    <a:pt x="238220" y="133350"/>
                  </a:cubicBezTo>
                  <a:cubicBezTo>
                    <a:pt x="238220" y="120872"/>
                    <a:pt x="230219" y="110490"/>
                    <a:pt x="219170" y="106490"/>
                  </a:cubicBezTo>
                  <a:lnTo>
                    <a:pt x="219170" y="99155"/>
                  </a:lnTo>
                  <a:lnTo>
                    <a:pt x="264033" y="54293"/>
                  </a:lnTo>
                  <a:cubicBezTo>
                    <a:pt x="267748" y="56102"/>
                    <a:pt x="271844" y="57150"/>
                    <a:pt x="276320" y="57150"/>
                  </a:cubicBezTo>
                  <a:cubicBezTo>
                    <a:pt x="292037" y="57150"/>
                    <a:pt x="304895" y="44291"/>
                    <a:pt x="304895" y="28575"/>
                  </a:cubicBezTo>
                  <a:cubicBezTo>
                    <a:pt x="304895" y="12859"/>
                    <a:pt x="292037" y="0"/>
                    <a:pt x="276320" y="0"/>
                  </a:cubicBezTo>
                  <a:cubicBezTo>
                    <a:pt x="260604" y="0"/>
                    <a:pt x="247745" y="12859"/>
                    <a:pt x="247745" y="28575"/>
                  </a:cubicBezTo>
                  <a:cubicBezTo>
                    <a:pt x="247745" y="32957"/>
                    <a:pt x="248793" y="37052"/>
                    <a:pt x="250603" y="40862"/>
                  </a:cubicBezTo>
                  <a:lnTo>
                    <a:pt x="202883" y="88583"/>
                  </a:lnTo>
                  <a:cubicBezTo>
                    <a:pt x="201073" y="90392"/>
                    <a:pt x="200120" y="92774"/>
                    <a:pt x="200120" y="95345"/>
                  </a:cubicBezTo>
                  <a:lnTo>
                    <a:pt x="200120" y="106585"/>
                  </a:lnTo>
                  <a:cubicBezTo>
                    <a:pt x="189071" y="110490"/>
                    <a:pt x="181070" y="120968"/>
                    <a:pt x="181070" y="133445"/>
                  </a:cubicBezTo>
                  <a:cubicBezTo>
                    <a:pt x="181070" y="145923"/>
                    <a:pt x="189071" y="156305"/>
                    <a:pt x="200120" y="160306"/>
                  </a:cubicBezTo>
                  <a:lnTo>
                    <a:pt x="200120" y="181070"/>
                  </a:lnTo>
                  <a:lnTo>
                    <a:pt x="162020" y="181070"/>
                  </a:lnTo>
                  <a:lnTo>
                    <a:pt x="162020" y="114395"/>
                  </a:lnTo>
                  <a:cubicBezTo>
                    <a:pt x="162020" y="111443"/>
                    <a:pt x="160592" y="108585"/>
                    <a:pt x="158210" y="106775"/>
                  </a:cubicBezTo>
                  <a:lnTo>
                    <a:pt x="123920" y="81058"/>
                  </a:lnTo>
                  <a:lnTo>
                    <a:pt x="123920" y="55531"/>
                  </a:lnTo>
                  <a:cubicBezTo>
                    <a:pt x="134969" y="51626"/>
                    <a:pt x="142970" y="41148"/>
                    <a:pt x="142970" y="28670"/>
                  </a:cubicBezTo>
                  <a:cubicBezTo>
                    <a:pt x="142970" y="12954"/>
                    <a:pt x="130112" y="95"/>
                    <a:pt x="114395" y="95"/>
                  </a:cubicBezTo>
                  <a:cubicBezTo>
                    <a:pt x="98679" y="95"/>
                    <a:pt x="85820" y="12954"/>
                    <a:pt x="85820" y="28670"/>
                  </a:cubicBezTo>
                  <a:cubicBezTo>
                    <a:pt x="85820" y="41053"/>
                    <a:pt x="93821" y="51530"/>
                    <a:pt x="104870" y="55531"/>
                  </a:cubicBezTo>
                  <a:close/>
                  <a:moveTo>
                    <a:pt x="57150" y="152400"/>
                  </a:moveTo>
                  <a:cubicBezTo>
                    <a:pt x="51911" y="152400"/>
                    <a:pt x="47625" y="148114"/>
                    <a:pt x="47625" y="142875"/>
                  </a:cubicBezTo>
                  <a:cubicBezTo>
                    <a:pt x="47625" y="137636"/>
                    <a:pt x="51911" y="133350"/>
                    <a:pt x="57150" y="133350"/>
                  </a:cubicBezTo>
                  <a:cubicBezTo>
                    <a:pt x="62389" y="133350"/>
                    <a:pt x="66675" y="137636"/>
                    <a:pt x="66675" y="142875"/>
                  </a:cubicBezTo>
                  <a:cubicBezTo>
                    <a:pt x="66675" y="148114"/>
                    <a:pt x="62389" y="152400"/>
                    <a:pt x="57150" y="152400"/>
                  </a:cubicBezTo>
                  <a:close/>
                  <a:moveTo>
                    <a:pt x="295275" y="304800"/>
                  </a:moveTo>
                  <a:cubicBezTo>
                    <a:pt x="300514" y="304800"/>
                    <a:pt x="304800" y="309086"/>
                    <a:pt x="304800" y="314325"/>
                  </a:cubicBezTo>
                  <a:cubicBezTo>
                    <a:pt x="304800" y="319564"/>
                    <a:pt x="300514" y="323850"/>
                    <a:pt x="295275" y="323850"/>
                  </a:cubicBezTo>
                  <a:cubicBezTo>
                    <a:pt x="290036" y="323850"/>
                    <a:pt x="285750" y="319564"/>
                    <a:pt x="285750" y="314325"/>
                  </a:cubicBezTo>
                  <a:cubicBezTo>
                    <a:pt x="285750" y="309086"/>
                    <a:pt x="290036" y="304800"/>
                    <a:pt x="295275" y="304800"/>
                  </a:cubicBezTo>
                  <a:close/>
                  <a:moveTo>
                    <a:pt x="304800" y="209550"/>
                  </a:moveTo>
                  <a:cubicBezTo>
                    <a:pt x="310039" y="209550"/>
                    <a:pt x="314325" y="213836"/>
                    <a:pt x="314325" y="219075"/>
                  </a:cubicBezTo>
                  <a:cubicBezTo>
                    <a:pt x="314325" y="224314"/>
                    <a:pt x="310039" y="228600"/>
                    <a:pt x="304800" y="228600"/>
                  </a:cubicBezTo>
                  <a:cubicBezTo>
                    <a:pt x="299561" y="228600"/>
                    <a:pt x="295275" y="224314"/>
                    <a:pt x="295275" y="219075"/>
                  </a:cubicBezTo>
                  <a:cubicBezTo>
                    <a:pt x="295275" y="213836"/>
                    <a:pt x="299561" y="209550"/>
                    <a:pt x="304800" y="209550"/>
                  </a:cubicBezTo>
                  <a:close/>
                  <a:moveTo>
                    <a:pt x="276225" y="19050"/>
                  </a:moveTo>
                  <a:cubicBezTo>
                    <a:pt x="281464" y="19050"/>
                    <a:pt x="285750" y="23336"/>
                    <a:pt x="285750" y="28575"/>
                  </a:cubicBezTo>
                  <a:cubicBezTo>
                    <a:pt x="285750" y="33814"/>
                    <a:pt x="281464" y="38100"/>
                    <a:pt x="276225" y="38100"/>
                  </a:cubicBezTo>
                  <a:cubicBezTo>
                    <a:pt x="273653" y="38100"/>
                    <a:pt x="271272" y="37052"/>
                    <a:pt x="269558" y="35338"/>
                  </a:cubicBezTo>
                  <a:cubicBezTo>
                    <a:pt x="269558" y="35338"/>
                    <a:pt x="269558" y="35338"/>
                    <a:pt x="269558" y="35243"/>
                  </a:cubicBezTo>
                  <a:cubicBezTo>
                    <a:pt x="269558" y="35147"/>
                    <a:pt x="269558" y="35243"/>
                    <a:pt x="269462" y="35243"/>
                  </a:cubicBezTo>
                  <a:cubicBezTo>
                    <a:pt x="267748" y="33528"/>
                    <a:pt x="266700" y="31242"/>
                    <a:pt x="266700" y="28575"/>
                  </a:cubicBezTo>
                  <a:cubicBezTo>
                    <a:pt x="266700" y="23336"/>
                    <a:pt x="270986" y="19050"/>
                    <a:pt x="276225" y="19050"/>
                  </a:cubicBezTo>
                  <a:close/>
                  <a:moveTo>
                    <a:pt x="219075" y="323850"/>
                  </a:moveTo>
                  <a:cubicBezTo>
                    <a:pt x="219075" y="329089"/>
                    <a:pt x="214789" y="333375"/>
                    <a:pt x="209550" y="333375"/>
                  </a:cubicBezTo>
                  <a:lnTo>
                    <a:pt x="95250" y="333375"/>
                  </a:lnTo>
                  <a:cubicBezTo>
                    <a:pt x="90011" y="333375"/>
                    <a:pt x="85725" y="329089"/>
                    <a:pt x="85725" y="323850"/>
                  </a:cubicBezTo>
                  <a:lnTo>
                    <a:pt x="85725" y="209550"/>
                  </a:lnTo>
                  <a:cubicBezTo>
                    <a:pt x="85725" y="204311"/>
                    <a:pt x="90011" y="200025"/>
                    <a:pt x="95250" y="200025"/>
                  </a:cubicBezTo>
                  <a:lnTo>
                    <a:pt x="209550" y="200025"/>
                  </a:lnTo>
                  <a:cubicBezTo>
                    <a:pt x="214789" y="200025"/>
                    <a:pt x="219075" y="204311"/>
                    <a:pt x="219075" y="209550"/>
                  </a:cubicBezTo>
                  <a:lnTo>
                    <a:pt x="219075" y="323850"/>
                  </a:lnTo>
                  <a:close/>
                  <a:moveTo>
                    <a:pt x="209550" y="123825"/>
                  </a:moveTo>
                  <a:cubicBezTo>
                    <a:pt x="214789" y="123825"/>
                    <a:pt x="219075" y="128111"/>
                    <a:pt x="219075" y="133350"/>
                  </a:cubicBezTo>
                  <a:cubicBezTo>
                    <a:pt x="219075" y="138589"/>
                    <a:pt x="214789" y="142875"/>
                    <a:pt x="209550" y="142875"/>
                  </a:cubicBezTo>
                  <a:cubicBezTo>
                    <a:pt x="204311" y="142875"/>
                    <a:pt x="200025" y="138589"/>
                    <a:pt x="200025" y="133350"/>
                  </a:cubicBezTo>
                  <a:cubicBezTo>
                    <a:pt x="200025" y="128111"/>
                    <a:pt x="204311" y="123825"/>
                    <a:pt x="209550" y="123825"/>
                  </a:cubicBezTo>
                  <a:close/>
                  <a:moveTo>
                    <a:pt x="114300" y="19050"/>
                  </a:moveTo>
                  <a:cubicBezTo>
                    <a:pt x="119539" y="19050"/>
                    <a:pt x="123825" y="23336"/>
                    <a:pt x="123825" y="28575"/>
                  </a:cubicBezTo>
                  <a:cubicBezTo>
                    <a:pt x="123825" y="33814"/>
                    <a:pt x="119539" y="38100"/>
                    <a:pt x="114300" y="38100"/>
                  </a:cubicBezTo>
                  <a:cubicBezTo>
                    <a:pt x="109061" y="38100"/>
                    <a:pt x="104775" y="33814"/>
                    <a:pt x="104775" y="28575"/>
                  </a:cubicBezTo>
                  <a:cubicBezTo>
                    <a:pt x="104775" y="23336"/>
                    <a:pt x="109061" y="19050"/>
                    <a:pt x="114300" y="19050"/>
                  </a:cubicBezTo>
                  <a:close/>
                </a:path>
              </a:pathLst>
            </a:custGeom>
            <a:grpFill/>
            <a:ln w="9525" cap="flat">
              <a:noFill/>
              <a:prstDash val="solid"/>
              <a:miter/>
            </a:ln>
          </p:spPr>
          <p:txBody>
            <a:bodyPr rtlCol="0" anchor="ctr"/>
            <a:lstStyle/>
            <a:p>
              <a:endParaRPr lang="en-US"/>
            </a:p>
          </p:txBody>
        </p:sp>
      </p:grpSp>
      <p:sp>
        <p:nvSpPr>
          <p:cNvPr id="62" name="Round Same Side Corner Rectangle 6">
            <a:extLst>
              <a:ext uri="{FF2B5EF4-FFF2-40B4-BE49-F238E27FC236}">
                <a16:creationId xmlns:a16="http://schemas.microsoft.com/office/drawing/2014/main" id="{99F8641A-E7CD-8BB3-47B5-2035D385201C}"/>
              </a:ext>
            </a:extLst>
          </p:cNvPr>
          <p:cNvSpPr>
            <a:spLocks/>
          </p:cNvSpPr>
          <p:nvPr/>
        </p:nvSpPr>
        <p:spPr>
          <a:xfrm>
            <a:off x="495300" y="901147"/>
            <a:ext cx="1463039" cy="455962"/>
          </a:xfrm>
          <a:prstGeom prst="round2SameRect">
            <a:avLst>
              <a:gd name="adj1" fmla="val 16667"/>
              <a:gd name="adj2" fmla="val 0"/>
            </a:avLst>
          </a:prstGeom>
          <a:gradFill flip="none" rotWithShape="1">
            <a:gsLst>
              <a:gs pos="0">
                <a:srgbClr val="1E49E2"/>
              </a:gs>
              <a:gs pos="100000">
                <a:srgbClr val="7213EA"/>
              </a:gs>
            </a:gsLst>
            <a:lin ang="0" scaled="1"/>
            <a:tileRect/>
          </a:gradFill>
          <a:ln w="19050" cap="rnd" cmpd="sng" algn="ctr">
            <a:solidFill>
              <a:sysClr val="window" lastClr="FFFFFF">
                <a:lumMod val="85000"/>
              </a:sysClr>
            </a:solidFill>
            <a:prstDash val="solid"/>
            <a:round/>
            <a:headEnd type="none" w="med" len="med"/>
            <a:tailEnd type="none" w="med" len="med"/>
          </a:ln>
          <a:effectLst/>
        </p:spPr>
        <p:txBody>
          <a:bodyPr lIns="91440" tIns="9144" rIns="91440" bIns="91440" rtlCol="0" anchor="ctr" anchorCtr="0"/>
          <a:lstStyle/>
          <a:p>
            <a:pPr marL="0" lvl="1" algn="ctr">
              <a:defRPr/>
            </a:pPr>
            <a:r>
              <a:rPr lang="en-US" kern="0">
                <a:solidFill>
                  <a:prstClr val="white"/>
                </a:solidFill>
                <a:latin typeface="KPMG Bold"/>
              </a:rPr>
              <a:t>Key Priorities</a:t>
            </a:r>
          </a:p>
        </p:txBody>
      </p:sp>
    </p:spTree>
    <p:extLst>
      <p:ext uri="{BB962C8B-B14F-4D97-AF65-F5344CB8AC3E}">
        <p14:creationId xmlns:p14="http://schemas.microsoft.com/office/powerpoint/2010/main" val="32933168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71654-8390-39F8-522A-830A8D674B59}"/>
              </a:ext>
            </a:extLst>
          </p:cNvPr>
          <p:cNvSpPr>
            <a:spLocks noGrp="1"/>
          </p:cNvSpPr>
          <p:nvPr>
            <p:ph type="ctrTitle"/>
          </p:nvPr>
        </p:nvSpPr>
        <p:spPr/>
        <p:txBody>
          <a:bodyPr/>
          <a:lstStyle/>
          <a:p>
            <a:r>
              <a:rPr lang="en-US"/>
              <a:t>Appendix</a:t>
            </a:r>
          </a:p>
        </p:txBody>
      </p:sp>
      <p:sp>
        <p:nvSpPr>
          <p:cNvPr id="3" name="Text Placeholder 2">
            <a:extLst>
              <a:ext uri="{FF2B5EF4-FFF2-40B4-BE49-F238E27FC236}">
                <a16:creationId xmlns:a16="http://schemas.microsoft.com/office/drawing/2014/main" id="{AC2C79B5-FBED-1248-E6B8-47A7ACA3A5A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31986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10A91-10E9-7E88-D0AD-854BB88E1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7CAC0E-22A6-B6EE-C764-60A905C20866}"/>
              </a:ext>
            </a:extLst>
          </p:cNvPr>
          <p:cNvSpPr>
            <a:spLocks noGrp="1"/>
          </p:cNvSpPr>
          <p:nvPr>
            <p:ph type="ctrTitle"/>
          </p:nvPr>
        </p:nvSpPr>
        <p:spPr/>
        <p:txBody>
          <a:bodyPr/>
          <a:lstStyle/>
          <a:p>
            <a:r>
              <a:rPr lang="en-US"/>
              <a:t>Resiliency Assessment Samples</a:t>
            </a:r>
          </a:p>
        </p:txBody>
      </p:sp>
    </p:spTree>
    <p:extLst>
      <p:ext uri="{BB962C8B-B14F-4D97-AF65-F5344CB8AC3E}">
        <p14:creationId xmlns:p14="http://schemas.microsoft.com/office/powerpoint/2010/main" val="2461388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5896F-4869-12C7-5F57-8BC59F4F1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C03AB-9B2B-E92B-0C11-EF63957006D5}"/>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KPMG Resilience Framework</a:t>
            </a:r>
          </a:p>
        </p:txBody>
      </p:sp>
      <p:cxnSp>
        <p:nvCxnSpPr>
          <p:cNvPr id="4" name="Straight Connector 3">
            <a:extLst>
              <a:ext uri="{FF2B5EF4-FFF2-40B4-BE49-F238E27FC236}">
                <a16:creationId xmlns:a16="http://schemas.microsoft.com/office/drawing/2014/main" id="{102A5E5D-FAEF-DBE9-0947-5E95F733C5D7}"/>
              </a:ext>
            </a:extLst>
          </p:cNvPr>
          <p:cNvCxnSpPr>
            <a:cxnSpLocks/>
          </p:cNvCxnSpPr>
          <p:nvPr/>
        </p:nvCxnSpPr>
        <p:spPr>
          <a:xfrm>
            <a:off x="-2161" y="4189571"/>
            <a:ext cx="116594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 Placeholder 1">
            <a:extLst>
              <a:ext uri="{FF2B5EF4-FFF2-40B4-BE49-F238E27FC236}">
                <a16:creationId xmlns:a16="http://schemas.microsoft.com/office/drawing/2014/main" id="{73F6E465-97F1-BB78-6568-C0DC1D704937}"/>
              </a:ext>
            </a:extLst>
          </p:cNvPr>
          <p:cNvSpPr txBox="1">
            <a:spLocks noChangeArrowheads="1"/>
          </p:cNvSpPr>
          <p:nvPr/>
        </p:nvSpPr>
        <p:spPr>
          <a:xfrm>
            <a:off x="933688" y="861384"/>
            <a:ext cx="10204704" cy="276999"/>
          </a:xfrm>
          <a:prstGeom prst="rect">
            <a:avLst/>
          </a:prstGeom>
        </p:spPr>
        <p:txBody>
          <a:bodyPr>
            <a:sp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
                <a:srgbClr val="00338D"/>
              </a:buClr>
              <a:buFont typeface="Arial" panose="020B0604020202020204" pitchFamily="34" charset="0"/>
              <a:buChar char="•"/>
              <a:defRPr sz="16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
                <a:srgbClr val="00338D"/>
              </a:buClr>
              <a:buFont typeface="Arial" panose="020B0604020202020204" pitchFamily="34" charset="0"/>
              <a:buChar char="-"/>
              <a:defRPr sz="16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
                <a:srgbClr val="00338D"/>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200"/>
              </a:spcAft>
            </a:pPr>
            <a:r>
              <a:rPr lang="en-US" altLang="en-US" sz="1200" b="0">
                <a:solidFill>
                  <a:schemeClr val="tx1"/>
                </a:solidFill>
              </a:rPr>
              <a:t>KPMGs Resilience framework is derived from multiple ISO, NIST standards and leading practices from ITIL, DRI, DRJ, ISACA and lessons learned.  </a:t>
            </a:r>
          </a:p>
        </p:txBody>
      </p:sp>
      <p:graphicFrame>
        <p:nvGraphicFramePr>
          <p:cNvPr id="7" name="Table 4">
            <a:extLst>
              <a:ext uri="{FF2B5EF4-FFF2-40B4-BE49-F238E27FC236}">
                <a16:creationId xmlns:a16="http://schemas.microsoft.com/office/drawing/2014/main" id="{87A8E990-BD42-CFE7-5CD9-3CB81A238A5E}"/>
              </a:ext>
            </a:extLst>
          </p:cNvPr>
          <p:cNvGraphicFramePr>
            <a:graphicFrameLocks noGrp="1"/>
          </p:cNvGraphicFramePr>
          <p:nvPr/>
        </p:nvGraphicFramePr>
        <p:xfrm>
          <a:off x="1003200" y="1339576"/>
          <a:ext cx="4236765" cy="4533578"/>
        </p:xfrm>
        <a:graphic>
          <a:graphicData uri="http://schemas.openxmlformats.org/drawingml/2006/table">
            <a:tbl>
              <a:tblPr firstRow="1" bandRow="1">
                <a:tableStyleId>{69012ECD-51FC-41F1-AA8D-1B2483CD663E}</a:tableStyleId>
              </a:tblPr>
              <a:tblGrid>
                <a:gridCol w="398931">
                  <a:extLst>
                    <a:ext uri="{9D8B030D-6E8A-4147-A177-3AD203B41FA5}">
                      <a16:colId xmlns:a16="http://schemas.microsoft.com/office/drawing/2014/main" val="4109433262"/>
                    </a:ext>
                  </a:extLst>
                </a:gridCol>
                <a:gridCol w="1369368">
                  <a:extLst>
                    <a:ext uri="{9D8B030D-6E8A-4147-A177-3AD203B41FA5}">
                      <a16:colId xmlns:a16="http://schemas.microsoft.com/office/drawing/2014/main" val="1299411665"/>
                    </a:ext>
                  </a:extLst>
                </a:gridCol>
                <a:gridCol w="2468466">
                  <a:extLst>
                    <a:ext uri="{9D8B030D-6E8A-4147-A177-3AD203B41FA5}">
                      <a16:colId xmlns:a16="http://schemas.microsoft.com/office/drawing/2014/main" val="2451369236"/>
                    </a:ext>
                  </a:extLst>
                </a:gridCol>
              </a:tblGrid>
              <a:tr h="220075">
                <a:tc rowSpan="14">
                  <a:txBody>
                    <a:bodyPr/>
                    <a:lstStyle/>
                    <a:p>
                      <a:pPr algn="ctr"/>
                      <a:r>
                        <a:rPr lang="en-US" sz="900">
                          <a:solidFill>
                            <a:schemeClr val="tx1"/>
                          </a:solidFill>
                        </a:rPr>
                        <a:t>Operating framework</a:t>
                      </a:r>
                    </a:p>
                  </a:txBody>
                  <a:tcPr vert="vert270" anchor="ctr">
                    <a:lnL w="12700" cap="flat" cmpd="sng" algn="ctr">
                      <a:solidFill>
                        <a:schemeClr val="accent1"/>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lumMod val="20000"/>
                        <a:lumOff val="80000"/>
                      </a:schemeClr>
                    </a:solidFill>
                  </a:tcPr>
                </a:tc>
                <a:tc gridSpan="2">
                  <a:txBody>
                    <a:bodyPr/>
                    <a:lstStyle/>
                    <a:p>
                      <a:pPr algn="ctr"/>
                      <a:r>
                        <a:rPr lang="en-US" sz="900">
                          <a:solidFill>
                            <a:schemeClr val="tx1"/>
                          </a:solidFill>
                        </a:rPr>
                        <a:t>KPMG Assessment Focus</a:t>
                      </a:r>
                    </a:p>
                  </a:txBody>
                  <a:tcPr anchor="ctr">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hMerge="1">
                  <a:txBody>
                    <a:bodyPr/>
                    <a:lstStyle/>
                    <a:p>
                      <a:endParaRPr lang="en-US" sz="1000"/>
                    </a:p>
                  </a:txBody>
                  <a:tcPr anchor="ctr">
                    <a:lnL w="12700" cap="flat" cmpd="sng" algn="ctr">
                      <a:solidFill>
                        <a:schemeClr val="accent2"/>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2206895294"/>
                  </a:ext>
                </a:extLst>
              </a:tr>
              <a:tr h="484166">
                <a:tc vMerge="1">
                  <a:txBody>
                    <a:bodyPr/>
                    <a:lstStyle/>
                    <a:p>
                      <a:endParaRPr lang="en-US"/>
                    </a:p>
                  </a:txBody>
                  <a:tcPr/>
                </a:tc>
                <a:tc>
                  <a:txBody>
                    <a:bodyPr/>
                    <a:lstStyle/>
                    <a:p>
                      <a:r>
                        <a:rPr lang="en-US" sz="900" b="1">
                          <a:solidFill>
                            <a:schemeClr val="tx1"/>
                          </a:solidFill>
                        </a:rPr>
                        <a:t>Domain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r>
                        <a:rPr lang="en-US" sz="900" b="1">
                          <a:solidFill>
                            <a:schemeClr val="tx1"/>
                          </a:solidFill>
                        </a:rPr>
                        <a:t>Program Capability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771640616"/>
                  </a:ext>
                </a:extLst>
              </a:tr>
              <a:tr h="352121">
                <a:tc vMerge="1">
                  <a:txBody>
                    <a:bodyPr/>
                    <a:lstStyle/>
                    <a:p>
                      <a:endParaRPr lang="en-US" sz="1400"/>
                    </a:p>
                  </a:txBody>
                  <a:tcPr/>
                </a:tc>
                <a:tc rowSpan="2">
                  <a:txBody>
                    <a:bodyPr/>
                    <a:lstStyle/>
                    <a:p>
                      <a:r>
                        <a:rPr lang="en-US" sz="900">
                          <a:solidFill>
                            <a:schemeClr val="bg1"/>
                          </a:solidFill>
                        </a:rPr>
                        <a:t>Governance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r>
                        <a:rPr lang="en-US" sz="900"/>
                        <a:t>Governance (Policy, Process, Roles, etc.)</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extLst>
                  <a:ext uri="{0D108BD9-81ED-4DB2-BD59-A6C34878D82A}">
                    <a16:rowId xmlns:a16="http://schemas.microsoft.com/office/drawing/2014/main" val="792006021"/>
                  </a:ext>
                </a:extLst>
              </a:tr>
              <a:tr h="220075">
                <a:tc vMerge="1">
                  <a:txBody>
                    <a:bodyPr/>
                    <a:lstStyle/>
                    <a:p>
                      <a:endParaRPr lang="en-US"/>
                    </a:p>
                  </a:txBody>
                  <a:tcPr>
                    <a:lnT w="12700" cap="flat" cmpd="sng" algn="ctr">
                      <a:solidFill>
                        <a:schemeClr val="accent1"/>
                      </a:solidFill>
                      <a:prstDash val="solid"/>
                      <a:round/>
                      <a:headEnd type="none" w="med" len="med"/>
                      <a:tailEnd type="none" w="med" len="med"/>
                    </a:lnT>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Governance</a:t>
                      </a:r>
                    </a:p>
                  </a:txBody>
                  <a:tcPr>
                    <a:lnT w="12700" cap="flat" cmpd="sng" algn="ctr">
                      <a:solidFill>
                        <a:schemeClr val="bg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Strategy and Plan development</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extLst>
                  <a:ext uri="{0D108BD9-81ED-4DB2-BD59-A6C34878D82A}">
                    <a16:rowId xmlns:a16="http://schemas.microsoft.com/office/drawing/2014/main" val="1871172556"/>
                  </a:ext>
                </a:extLst>
              </a:tr>
              <a:tr h="220075">
                <a:tc vMerge="1">
                  <a:txBody>
                    <a:bodyPr/>
                    <a:lstStyle/>
                    <a:p>
                      <a:endParaRPr lang="en-US" sz="1400"/>
                    </a:p>
                  </a:txBody>
                  <a:tcPr/>
                </a:tc>
                <a:tc rowSpan="8">
                  <a:txBody>
                    <a:bodyPr/>
                    <a:lstStyle/>
                    <a:p>
                      <a:r>
                        <a:rPr lang="en-US" sz="900">
                          <a:solidFill>
                            <a:schemeClr val="bg1"/>
                          </a:solidFill>
                        </a:rPr>
                        <a:t>Process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E49E2"/>
                    </a:solidFill>
                  </a:tcPr>
                </a:tc>
                <a:tc>
                  <a:txBody>
                    <a:bodyPr/>
                    <a:lstStyle/>
                    <a:p>
                      <a:r>
                        <a:rPr lang="en-US" sz="900"/>
                        <a:t>Risk assessment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extLst>
                  <a:ext uri="{0D108BD9-81ED-4DB2-BD59-A6C34878D82A}">
                    <a16:rowId xmlns:a16="http://schemas.microsoft.com/office/drawing/2014/main" val="464795796"/>
                  </a:ext>
                </a:extLst>
              </a:tr>
              <a:tr h="327005">
                <a:tc vMerge="1">
                  <a:txBody>
                    <a:bodyPr/>
                    <a:lstStyle/>
                    <a:p>
                      <a:endParaRPr lang="en-US"/>
                    </a:p>
                  </a:txBody>
                  <a:tcPr/>
                </a:tc>
                <a:tc vMerge="1">
                  <a:txBody>
                    <a:bodyPr/>
                    <a:lstStyle/>
                    <a:p>
                      <a:endParaRPr lang="en-US" sz="1400"/>
                    </a:p>
                  </a:txBody>
                  <a:tcPr/>
                </a:tc>
                <a:tc>
                  <a:txBody>
                    <a:bodyPr/>
                    <a:lstStyle/>
                    <a:p>
                      <a:r>
                        <a:rPr lang="en-US" sz="900"/>
                        <a:t>Business impact analysis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extLst>
                  <a:ext uri="{0D108BD9-81ED-4DB2-BD59-A6C34878D82A}">
                    <a16:rowId xmlns:a16="http://schemas.microsoft.com/office/drawing/2014/main" val="1218465881"/>
                  </a:ext>
                </a:extLst>
              </a:tr>
              <a:tr h="324022">
                <a:tc vMerge="1">
                  <a:txBody>
                    <a:bodyPr/>
                    <a:lstStyle/>
                    <a:p>
                      <a:endParaRPr 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Exercising and testing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extLst>
                  <a:ext uri="{0D108BD9-81ED-4DB2-BD59-A6C34878D82A}">
                    <a16:rowId xmlns:a16="http://schemas.microsoft.com/office/drawing/2014/main" val="3728165492"/>
                  </a:ext>
                </a:extLst>
              </a:tr>
              <a:tr h="327005">
                <a:tc vMerge="1">
                  <a:txBody>
                    <a:bodyPr/>
                    <a:lstStyle/>
                    <a:p>
                      <a:endParaRPr lang="en-US"/>
                    </a:p>
                  </a:txBody>
                  <a:tcPr/>
                </a:tc>
                <a:tc vMerge="1">
                  <a:txBody>
                    <a:bodyPr/>
                    <a:lstStyle/>
                    <a:p>
                      <a:endParaRPr lang="en-US" sz="1400"/>
                    </a:p>
                  </a:txBody>
                  <a:tcPr/>
                </a:tc>
                <a:tc>
                  <a:txBody>
                    <a:bodyPr/>
                    <a:lstStyle/>
                    <a:p>
                      <a:r>
                        <a:rPr lang="en-US" sz="900"/>
                        <a:t>Training and awareness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extLst>
                  <a:ext uri="{0D108BD9-81ED-4DB2-BD59-A6C34878D82A}">
                    <a16:rowId xmlns:a16="http://schemas.microsoft.com/office/drawing/2014/main" val="1342194002"/>
                  </a:ext>
                </a:extLst>
              </a:tr>
              <a:tr h="449631">
                <a:tc vMerge="1">
                  <a:txBody>
                    <a:bodyPr/>
                    <a:lstStyle/>
                    <a:p>
                      <a:endParaRPr lang="en-US"/>
                    </a:p>
                  </a:txBody>
                  <a:tcPr/>
                </a:tc>
                <a:tc vMerge="1">
                  <a:txBody>
                    <a:bodyPr/>
                    <a:lstStyle/>
                    <a:p>
                      <a:endParaRPr lang="en-US" sz="1400"/>
                    </a:p>
                  </a:txBody>
                  <a:tcPr/>
                </a:tc>
                <a:tc>
                  <a:txBody>
                    <a:bodyPr/>
                    <a:lstStyle/>
                    <a:p>
                      <a:r>
                        <a:rPr lang="en-US" sz="900"/>
                        <a:t>Continuous improvement (strategy &amp; plan update)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extLst>
                  <a:ext uri="{0D108BD9-81ED-4DB2-BD59-A6C34878D82A}">
                    <a16:rowId xmlns:a16="http://schemas.microsoft.com/office/drawing/2014/main" val="250598679"/>
                  </a:ext>
                </a:extLst>
              </a:tr>
              <a:tr h="220075">
                <a:tc vMerge="1">
                  <a:txBody>
                    <a:bodyPr/>
                    <a:lstStyle/>
                    <a:p>
                      <a:endParaRPr lang="en-US"/>
                    </a:p>
                  </a:txBody>
                  <a:tcPr/>
                </a:tc>
                <a:tc vMerge="1">
                  <a:txBody>
                    <a:bodyPr/>
                    <a:lstStyle/>
                    <a:p>
                      <a:endParaRPr 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Disaster recovery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extLst>
                  <a:ext uri="{0D108BD9-81ED-4DB2-BD59-A6C34878D82A}">
                    <a16:rowId xmlns:a16="http://schemas.microsoft.com/office/drawing/2014/main" val="3915129941"/>
                  </a:ext>
                </a:extLst>
              </a:tr>
              <a:tr h="220075">
                <a:tc vMerge="1">
                  <a:txBody>
                    <a:bodyPr/>
                    <a:lstStyle/>
                    <a:p>
                      <a:endParaRPr lang="en-US"/>
                    </a:p>
                  </a:txBody>
                  <a:tcPr/>
                </a:tc>
                <a:tc vMerge="1">
                  <a:txBody>
                    <a:bodyPr/>
                    <a:lstStyle/>
                    <a:p>
                      <a:endParaRPr 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Crisis management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extLst>
                  <a:ext uri="{0D108BD9-81ED-4DB2-BD59-A6C34878D82A}">
                    <a16:rowId xmlns:a16="http://schemas.microsoft.com/office/drawing/2014/main" val="3469753220"/>
                  </a:ext>
                </a:extLst>
              </a:tr>
              <a:tr h="327005">
                <a:tc vMerge="1">
                  <a:txBody>
                    <a:bodyPr/>
                    <a:lstStyle/>
                    <a:p>
                      <a:endParaRPr lang="en-US"/>
                    </a:p>
                  </a:txBody>
                  <a:tcPr/>
                </a:tc>
                <a:tc vMerge="1">
                  <a:txBody>
                    <a:bodyPr/>
                    <a:lstStyle/>
                    <a:p>
                      <a:endParaRPr lang="en-US" sz="1000"/>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tc>
                  <a:txBody>
                    <a:bodyPr/>
                    <a:lstStyle/>
                    <a:p>
                      <a:r>
                        <a:rPr lang="en-US" sz="900"/>
                        <a:t>Vendor / 3</a:t>
                      </a:r>
                      <a:r>
                        <a:rPr lang="en-US" sz="900" baseline="30000"/>
                        <a:t>rd</a:t>
                      </a:r>
                      <a:r>
                        <a:rPr lang="en-US" sz="900"/>
                        <a:t> party resilience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extLst>
                  <a:ext uri="{0D108BD9-81ED-4DB2-BD59-A6C34878D82A}">
                    <a16:rowId xmlns:a16="http://schemas.microsoft.com/office/drawing/2014/main" val="2597260194"/>
                  </a:ext>
                </a:extLst>
              </a:tr>
              <a:tr h="327005">
                <a:tc vMerge="1">
                  <a:txBody>
                    <a:bodyPr/>
                    <a:lstStyle/>
                    <a:p>
                      <a:endParaRPr lang="en-US" sz="1400"/>
                    </a:p>
                  </a:txBody>
                  <a:tcPr>
                    <a:lnT w="12700" cap="flat" cmpd="sng" algn="ctr">
                      <a:solidFill>
                        <a:schemeClr val="tx2"/>
                      </a:solidFill>
                      <a:prstDash val="solid"/>
                      <a:round/>
                      <a:headEnd type="none" w="med" len="med"/>
                      <a:tailEnd type="none" w="med" len="med"/>
                    </a:lnT>
                  </a:tcPr>
                </a:tc>
                <a:tc>
                  <a:txBody>
                    <a:bodyPr/>
                    <a:lstStyle/>
                    <a:p>
                      <a:r>
                        <a:rPr lang="en-US" sz="900">
                          <a:solidFill>
                            <a:schemeClr val="bg1"/>
                          </a:solidFill>
                        </a:rPr>
                        <a:t>Organization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213EA"/>
                    </a:solidFill>
                  </a:tcPr>
                </a:tc>
                <a:tc>
                  <a:txBody>
                    <a:bodyPr/>
                    <a:lstStyle/>
                    <a:p>
                      <a:r>
                        <a:rPr lang="en-US" sz="900"/>
                        <a:t>Resource acquisition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5E5E5"/>
                    </a:solidFill>
                  </a:tcPr>
                </a:tc>
                <a:extLst>
                  <a:ext uri="{0D108BD9-81ED-4DB2-BD59-A6C34878D82A}">
                    <a16:rowId xmlns:a16="http://schemas.microsoft.com/office/drawing/2014/main" val="2787208888"/>
                  </a:ext>
                </a:extLst>
              </a:tr>
              <a:tr h="472618">
                <a:tc vMerge="1">
                  <a:txBody>
                    <a:bodyPr/>
                    <a:lstStyle/>
                    <a:p>
                      <a:endParaRPr lang="en-US" sz="1400"/>
                    </a:p>
                  </a:txBody>
                  <a:tcPr/>
                </a:tc>
                <a:tc>
                  <a:txBody>
                    <a:bodyPr/>
                    <a:lstStyle/>
                    <a:p>
                      <a:r>
                        <a:rPr lang="en-US" sz="900">
                          <a:solidFill>
                            <a:schemeClr val="bg1"/>
                          </a:solidFill>
                        </a:rPr>
                        <a:t>Technology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rgbClr val="FD349C"/>
                    </a:solidFill>
                  </a:tcPr>
                </a:tc>
                <a:tc>
                  <a:txBody>
                    <a:bodyPr/>
                    <a:lstStyle/>
                    <a:p>
                      <a:r>
                        <a:rPr lang="en-US" sz="900"/>
                        <a:t>Tools (Backup, workflow, documentation…)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rgbClr val="E5E5E5"/>
                    </a:solidFill>
                  </a:tcPr>
                </a:tc>
                <a:extLst>
                  <a:ext uri="{0D108BD9-81ED-4DB2-BD59-A6C34878D82A}">
                    <a16:rowId xmlns:a16="http://schemas.microsoft.com/office/drawing/2014/main" val="4263465935"/>
                  </a:ext>
                </a:extLst>
              </a:tr>
            </a:tbl>
          </a:graphicData>
        </a:graphic>
      </p:graphicFrame>
      <p:grpSp>
        <p:nvGrpSpPr>
          <p:cNvPr id="8" name="Group 7">
            <a:extLst>
              <a:ext uri="{FF2B5EF4-FFF2-40B4-BE49-F238E27FC236}">
                <a16:creationId xmlns:a16="http://schemas.microsoft.com/office/drawing/2014/main" id="{C4275FB4-8B43-E2FD-ED3C-19C0340F9230}"/>
              </a:ext>
            </a:extLst>
          </p:cNvPr>
          <p:cNvGrpSpPr/>
          <p:nvPr/>
        </p:nvGrpSpPr>
        <p:grpSpPr>
          <a:xfrm>
            <a:off x="6546272" y="1339574"/>
            <a:ext cx="4657098" cy="3237880"/>
            <a:chOff x="1542354" y="1313697"/>
            <a:chExt cx="10462504" cy="4185453"/>
          </a:xfrm>
        </p:grpSpPr>
        <p:grpSp>
          <p:nvGrpSpPr>
            <p:cNvPr id="9" name="Group 8">
              <a:extLst>
                <a:ext uri="{FF2B5EF4-FFF2-40B4-BE49-F238E27FC236}">
                  <a16:creationId xmlns:a16="http://schemas.microsoft.com/office/drawing/2014/main" id="{A7A49544-756A-510E-9401-427746D0E9FA}"/>
                </a:ext>
              </a:extLst>
            </p:cNvPr>
            <p:cNvGrpSpPr/>
            <p:nvPr/>
          </p:nvGrpSpPr>
          <p:grpSpPr>
            <a:xfrm>
              <a:off x="1542354" y="1313703"/>
              <a:ext cx="3366682" cy="4004575"/>
              <a:chOff x="1514889" y="1437458"/>
              <a:chExt cx="2987179" cy="3278268"/>
            </a:xfrm>
          </p:grpSpPr>
          <p:sp>
            <p:nvSpPr>
              <p:cNvPr id="23" name="Rectangular Callout 6">
                <a:extLst>
                  <a:ext uri="{FF2B5EF4-FFF2-40B4-BE49-F238E27FC236}">
                    <a16:creationId xmlns:a16="http://schemas.microsoft.com/office/drawing/2014/main" id="{068049D2-E1A2-F2A2-4CAB-B9DE14A630AA}"/>
                  </a:ext>
                </a:extLst>
              </p:cNvPr>
              <p:cNvSpPr/>
              <p:nvPr/>
            </p:nvSpPr>
            <p:spPr>
              <a:xfrm>
                <a:off x="1514889" y="2202142"/>
                <a:ext cx="2987179" cy="457200"/>
              </a:xfrm>
              <a:prstGeom prst="wedgeRectCallout">
                <a:avLst>
                  <a:gd name="adj1" fmla="val -20833"/>
                  <a:gd name="adj2" fmla="val 8900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prstClr val="white"/>
                  </a:solidFill>
                </a:endParaRPr>
              </a:p>
            </p:txBody>
          </p:sp>
          <p:sp>
            <p:nvSpPr>
              <p:cNvPr id="24" name="Rectangle 23">
                <a:extLst>
                  <a:ext uri="{FF2B5EF4-FFF2-40B4-BE49-F238E27FC236}">
                    <a16:creationId xmlns:a16="http://schemas.microsoft.com/office/drawing/2014/main" id="{FC2EB510-F665-18A3-C438-B6242985DA47}"/>
                  </a:ext>
                </a:extLst>
              </p:cNvPr>
              <p:cNvSpPr/>
              <p:nvPr/>
            </p:nvSpPr>
            <p:spPr>
              <a:xfrm>
                <a:off x="1514891" y="2831942"/>
                <a:ext cx="2954690" cy="1883784"/>
              </a:xfrm>
              <a:prstGeom prst="rect">
                <a:avLst/>
              </a:prstGeom>
            </p:spPr>
            <p:txBody>
              <a:bodyPr wrap="square" numCol="1" spcCol="356616">
                <a:spAutoFit/>
              </a:bodyPr>
              <a:lstStyle/>
              <a:p>
                <a:pPr indent="-609585"/>
                <a:r>
                  <a:rPr lang="ms-MY" sz="1000"/>
                  <a:t>This international standard for Business Continuity management specifies requirements to plan, establish, implement, monitor, and continually improve a documented management system to prepare for and recover from disruptive incidents.</a:t>
                </a:r>
              </a:p>
            </p:txBody>
          </p:sp>
          <p:sp>
            <p:nvSpPr>
              <p:cNvPr id="25" name="Rectangle 24">
                <a:extLst>
                  <a:ext uri="{FF2B5EF4-FFF2-40B4-BE49-F238E27FC236}">
                    <a16:creationId xmlns:a16="http://schemas.microsoft.com/office/drawing/2014/main" id="{7AE8CBC5-0120-2C69-CE67-3E1F93EC1C5B}"/>
                  </a:ext>
                </a:extLst>
              </p:cNvPr>
              <p:cNvSpPr/>
              <p:nvPr/>
            </p:nvSpPr>
            <p:spPr>
              <a:xfrm>
                <a:off x="1527336" y="2201279"/>
                <a:ext cx="2956672" cy="454707"/>
              </a:xfrm>
              <a:prstGeom prst="rect">
                <a:avLst/>
              </a:prstGeom>
            </p:spPr>
            <p:txBody>
              <a:bodyPr wrap="square" numCol="1" spcCol="356616">
                <a:spAutoFit/>
              </a:bodyPr>
              <a:lstStyle/>
              <a:p>
                <a:pPr indent="-609585" algn="ctr"/>
                <a:r>
                  <a:rPr lang="ms-MY" sz="1100" b="1">
                    <a:solidFill>
                      <a:prstClr val="white"/>
                    </a:solidFill>
                    <a:ea typeface="Open Sans Light" pitchFamily="34" charset="0"/>
                    <a:cs typeface="Open Sans Light" pitchFamily="34" charset="0"/>
                  </a:rPr>
                  <a:t>Example </a:t>
                </a:r>
              </a:p>
              <a:p>
                <a:pPr indent="-609585" algn="ctr"/>
                <a:r>
                  <a:rPr lang="ms-MY" sz="1100" b="1">
                    <a:solidFill>
                      <a:prstClr val="white"/>
                    </a:solidFill>
                    <a:ea typeface="Open Sans Light" pitchFamily="34" charset="0"/>
                    <a:cs typeface="Open Sans Light" pitchFamily="34" charset="0"/>
                  </a:rPr>
                  <a:t>ISO 22301</a:t>
                </a:r>
              </a:p>
            </p:txBody>
          </p:sp>
          <p:sp>
            <p:nvSpPr>
              <p:cNvPr id="26" name="Rectangle 25">
                <a:extLst>
                  <a:ext uri="{FF2B5EF4-FFF2-40B4-BE49-F238E27FC236}">
                    <a16:creationId xmlns:a16="http://schemas.microsoft.com/office/drawing/2014/main" id="{5895BAC9-847F-1B9C-F5C7-B2735D184101}"/>
                  </a:ext>
                </a:extLst>
              </p:cNvPr>
              <p:cNvSpPr/>
              <p:nvPr/>
            </p:nvSpPr>
            <p:spPr>
              <a:xfrm>
                <a:off x="1514890" y="1437458"/>
                <a:ext cx="2987178" cy="7007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prstClr val="white"/>
                    </a:solidFill>
                  </a:rPr>
                  <a:t>Business Continuity</a:t>
                </a:r>
              </a:p>
            </p:txBody>
          </p:sp>
        </p:grpSp>
        <p:grpSp>
          <p:nvGrpSpPr>
            <p:cNvPr id="10" name="Group 9">
              <a:extLst>
                <a:ext uri="{FF2B5EF4-FFF2-40B4-BE49-F238E27FC236}">
                  <a16:creationId xmlns:a16="http://schemas.microsoft.com/office/drawing/2014/main" id="{FB7740E0-F7C4-B370-D4EA-53D141D7AF45}"/>
                </a:ext>
              </a:extLst>
            </p:cNvPr>
            <p:cNvGrpSpPr/>
            <p:nvPr/>
          </p:nvGrpSpPr>
          <p:grpSpPr>
            <a:xfrm>
              <a:off x="8630045" y="1313701"/>
              <a:ext cx="3374813" cy="3972329"/>
              <a:chOff x="7694495" y="1436283"/>
              <a:chExt cx="2997146" cy="3251870"/>
            </a:xfrm>
          </p:grpSpPr>
          <p:sp>
            <p:nvSpPr>
              <p:cNvPr id="19" name="Rectangular Callout 4">
                <a:extLst>
                  <a:ext uri="{FF2B5EF4-FFF2-40B4-BE49-F238E27FC236}">
                    <a16:creationId xmlns:a16="http://schemas.microsoft.com/office/drawing/2014/main" id="{78F46D4F-837B-AFA9-46FB-E8EA2F1EFAC1}"/>
                  </a:ext>
                </a:extLst>
              </p:cNvPr>
              <p:cNvSpPr/>
              <p:nvPr/>
            </p:nvSpPr>
            <p:spPr>
              <a:xfrm>
                <a:off x="7701687" y="2200967"/>
                <a:ext cx="2989954" cy="457200"/>
              </a:xfrm>
              <a:prstGeom prst="wedgeRectCallout">
                <a:avLst>
                  <a:gd name="adj1" fmla="val -20833"/>
                  <a:gd name="adj2" fmla="val 8900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prstClr val="white"/>
                  </a:solidFill>
                </a:endParaRPr>
              </a:p>
            </p:txBody>
          </p:sp>
          <p:sp>
            <p:nvSpPr>
              <p:cNvPr id="20" name="Rectangle 19">
                <a:extLst>
                  <a:ext uri="{FF2B5EF4-FFF2-40B4-BE49-F238E27FC236}">
                    <a16:creationId xmlns:a16="http://schemas.microsoft.com/office/drawing/2014/main" id="{48428D8E-DB46-AF6A-A06E-B56FFB296377}"/>
                  </a:ext>
                </a:extLst>
              </p:cNvPr>
              <p:cNvSpPr/>
              <p:nvPr/>
            </p:nvSpPr>
            <p:spPr>
              <a:xfrm>
                <a:off x="7701674" y="2804368"/>
                <a:ext cx="2981658" cy="1883785"/>
              </a:xfrm>
              <a:prstGeom prst="rect">
                <a:avLst/>
              </a:prstGeom>
            </p:spPr>
            <p:txBody>
              <a:bodyPr wrap="square" numCol="1" spcCol="356616">
                <a:spAutoFit/>
              </a:bodyPr>
              <a:lstStyle/>
              <a:p>
                <a:pPr algn="l"/>
                <a:r>
                  <a:rPr lang="en-US" sz="1000"/>
                  <a:t>This international standard provides guidance on crisis management programs plan, establish, maintain, review and continually improve a strategic crisis management capability. This guidance can help any organization to identify and manage a crisis.</a:t>
                </a:r>
                <a:endParaRPr lang="en-US" sz="1000" b="0" i="0">
                  <a:solidFill>
                    <a:srgbClr val="333333"/>
                  </a:solidFill>
                  <a:effectLst/>
                </a:endParaRPr>
              </a:p>
            </p:txBody>
          </p:sp>
          <p:sp>
            <p:nvSpPr>
              <p:cNvPr id="21" name="Rectangle 20">
                <a:extLst>
                  <a:ext uri="{FF2B5EF4-FFF2-40B4-BE49-F238E27FC236}">
                    <a16:creationId xmlns:a16="http://schemas.microsoft.com/office/drawing/2014/main" id="{6B22A504-79D4-B0EE-8179-394B310B108C}"/>
                  </a:ext>
                </a:extLst>
              </p:cNvPr>
              <p:cNvSpPr/>
              <p:nvPr/>
            </p:nvSpPr>
            <p:spPr>
              <a:xfrm>
                <a:off x="7706438" y="2192232"/>
                <a:ext cx="2959397" cy="454706"/>
              </a:xfrm>
              <a:prstGeom prst="rect">
                <a:avLst/>
              </a:prstGeom>
            </p:spPr>
            <p:txBody>
              <a:bodyPr wrap="square" numCol="1" spcCol="356616">
                <a:spAutoFit/>
              </a:bodyPr>
              <a:lstStyle/>
              <a:p>
                <a:pPr indent="-609585" algn="ctr"/>
                <a:r>
                  <a:rPr lang="ms-MY" sz="1100" b="1">
                    <a:solidFill>
                      <a:prstClr val="white"/>
                    </a:solidFill>
                    <a:ea typeface="Open Sans Light" pitchFamily="34" charset="0"/>
                    <a:cs typeface="Open Sans Light" pitchFamily="34" charset="0"/>
                  </a:rPr>
                  <a:t>Example</a:t>
                </a:r>
              </a:p>
              <a:p>
                <a:pPr indent="-609585" algn="ctr"/>
                <a:r>
                  <a:rPr lang="ms-MY" sz="1100" b="1">
                    <a:solidFill>
                      <a:prstClr val="white"/>
                    </a:solidFill>
                    <a:ea typeface="Open Sans Light" pitchFamily="34" charset="0"/>
                    <a:cs typeface="Open Sans Light" pitchFamily="34" charset="0"/>
                  </a:rPr>
                  <a:t>ISO 22361</a:t>
                </a:r>
              </a:p>
            </p:txBody>
          </p:sp>
          <p:sp>
            <p:nvSpPr>
              <p:cNvPr id="22" name="Rectangle 21">
                <a:extLst>
                  <a:ext uri="{FF2B5EF4-FFF2-40B4-BE49-F238E27FC236}">
                    <a16:creationId xmlns:a16="http://schemas.microsoft.com/office/drawing/2014/main" id="{630D999A-AC95-812F-8AF3-E466F1734EB3}"/>
                  </a:ext>
                </a:extLst>
              </p:cNvPr>
              <p:cNvSpPr/>
              <p:nvPr/>
            </p:nvSpPr>
            <p:spPr>
              <a:xfrm>
                <a:off x="7694495" y="1436283"/>
                <a:ext cx="2989947" cy="7007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prstClr val="white"/>
                    </a:solidFill>
                  </a:rPr>
                  <a:t>Crisis Management</a:t>
                </a:r>
              </a:p>
            </p:txBody>
          </p:sp>
        </p:grpSp>
        <p:grpSp>
          <p:nvGrpSpPr>
            <p:cNvPr id="11" name="Group 10">
              <a:extLst>
                <a:ext uri="{FF2B5EF4-FFF2-40B4-BE49-F238E27FC236}">
                  <a16:creationId xmlns:a16="http://schemas.microsoft.com/office/drawing/2014/main" id="{DC9E699D-3A8A-9DF6-35B5-26A005A9C79E}"/>
                </a:ext>
              </a:extLst>
            </p:cNvPr>
            <p:cNvGrpSpPr/>
            <p:nvPr/>
          </p:nvGrpSpPr>
          <p:grpSpPr>
            <a:xfrm>
              <a:off x="8093329" y="2365815"/>
              <a:ext cx="1887638" cy="946004"/>
              <a:chOff x="7097139" y="2298348"/>
              <a:chExt cx="1676400" cy="774425"/>
            </a:xfrm>
          </p:grpSpPr>
          <p:sp>
            <p:nvSpPr>
              <p:cNvPr id="17" name="Rectangle 16">
                <a:extLst>
                  <a:ext uri="{FF2B5EF4-FFF2-40B4-BE49-F238E27FC236}">
                    <a16:creationId xmlns:a16="http://schemas.microsoft.com/office/drawing/2014/main" id="{523A306F-9E7F-A63B-391B-218EB8BEDBC8}"/>
                  </a:ext>
                </a:extLst>
              </p:cNvPr>
              <p:cNvSpPr/>
              <p:nvPr/>
            </p:nvSpPr>
            <p:spPr>
              <a:xfrm>
                <a:off x="7097139" y="2876968"/>
                <a:ext cx="1676400" cy="195805"/>
              </a:xfrm>
              <a:prstGeom prst="rect">
                <a:avLst/>
              </a:prstGeom>
            </p:spPr>
            <p:txBody>
              <a:bodyPr wrap="square" numCol="1" spcCol="356616">
                <a:spAutoFit/>
              </a:bodyPr>
              <a:lstStyle/>
              <a:p>
                <a:pPr algn="l"/>
                <a:endParaRPr lang="en-US" sz="800" b="0" i="0">
                  <a:solidFill>
                    <a:srgbClr val="333333"/>
                  </a:solidFill>
                  <a:effectLst/>
                </a:endParaRPr>
              </a:p>
            </p:txBody>
          </p:sp>
          <p:sp>
            <p:nvSpPr>
              <p:cNvPr id="18" name="Rectangle 17">
                <a:extLst>
                  <a:ext uri="{FF2B5EF4-FFF2-40B4-BE49-F238E27FC236}">
                    <a16:creationId xmlns:a16="http://schemas.microsoft.com/office/drawing/2014/main" id="{041F5D94-69E9-BB27-C872-FA1970C7FC55}"/>
                  </a:ext>
                </a:extLst>
              </p:cNvPr>
              <p:cNvSpPr/>
              <p:nvPr/>
            </p:nvSpPr>
            <p:spPr>
              <a:xfrm>
                <a:off x="7391400" y="2298348"/>
                <a:ext cx="1066800" cy="237763"/>
              </a:xfrm>
              <a:prstGeom prst="rect">
                <a:avLst/>
              </a:prstGeom>
            </p:spPr>
            <p:txBody>
              <a:bodyPr wrap="square" numCol="1" spcCol="356616">
                <a:spAutoFit/>
              </a:bodyPr>
              <a:lstStyle/>
              <a:p>
                <a:pPr indent="-609585" algn="ctr"/>
                <a:endParaRPr lang="ms-MY" sz="1100" b="1">
                  <a:solidFill>
                    <a:prstClr val="white"/>
                  </a:solidFill>
                  <a:ea typeface="Open Sans Light" pitchFamily="34" charset="0"/>
                  <a:cs typeface="Open Sans Light" pitchFamily="34" charset="0"/>
                </a:endParaRPr>
              </a:p>
            </p:txBody>
          </p:sp>
        </p:grpSp>
        <p:grpSp>
          <p:nvGrpSpPr>
            <p:cNvPr id="12" name="Group 11">
              <a:extLst>
                <a:ext uri="{FF2B5EF4-FFF2-40B4-BE49-F238E27FC236}">
                  <a16:creationId xmlns:a16="http://schemas.microsoft.com/office/drawing/2014/main" id="{59369DC6-530D-628D-DD4D-A17B61670D69}"/>
                </a:ext>
              </a:extLst>
            </p:cNvPr>
            <p:cNvGrpSpPr/>
            <p:nvPr/>
          </p:nvGrpSpPr>
          <p:grpSpPr>
            <a:xfrm>
              <a:off x="5055155" y="1313697"/>
              <a:ext cx="3414831" cy="4185453"/>
              <a:chOff x="4575709" y="1435038"/>
              <a:chExt cx="3032694" cy="3426340"/>
            </a:xfrm>
          </p:grpSpPr>
          <p:sp>
            <p:nvSpPr>
              <p:cNvPr id="13" name="Rectangular Callout 7">
                <a:extLst>
                  <a:ext uri="{FF2B5EF4-FFF2-40B4-BE49-F238E27FC236}">
                    <a16:creationId xmlns:a16="http://schemas.microsoft.com/office/drawing/2014/main" id="{7228223A-FCE7-3A4F-57B1-558862E12877}"/>
                  </a:ext>
                </a:extLst>
              </p:cNvPr>
              <p:cNvSpPr/>
              <p:nvPr/>
            </p:nvSpPr>
            <p:spPr>
              <a:xfrm rot="10800000" flipH="1" flipV="1">
                <a:off x="4618459" y="2199726"/>
                <a:ext cx="2989944" cy="457200"/>
              </a:xfrm>
              <a:prstGeom prst="wedgeRectCallout">
                <a:avLst>
                  <a:gd name="adj1" fmla="val -20007"/>
                  <a:gd name="adj2" fmla="val 9175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prstClr val="white"/>
                  </a:solidFill>
                </a:endParaRPr>
              </a:p>
            </p:txBody>
          </p:sp>
          <p:sp>
            <p:nvSpPr>
              <p:cNvPr id="14" name="Rectangle 13">
                <a:extLst>
                  <a:ext uri="{FF2B5EF4-FFF2-40B4-BE49-F238E27FC236}">
                    <a16:creationId xmlns:a16="http://schemas.microsoft.com/office/drawing/2014/main" id="{32B34675-094C-539B-6275-AF33AC886806}"/>
                  </a:ext>
                </a:extLst>
              </p:cNvPr>
              <p:cNvSpPr/>
              <p:nvPr/>
            </p:nvSpPr>
            <p:spPr>
              <a:xfrm>
                <a:off x="4630915" y="2815197"/>
                <a:ext cx="2971520" cy="2046181"/>
              </a:xfrm>
              <a:prstGeom prst="rect">
                <a:avLst/>
              </a:prstGeom>
            </p:spPr>
            <p:txBody>
              <a:bodyPr wrap="square" numCol="1" spcCol="356616">
                <a:spAutoFit/>
              </a:bodyPr>
              <a:lstStyle/>
              <a:p>
                <a:pPr algn="l"/>
                <a:r>
                  <a:rPr lang="en-US" sz="1000"/>
                  <a:t>This international standard specifies how DR programs should plan, implement, and maintain disaster recovery systems. The purpose of ISO 27031 is to help organizations ensure that their Business and Technology Resilience plans are able to deal with any type of disaster.</a:t>
                </a:r>
                <a:endParaRPr lang="ms-MY" sz="1000">
                  <a:solidFill>
                    <a:prstClr val="white">
                      <a:lumMod val="50000"/>
                    </a:prstClr>
                  </a:solidFill>
                  <a:ea typeface="Open Sans Light" pitchFamily="34" charset="0"/>
                  <a:cs typeface="Open Sans Light" pitchFamily="34" charset="0"/>
                </a:endParaRPr>
              </a:p>
            </p:txBody>
          </p:sp>
          <p:sp>
            <p:nvSpPr>
              <p:cNvPr id="15" name="Rectangle 14">
                <a:extLst>
                  <a:ext uri="{FF2B5EF4-FFF2-40B4-BE49-F238E27FC236}">
                    <a16:creationId xmlns:a16="http://schemas.microsoft.com/office/drawing/2014/main" id="{D17880C2-AD63-DC26-FEA6-75E5F1B4DB74}"/>
                  </a:ext>
                </a:extLst>
              </p:cNvPr>
              <p:cNvSpPr/>
              <p:nvPr/>
            </p:nvSpPr>
            <p:spPr>
              <a:xfrm>
                <a:off x="4575709" y="2198859"/>
                <a:ext cx="2959403" cy="454707"/>
              </a:xfrm>
              <a:prstGeom prst="rect">
                <a:avLst/>
              </a:prstGeom>
            </p:spPr>
            <p:txBody>
              <a:bodyPr wrap="square" numCol="1" spcCol="356616">
                <a:spAutoFit/>
              </a:bodyPr>
              <a:lstStyle/>
              <a:p>
                <a:pPr indent="-609585" algn="ctr"/>
                <a:r>
                  <a:rPr lang="ms-MY" sz="1100" b="1">
                    <a:solidFill>
                      <a:prstClr val="white"/>
                    </a:solidFill>
                    <a:ea typeface="Open Sans Light" pitchFamily="34" charset="0"/>
                    <a:cs typeface="Open Sans Light" pitchFamily="34" charset="0"/>
                  </a:rPr>
                  <a:t>Example </a:t>
                </a:r>
              </a:p>
              <a:p>
                <a:pPr indent="-609585" algn="ctr"/>
                <a:r>
                  <a:rPr lang="ms-MY" sz="1100" b="1">
                    <a:solidFill>
                      <a:prstClr val="white"/>
                    </a:solidFill>
                    <a:ea typeface="Open Sans Light" pitchFamily="34" charset="0"/>
                    <a:cs typeface="Open Sans Light" pitchFamily="34" charset="0"/>
                  </a:rPr>
                  <a:t>ISO 27031</a:t>
                </a:r>
              </a:p>
            </p:txBody>
          </p:sp>
          <p:sp>
            <p:nvSpPr>
              <p:cNvPr id="16" name="Rectangle 15">
                <a:extLst>
                  <a:ext uri="{FF2B5EF4-FFF2-40B4-BE49-F238E27FC236}">
                    <a16:creationId xmlns:a16="http://schemas.microsoft.com/office/drawing/2014/main" id="{03BAF1AB-6247-E4B1-E5A0-AEB5716D45A3}"/>
                  </a:ext>
                </a:extLst>
              </p:cNvPr>
              <p:cNvSpPr/>
              <p:nvPr/>
            </p:nvSpPr>
            <p:spPr>
              <a:xfrm>
                <a:off x="4612483" y="1435038"/>
                <a:ext cx="2989953" cy="7007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prstClr val="white"/>
                    </a:solidFill>
                  </a:rPr>
                  <a:t>IT Disaster Recovery</a:t>
                </a:r>
              </a:p>
            </p:txBody>
          </p:sp>
        </p:grpSp>
      </p:grpSp>
      <p:sp>
        <p:nvSpPr>
          <p:cNvPr id="27" name="Text Placeholder 3">
            <a:extLst>
              <a:ext uri="{FF2B5EF4-FFF2-40B4-BE49-F238E27FC236}">
                <a16:creationId xmlns:a16="http://schemas.microsoft.com/office/drawing/2014/main" id="{0F315101-B006-8B0B-37C4-8405C955F260}"/>
              </a:ext>
            </a:extLst>
          </p:cNvPr>
          <p:cNvSpPr txBox="1">
            <a:spLocks/>
          </p:cNvSpPr>
          <p:nvPr/>
        </p:nvSpPr>
        <p:spPr>
          <a:xfrm>
            <a:off x="6629400" y="4942624"/>
            <a:ext cx="4570412" cy="812608"/>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lang="en-US" sz="1000" b="1" kern="1200" dirty="0" smtClean="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lang="en-US" sz="1000" kern="1200" dirty="0" smtClean="0">
                <a:solidFill>
                  <a:schemeClr val="tx2"/>
                </a:solidFill>
                <a:latin typeface="+mn-lt"/>
                <a:ea typeface="+mn-ea"/>
                <a:cs typeface="+mn-cs"/>
              </a:defRPr>
            </a:lvl2pPr>
            <a:lvl3pPr marL="219456" indent="-219456" algn="l" defTabSz="914400" rtl="0" eaLnBrk="1" latinLnBrk="0" hangingPunct="1">
              <a:lnSpc>
                <a:spcPct val="100000"/>
              </a:lnSpc>
              <a:spcBef>
                <a:spcPts val="0"/>
              </a:spcBef>
              <a:spcAft>
                <a:spcPts val="600"/>
              </a:spcAft>
              <a:buClr>
                <a:schemeClr val="tx2"/>
              </a:buClr>
              <a:buFont typeface="Arial" panose="020B0604020202020204" pitchFamily="34" charset="0"/>
              <a:buChar char="—"/>
              <a:defRPr lang="en-US" sz="1000" kern="1200" dirty="0" smtClean="0">
                <a:solidFill>
                  <a:schemeClr val="tx2"/>
                </a:solidFill>
                <a:latin typeface="+mn-lt"/>
                <a:ea typeface="+mn-ea"/>
                <a:cs typeface="+mn-cs"/>
              </a:defRPr>
            </a:lvl3pPr>
            <a:lvl4pPr marL="356616" indent="-146304" algn="l" defTabSz="914400" rtl="0" eaLnBrk="1" latinLnBrk="0" hangingPunct="1">
              <a:lnSpc>
                <a:spcPct val="100000"/>
              </a:lnSpc>
              <a:spcBef>
                <a:spcPts val="0"/>
              </a:spcBef>
              <a:spcAft>
                <a:spcPts val="600"/>
              </a:spcAft>
              <a:buClr>
                <a:schemeClr val="tx2"/>
              </a:buClr>
              <a:buFont typeface="Arial" panose="020B0604020202020204" pitchFamily="34" charset="0"/>
              <a:buChar char="-"/>
              <a:defRPr lang="en-US" sz="1000" kern="1200" dirty="0" smtClean="0">
                <a:solidFill>
                  <a:schemeClr val="tx2"/>
                </a:solidFill>
                <a:latin typeface="+mn-lt"/>
                <a:ea typeface="+mn-ea"/>
                <a:cs typeface="+mn-cs"/>
              </a:defRPr>
            </a:lvl4pPr>
            <a:lvl5pPr marL="576072" indent="-219456" algn="l" defTabSz="914400" rtl="0" eaLnBrk="1" latinLnBrk="0" hangingPunct="1">
              <a:lnSpc>
                <a:spcPct val="100000"/>
              </a:lnSpc>
              <a:spcBef>
                <a:spcPts val="0"/>
              </a:spcBef>
              <a:spcAft>
                <a:spcPts val="600"/>
              </a:spcAft>
              <a:buClr>
                <a:schemeClr val="tx2"/>
              </a:buClr>
              <a:buFont typeface="Arial" panose="020B0604020202020204" pitchFamily="34" charset="0"/>
              <a:buChar char="—"/>
              <a:defRPr lang="en-US" sz="1000" kern="1200" baseline="0" dirty="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solidFill>
                  <a:schemeClr val="tx1"/>
                </a:solidFill>
                <a:latin typeface="Arial" panose="020B0604020202020204" pitchFamily="34" charset="0"/>
                <a:cs typeface="Arial" panose="020B0604020202020204" pitchFamily="34" charset="0"/>
              </a:rPr>
              <a:t>KPMG has developed expertise in ISO standards and has multiple subject experts that will be leveraged throughout this assessment. We will be using the above ISO standards as part of our consolidated framework for conducting the baseline, partial, and full assessments at NM. KPMG has ample experience in delivering business resilience assessments across various industries and organizations utilizing proprietary tools as accelerators for efficiency</a:t>
            </a:r>
            <a:r>
              <a:rPr lang="en-US" b="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6176161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D3AA0-742B-B578-B636-48DD10CC5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94C42-19F7-6892-20F3-4F8F0BD8AD9A}"/>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App and technology resilience assessment approach</a:t>
            </a:r>
          </a:p>
        </p:txBody>
      </p:sp>
      <p:sp>
        <p:nvSpPr>
          <p:cNvPr id="3" name="Rectangle: Rounded Corners 6">
            <a:extLst>
              <a:ext uri="{FF2B5EF4-FFF2-40B4-BE49-F238E27FC236}">
                <a16:creationId xmlns:a16="http://schemas.microsoft.com/office/drawing/2014/main" id="{A8F204FF-69E1-B329-E08C-79EB2FA34D7F}"/>
              </a:ext>
            </a:extLst>
          </p:cNvPr>
          <p:cNvSpPr/>
          <p:nvPr/>
        </p:nvSpPr>
        <p:spPr>
          <a:xfrm>
            <a:off x="3370100" y="2460850"/>
            <a:ext cx="2286000" cy="268194"/>
          </a:xfrm>
          <a:prstGeom prst="roundRect">
            <a:avLst>
              <a:gd name="adj" fmla="val 50000"/>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prstClr val="white"/>
                </a:solidFill>
                <a:effectLst>
                  <a:outerShdw blurRad="38100" dist="38100" dir="2700000" algn="tl">
                    <a:srgbClr val="000000">
                      <a:alpha val="43137"/>
                    </a:srgbClr>
                  </a:outerShdw>
                </a:effectLst>
              </a:rPr>
              <a:t>Application Inventory</a:t>
            </a:r>
            <a:endPar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ea typeface="+mn-ea"/>
              <a:cs typeface="+mn-cs"/>
            </a:endParaRPr>
          </a:p>
        </p:txBody>
      </p:sp>
      <p:sp>
        <p:nvSpPr>
          <p:cNvPr id="5" name="TextBox 4">
            <a:extLst>
              <a:ext uri="{FF2B5EF4-FFF2-40B4-BE49-F238E27FC236}">
                <a16:creationId xmlns:a16="http://schemas.microsoft.com/office/drawing/2014/main" id="{301AF4EE-C864-A240-B056-ECDB93E329CA}"/>
              </a:ext>
            </a:extLst>
          </p:cNvPr>
          <p:cNvSpPr txBox="1"/>
          <p:nvPr/>
        </p:nvSpPr>
        <p:spPr>
          <a:xfrm>
            <a:off x="6023863" y="3743721"/>
            <a:ext cx="212034" cy="155559"/>
          </a:xfrm>
          <a:prstGeom prst="rect">
            <a:avLst/>
          </a:prstGeom>
          <a:noFill/>
        </p:spPr>
        <p:txBody>
          <a:bodyPr wrap="square" lIns="54610" tIns="54610" rIns="54610" bIns="5461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0" i="0" u="none" strike="noStrike" kern="1200" cap="none" spc="0" normalizeH="0" baseline="0" noProof="0">
              <a:ln>
                <a:noFill/>
              </a:ln>
              <a:solidFill>
                <a:srgbClr val="000000"/>
              </a:solidFill>
              <a:effectLst/>
              <a:uLnTx/>
              <a:uFillTx/>
              <a:ea typeface="+mn-ea"/>
              <a:cs typeface="+mn-cs"/>
            </a:endParaRPr>
          </a:p>
        </p:txBody>
      </p:sp>
      <p:grpSp>
        <p:nvGrpSpPr>
          <p:cNvPr id="28" name="Group 27">
            <a:extLst>
              <a:ext uri="{FF2B5EF4-FFF2-40B4-BE49-F238E27FC236}">
                <a16:creationId xmlns:a16="http://schemas.microsoft.com/office/drawing/2014/main" id="{6765A950-A625-77C5-DECF-02FDE54392E8}"/>
              </a:ext>
            </a:extLst>
          </p:cNvPr>
          <p:cNvGrpSpPr/>
          <p:nvPr/>
        </p:nvGrpSpPr>
        <p:grpSpPr>
          <a:xfrm>
            <a:off x="1024255" y="1280887"/>
            <a:ext cx="10348309" cy="780867"/>
            <a:chOff x="560573" y="1498424"/>
            <a:chExt cx="7825921" cy="780867"/>
          </a:xfrm>
        </p:grpSpPr>
        <p:grpSp>
          <p:nvGrpSpPr>
            <p:cNvPr id="29" name="Group 28">
              <a:extLst>
                <a:ext uri="{FF2B5EF4-FFF2-40B4-BE49-F238E27FC236}">
                  <a16:creationId xmlns:a16="http://schemas.microsoft.com/office/drawing/2014/main" id="{ED956208-29D9-714C-B8AD-1F397ECC23C4}"/>
                </a:ext>
              </a:extLst>
            </p:cNvPr>
            <p:cNvGrpSpPr/>
            <p:nvPr/>
          </p:nvGrpSpPr>
          <p:grpSpPr>
            <a:xfrm>
              <a:off x="560573" y="1498424"/>
              <a:ext cx="1434109" cy="780867"/>
              <a:chOff x="3906333" y="2265948"/>
              <a:chExt cx="2083199" cy="1134294"/>
            </a:xfrm>
          </p:grpSpPr>
          <p:grpSp>
            <p:nvGrpSpPr>
              <p:cNvPr id="50" name="Group 225">
                <a:extLst>
                  <a:ext uri="{FF2B5EF4-FFF2-40B4-BE49-F238E27FC236}">
                    <a16:creationId xmlns:a16="http://schemas.microsoft.com/office/drawing/2014/main" id="{1D52F135-4243-E9AC-A9D2-4041653B5392}"/>
                  </a:ext>
                </a:extLst>
              </p:cNvPr>
              <p:cNvGrpSpPr/>
              <p:nvPr/>
            </p:nvGrpSpPr>
            <p:grpSpPr>
              <a:xfrm>
                <a:off x="3906333" y="2406664"/>
                <a:ext cx="1958245" cy="993578"/>
                <a:chOff x="864537" y="1822859"/>
                <a:chExt cx="971309" cy="971307"/>
              </a:xfrm>
            </p:grpSpPr>
            <p:sp>
              <p:nvSpPr>
                <p:cNvPr id="52" name="Oval 228">
                  <a:hlinkClick r:id="" action="ppaction://noaction"/>
                  <a:extLst>
                    <a:ext uri="{FF2B5EF4-FFF2-40B4-BE49-F238E27FC236}">
                      <a16:creationId xmlns:a16="http://schemas.microsoft.com/office/drawing/2014/main" id="{DC7FE127-DDC3-610B-EF81-42CCABCFAA98}"/>
                    </a:ext>
                  </a:extLst>
                </p:cNvPr>
                <p:cNvSpPr/>
                <p:nvPr/>
              </p:nvSpPr>
              <p:spPr>
                <a:xfrm>
                  <a:off x="932451" y="1890773"/>
                  <a:ext cx="835480" cy="83547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000000"/>
                      </a:solidFill>
                    </a:rPr>
                    <a:t>Planning &amp; Pre-Requisites</a:t>
                  </a:r>
                  <a:endParaRPr kumimoji="0" lang="en-US" sz="1000" b="1" i="0" u="none" strike="noStrike" kern="1200" cap="none" spc="0" normalizeH="0" baseline="0" noProof="0">
                    <a:ln>
                      <a:noFill/>
                    </a:ln>
                    <a:solidFill>
                      <a:srgbClr val="000000"/>
                    </a:solidFill>
                    <a:effectLst/>
                    <a:uLnTx/>
                    <a:uFillTx/>
                    <a:ea typeface="+mn-ea"/>
                    <a:cs typeface="+mn-cs"/>
                  </a:endParaRPr>
                </a:p>
              </p:txBody>
            </p:sp>
            <p:sp>
              <p:nvSpPr>
                <p:cNvPr id="53" name="Oval 229">
                  <a:extLst>
                    <a:ext uri="{FF2B5EF4-FFF2-40B4-BE49-F238E27FC236}">
                      <a16:creationId xmlns:a16="http://schemas.microsoft.com/office/drawing/2014/main" id="{71321C56-D3BE-61C9-7EC8-32557D8BD5F8}"/>
                    </a:ext>
                  </a:extLst>
                </p:cNvPr>
                <p:cNvSpPr/>
                <p:nvPr/>
              </p:nvSpPr>
              <p:spPr>
                <a:xfrm>
                  <a:off x="864537" y="1822859"/>
                  <a:ext cx="971309" cy="971307"/>
                </a:xfrm>
                <a:prstGeom prst="rect">
                  <a:avLst/>
                </a:prstGeom>
                <a:noFill/>
                <a:ln w="19050">
                  <a:solidFill>
                    <a:srgbClr val="00338D"/>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ea typeface="+mn-ea"/>
                    <a:cs typeface="+mn-cs"/>
                  </a:endParaRPr>
                </a:p>
              </p:txBody>
            </p:sp>
          </p:grpSp>
          <p:sp>
            <p:nvSpPr>
              <p:cNvPr id="51" name="Oval 50">
                <a:hlinkClick r:id="" action="ppaction://noaction"/>
                <a:extLst>
                  <a:ext uri="{FF2B5EF4-FFF2-40B4-BE49-F238E27FC236}">
                    <a16:creationId xmlns:a16="http://schemas.microsoft.com/office/drawing/2014/main" id="{EAB1E34C-374B-C342-E25E-87C6A6F7C0A6}"/>
                  </a:ext>
                </a:extLst>
              </p:cNvPr>
              <p:cNvSpPr/>
              <p:nvPr/>
            </p:nvSpPr>
            <p:spPr>
              <a:xfrm>
                <a:off x="5584797" y="2265948"/>
                <a:ext cx="404735" cy="404735"/>
              </a:xfrm>
              <a:prstGeom prst="ellipse">
                <a:avLst/>
              </a:prstGeom>
              <a:solidFill>
                <a:srgbClr val="00338D"/>
              </a:solidFill>
              <a:ln w="28575">
                <a:solidFill>
                  <a:srgbClr val="0F1D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prstClr val="white"/>
                    </a:solidFill>
                    <a:effectLst/>
                    <a:uLnTx/>
                    <a:uFillTx/>
                    <a:ea typeface="+mn-ea"/>
                    <a:cs typeface="+mn-cs"/>
                  </a:rPr>
                  <a:t>0</a:t>
                </a:r>
              </a:p>
            </p:txBody>
          </p:sp>
        </p:grpSp>
        <p:grpSp>
          <p:nvGrpSpPr>
            <p:cNvPr id="30" name="Group 29">
              <a:extLst>
                <a:ext uri="{FF2B5EF4-FFF2-40B4-BE49-F238E27FC236}">
                  <a16:creationId xmlns:a16="http://schemas.microsoft.com/office/drawing/2014/main" id="{6F5901C5-F28D-CA21-42B9-A5D8DF07C133}"/>
                </a:ext>
              </a:extLst>
            </p:cNvPr>
            <p:cNvGrpSpPr/>
            <p:nvPr/>
          </p:nvGrpSpPr>
          <p:grpSpPr>
            <a:xfrm>
              <a:off x="2091121" y="1498424"/>
              <a:ext cx="1501514" cy="780867"/>
              <a:chOff x="3808420" y="2265948"/>
              <a:chExt cx="2181112" cy="1134294"/>
            </a:xfrm>
          </p:grpSpPr>
          <p:grpSp>
            <p:nvGrpSpPr>
              <p:cNvPr id="46" name="Group 225">
                <a:extLst>
                  <a:ext uri="{FF2B5EF4-FFF2-40B4-BE49-F238E27FC236}">
                    <a16:creationId xmlns:a16="http://schemas.microsoft.com/office/drawing/2014/main" id="{C8C6D278-1234-9E8C-C9D7-1CD52353880C}"/>
                  </a:ext>
                </a:extLst>
              </p:cNvPr>
              <p:cNvGrpSpPr/>
              <p:nvPr/>
            </p:nvGrpSpPr>
            <p:grpSpPr>
              <a:xfrm>
                <a:off x="3808420" y="2406664"/>
                <a:ext cx="2154070" cy="993578"/>
                <a:chOff x="815971" y="1822859"/>
                <a:chExt cx="1068440" cy="971307"/>
              </a:xfrm>
            </p:grpSpPr>
            <p:sp>
              <p:nvSpPr>
                <p:cNvPr id="48" name="Oval 228">
                  <a:hlinkClick r:id="" action="ppaction://noaction"/>
                  <a:extLst>
                    <a:ext uri="{FF2B5EF4-FFF2-40B4-BE49-F238E27FC236}">
                      <a16:creationId xmlns:a16="http://schemas.microsoft.com/office/drawing/2014/main" id="{A60A7432-7444-C790-6184-7411C4D094F2}"/>
                    </a:ext>
                  </a:extLst>
                </p:cNvPr>
                <p:cNvSpPr/>
                <p:nvPr/>
              </p:nvSpPr>
              <p:spPr>
                <a:xfrm>
                  <a:off x="890677" y="1890773"/>
                  <a:ext cx="919028" cy="835478"/>
                </a:xfrm>
                <a:prstGeom prst="rect">
                  <a:avLst/>
                </a:prstGeom>
                <a:solidFill>
                  <a:schemeClr val="bg1"/>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ea typeface="+mn-ea"/>
                      <a:cs typeface="+mn-cs"/>
                    </a:rPr>
                    <a:t>Data Collection</a:t>
                  </a:r>
                </a:p>
              </p:txBody>
            </p:sp>
            <p:sp>
              <p:nvSpPr>
                <p:cNvPr id="49" name="Oval 229">
                  <a:extLst>
                    <a:ext uri="{FF2B5EF4-FFF2-40B4-BE49-F238E27FC236}">
                      <a16:creationId xmlns:a16="http://schemas.microsoft.com/office/drawing/2014/main" id="{6A7D21B9-76F7-C7FD-8E0C-11A2682A413D}"/>
                    </a:ext>
                  </a:extLst>
                </p:cNvPr>
                <p:cNvSpPr/>
                <p:nvPr/>
              </p:nvSpPr>
              <p:spPr>
                <a:xfrm>
                  <a:off x="815971" y="1822859"/>
                  <a:ext cx="1068440" cy="971307"/>
                </a:xfrm>
                <a:prstGeom prst="rect">
                  <a:avLst/>
                </a:prstGeom>
                <a:noFill/>
                <a:ln w="19050">
                  <a:solidFill>
                    <a:srgbClr val="00338D"/>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ea typeface="+mn-ea"/>
                    <a:cs typeface="+mn-cs"/>
                  </a:endParaRPr>
                </a:p>
              </p:txBody>
            </p:sp>
          </p:grpSp>
          <p:sp>
            <p:nvSpPr>
              <p:cNvPr id="47" name="Oval 46">
                <a:hlinkClick r:id="" action="ppaction://noaction"/>
                <a:extLst>
                  <a:ext uri="{FF2B5EF4-FFF2-40B4-BE49-F238E27FC236}">
                    <a16:creationId xmlns:a16="http://schemas.microsoft.com/office/drawing/2014/main" id="{19CACF50-5FFC-69B4-BCE0-5F2DC0D2CA4D}"/>
                  </a:ext>
                </a:extLst>
              </p:cNvPr>
              <p:cNvSpPr/>
              <p:nvPr/>
            </p:nvSpPr>
            <p:spPr>
              <a:xfrm>
                <a:off x="5584797" y="2265948"/>
                <a:ext cx="404735" cy="404735"/>
              </a:xfrm>
              <a:prstGeom prst="ellipse">
                <a:avLst/>
              </a:prstGeom>
              <a:solidFill>
                <a:srgbClr val="005EB8"/>
              </a:solidFill>
              <a:ln w="28575">
                <a:solidFill>
                  <a:srgbClr val="0F1D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a:solidFill>
                      <a:prstClr val="white"/>
                    </a:solidFill>
                  </a:rPr>
                  <a:t>1</a:t>
                </a:r>
                <a:endParaRPr kumimoji="0" lang="en-IN" sz="1600" b="1" i="0" u="none" strike="noStrike" kern="1200" cap="none" spc="0" normalizeH="0" baseline="0" noProof="0">
                  <a:ln>
                    <a:noFill/>
                  </a:ln>
                  <a:solidFill>
                    <a:prstClr val="white"/>
                  </a:solidFill>
                  <a:effectLst/>
                  <a:uLnTx/>
                  <a:uFillTx/>
                  <a:ea typeface="+mn-ea"/>
                  <a:cs typeface="+mn-cs"/>
                </a:endParaRPr>
              </a:p>
            </p:txBody>
          </p:sp>
        </p:grpSp>
        <p:grpSp>
          <p:nvGrpSpPr>
            <p:cNvPr id="31" name="Group 30">
              <a:extLst>
                <a:ext uri="{FF2B5EF4-FFF2-40B4-BE49-F238E27FC236}">
                  <a16:creationId xmlns:a16="http://schemas.microsoft.com/office/drawing/2014/main" id="{0576000D-9005-EC76-EE3A-8C686CDBC73D}"/>
                </a:ext>
              </a:extLst>
            </p:cNvPr>
            <p:cNvGrpSpPr/>
            <p:nvPr/>
          </p:nvGrpSpPr>
          <p:grpSpPr>
            <a:xfrm>
              <a:off x="3756479" y="1498424"/>
              <a:ext cx="1434109" cy="780867"/>
              <a:chOff x="3906333" y="2265948"/>
              <a:chExt cx="2083199" cy="1134294"/>
            </a:xfrm>
          </p:grpSpPr>
          <p:grpSp>
            <p:nvGrpSpPr>
              <p:cNvPr id="42" name="Group 225">
                <a:extLst>
                  <a:ext uri="{FF2B5EF4-FFF2-40B4-BE49-F238E27FC236}">
                    <a16:creationId xmlns:a16="http://schemas.microsoft.com/office/drawing/2014/main" id="{FD19B476-A9B4-6F2C-8DDD-FA35FEC0CBF7}"/>
                  </a:ext>
                </a:extLst>
              </p:cNvPr>
              <p:cNvGrpSpPr/>
              <p:nvPr/>
            </p:nvGrpSpPr>
            <p:grpSpPr>
              <a:xfrm>
                <a:off x="3906333" y="2406664"/>
                <a:ext cx="1958245" cy="993578"/>
                <a:chOff x="864537" y="1822859"/>
                <a:chExt cx="971309" cy="971307"/>
              </a:xfrm>
            </p:grpSpPr>
            <p:sp>
              <p:nvSpPr>
                <p:cNvPr id="44" name="Oval 228">
                  <a:hlinkClick r:id="" action="ppaction://noaction"/>
                  <a:extLst>
                    <a:ext uri="{FF2B5EF4-FFF2-40B4-BE49-F238E27FC236}">
                      <a16:creationId xmlns:a16="http://schemas.microsoft.com/office/drawing/2014/main" id="{6D4844FD-7BE0-589B-FE64-155FD81FA2C2}"/>
                    </a:ext>
                  </a:extLst>
                </p:cNvPr>
                <p:cNvSpPr/>
                <p:nvPr/>
              </p:nvSpPr>
              <p:spPr>
                <a:xfrm>
                  <a:off x="932451" y="1890773"/>
                  <a:ext cx="835480" cy="835478"/>
                </a:xfrm>
                <a:prstGeom prst="rect">
                  <a:avLst/>
                </a:prstGeom>
                <a:solidFill>
                  <a:schemeClr val="bg1"/>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ea typeface="+mn-ea"/>
                      <a:cs typeface="+mn-cs"/>
                    </a:rPr>
                    <a:t>Evaluate Risk</a:t>
                  </a:r>
                </a:p>
              </p:txBody>
            </p:sp>
            <p:sp>
              <p:nvSpPr>
                <p:cNvPr id="45" name="Oval 229">
                  <a:extLst>
                    <a:ext uri="{FF2B5EF4-FFF2-40B4-BE49-F238E27FC236}">
                      <a16:creationId xmlns:a16="http://schemas.microsoft.com/office/drawing/2014/main" id="{01A58D04-4658-F580-B125-4A6F63957EBB}"/>
                    </a:ext>
                  </a:extLst>
                </p:cNvPr>
                <p:cNvSpPr/>
                <p:nvPr/>
              </p:nvSpPr>
              <p:spPr>
                <a:xfrm>
                  <a:off x="864537" y="1822859"/>
                  <a:ext cx="971309" cy="971307"/>
                </a:xfrm>
                <a:prstGeom prst="rect">
                  <a:avLst/>
                </a:prstGeom>
                <a:noFill/>
                <a:ln w="19050">
                  <a:solidFill>
                    <a:srgbClr val="00338D"/>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ea typeface="+mn-ea"/>
                    <a:cs typeface="+mn-cs"/>
                  </a:endParaRPr>
                </a:p>
              </p:txBody>
            </p:sp>
          </p:grpSp>
          <p:sp>
            <p:nvSpPr>
              <p:cNvPr id="43" name="Oval 42">
                <a:hlinkClick r:id="" action="ppaction://noaction"/>
                <a:extLst>
                  <a:ext uri="{FF2B5EF4-FFF2-40B4-BE49-F238E27FC236}">
                    <a16:creationId xmlns:a16="http://schemas.microsoft.com/office/drawing/2014/main" id="{F9184419-4B89-7E04-3310-B33A9AA302D5}"/>
                  </a:ext>
                </a:extLst>
              </p:cNvPr>
              <p:cNvSpPr/>
              <p:nvPr/>
            </p:nvSpPr>
            <p:spPr>
              <a:xfrm>
                <a:off x="5584797" y="2265948"/>
                <a:ext cx="404735" cy="404735"/>
              </a:xfrm>
              <a:prstGeom prst="ellipse">
                <a:avLst/>
              </a:prstGeom>
              <a:solidFill>
                <a:srgbClr val="0091DA"/>
              </a:solidFill>
              <a:ln w="28575">
                <a:solidFill>
                  <a:srgbClr val="0F1D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prstClr val="white"/>
                    </a:solidFill>
                    <a:effectLst/>
                    <a:uLnTx/>
                    <a:uFillTx/>
                    <a:ea typeface="+mn-ea"/>
                    <a:cs typeface="+mn-cs"/>
                  </a:rPr>
                  <a:t>2</a:t>
                </a:r>
              </a:p>
            </p:txBody>
          </p:sp>
        </p:grpSp>
        <p:grpSp>
          <p:nvGrpSpPr>
            <p:cNvPr id="32" name="Group 31">
              <a:extLst>
                <a:ext uri="{FF2B5EF4-FFF2-40B4-BE49-F238E27FC236}">
                  <a16:creationId xmlns:a16="http://schemas.microsoft.com/office/drawing/2014/main" id="{6996019B-E6F9-A77B-0042-A27A8017F08E}"/>
                </a:ext>
              </a:extLst>
            </p:cNvPr>
            <p:cNvGrpSpPr/>
            <p:nvPr/>
          </p:nvGrpSpPr>
          <p:grpSpPr>
            <a:xfrm>
              <a:off x="5354432" y="1498424"/>
              <a:ext cx="1434109" cy="780867"/>
              <a:chOff x="3906333" y="2265948"/>
              <a:chExt cx="2083199" cy="1134294"/>
            </a:xfrm>
          </p:grpSpPr>
          <p:grpSp>
            <p:nvGrpSpPr>
              <p:cNvPr id="38" name="Group 225">
                <a:extLst>
                  <a:ext uri="{FF2B5EF4-FFF2-40B4-BE49-F238E27FC236}">
                    <a16:creationId xmlns:a16="http://schemas.microsoft.com/office/drawing/2014/main" id="{F756CB6D-DFC6-F767-1E13-9099098DC68C}"/>
                  </a:ext>
                </a:extLst>
              </p:cNvPr>
              <p:cNvGrpSpPr/>
              <p:nvPr/>
            </p:nvGrpSpPr>
            <p:grpSpPr>
              <a:xfrm>
                <a:off x="3906333" y="2406664"/>
                <a:ext cx="1958245" cy="993578"/>
                <a:chOff x="864537" y="1822859"/>
                <a:chExt cx="971309" cy="971307"/>
              </a:xfrm>
            </p:grpSpPr>
            <p:sp>
              <p:nvSpPr>
                <p:cNvPr id="40" name="Oval 228">
                  <a:hlinkClick r:id="" action="ppaction://noaction"/>
                  <a:extLst>
                    <a:ext uri="{FF2B5EF4-FFF2-40B4-BE49-F238E27FC236}">
                      <a16:creationId xmlns:a16="http://schemas.microsoft.com/office/drawing/2014/main" id="{C8AECCA5-F4CF-17E6-2839-478C4C04B286}"/>
                    </a:ext>
                  </a:extLst>
                </p:cNvPr>
                <p:cNvSpPr/>
                <p:nvPr/>
              </p:nvSpPr>
              <p:spPr>
                <a:xfrm>
                  <a:off x="932451" y="1890773"/>
                  <a:ext cx="835480" cy="835478"/>
                </a:xfrm>
                <a:prstGeom prst="rect">
                  <a:avLst/>
                </a:prstGeom>
                <a:solidFill>
                  <a:schemeClr val="bg1"/>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ea typeface="+mn-ea"/>
                      <a:cs typeface="+mn-cs"/>
                    </a:rPr>
                    <a:t>Generate Risk Heatmap</a:t>
                  </a:r>
                </a:p>
              </p:txBody>
            </p:sp>
            <p:sp>
              <p:nvSpPr>
                <p:cNvPr id="41" name="Oval 229">
                  <a:extLst>
                    <a:ext uri="{FF2B5EF4-FFF2-40B4-BE49-F238E27FC236}">
                      <a16:creationId xmlns:a16="http://schemas.microsoft.com/office/drawing/2014/main" id="{29BA1B04-3520-45CC-979F-300E5E029D04}"/>
                    </a:ext>
                  </a:extLst>
                </p:cNvPr>
                <p:cNvSpPr/>
                <p:nvPr/>
              </p:nvSpPr>
              <p:spPr>
                <a:xfrm>
                  <a:off x="864537" y="1822859"/>
                  <a:ext cx="971309" cy="971307"/>
                </a:xfrm>
                <a:prstGeom prst="rect">
                  <a:avLst/>
                </a:prstGeom>
                <a:noFill/>
                <a:ln w="19050">
                  <a:solidFill>
                    <a:srgbClr val="00338D"/>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ea typeface="+mn-ea"/>
                    <a:cs typeface="+mn-cs"/>
                  </a:endParaRPr>
                </a:p>
              </p:txBody>
            </p:sp>
          </p:grpSp>
          <p:sp>
            <p:nvSpPr>
              <p:cNvPr id="39" name="Oval 38">
                <a:hlinkClick r:id="" action="ppaction://noaction"/>
                <a:extLst>
                  <a:ext uri="{FF2B5EF4-FFF2-40B4-BE49-F238E27FC236}">
                    <a16:creationId xmlns:a16="http://schemas.microsoft.com/office/drawing/2014/main" id="{20FB972F-2955-E886-16AF-E50FBCDDBC37}"/>
                  </a:ext>
                </a:extLst>
              </p:cNvPr>
              <p:cNvSpPr/>
              <p:nvPr/>
            </p:nvSpPr>
            <p:spPr>
              <a:xfrm>
                <a:off x="5584797" y="2265948"/>
                <a:ext cx="404735" cy="404735"/>
              </a:xfrm>
              <a:prstGeom prst="ellipse">
                <a:avLst/>
              </a:prstGeom>
              <a:solidFill>
                <a:srgbClr val="483698"/>
              </a:solidFill>
              <a:ln w="28575">
                <a:solidFill>
                  <a:srgbClr val="0F1D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prstClr val="white"/>
                    </a:solidFill>
                    <a:effectLst/>
                    <a:uLnTx/>
                    <a:uFillTx/>
                    <a:ea typeface="+mn-ea"/>
                    <a:cs typeface="+mn-cs"/>
                  </a:rPr>
                  <a:t>3</a:t>
                </a:r>
              </a:p>
            </p:txBody>
          </p:sp>
        </p:grpSp>
        <p:grpSp>
          <p:nvGrpSpPr>
            <p:cNvPr id="33" name="Group 32">
              <a:extLst>
                <a:ext uri="{FF2B5EF4-FFF2-40B4-BE49-F238E27FC236}">
                  <a16:creationId xmlns:a16="http://schemas.microsoft.com/office/drawing/2014/main" id="{EA4D20DF-2FCE-E4E2-59C3-A5B17B0B603B}"/>
                </a:ext>
              </a:extLst>
            </p:cNvPr>
            <p:cNvGrpSpPr/>
            <p:nvPr/>
          </p:nvGrpSpPr>
          <p:grpSpPr>
            <a:xfrm>
              <a:off x="6952385" y="1498424"/>
              <a:ext cx="1434109" cy="780867"/>
              <a:chOff x="3906333" y="2265948"/>
              <a:chExt cx="2083199" cy="1134294"/>
            </a:xfrm>
          </p:grpSpPr>
          <p:grpSp>
            <p:nvGrpSpPr>
              <p:cNvPr id="34" name="Group 225">
                <a:extLst>
                  <a:ext uri="{FF2B5EF4-FFF2-40B4-BE49-F238E27FC236}">
                    <a16:creationId xmlns:a16="http://schemas.microsoft.com/office/drawing/2014/main" id="{398F73F7-C526-E2D4-F1CC-FCB0C27CEB20}"/>
                  </a:ext>
                </a:extLst>
              </p:cNvPr>
              <p:cNvGrpSpPr/>
              <p:nvPr/>
            </p:nvGrpSpPr>
            <p:grpSpPr>
              <a:xfrm>
                <a:off x="3906333" y="2406664"/>
                <a:ext cx="1958245" cy="993578"/>
                <a:chOff x="864537" y="1822859"/>
                <a:chExt cx="971309" cy="971307"/>
              </a:xfrm>
            </p:grpSpPr>
            <p:sp>
              <p:nvSpPr>
                <p:cNvPr id="36" name="Oval 228">
                  <a:hlinkClick r:id="" action="ppaction://noaction"/>
                  <a:extLst>
                    <a:ext uri="{FF2B5EF4-FFF2-40B4-BE49-F238E27FC236}">
                      <a16:creationId xmlns:a16="http://schemas.microsoft.com/office/drawing/2014/main" id="{46EC9A33-3C33-8BCD-EEF6-CF1E5D8FDAC7}"/>
                    </a:ext>
                  </a:extLst>
                </p:cNvPr>
                <p:cNvSpPr/>
                <p:nvPr/>
              </p:nvSpPr>
              <p:spPr>
                <a:xfrm>
                  <a:off x="932451" y="1890773"/>
                  <a:ext cx="835480" cy="835478"/>
                </a:xfrm>
                <a:prstGeom prst="rect">
                  <a:avLst/>
                </a:prstGeom>
                <a:solidFill>
                  <a:schemeClr val="bg1"/>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ea typeface="+mn-ea"/>
                      <a:cs typeface="+mn-cs"/>
                    </a:rPr>
                    <a:t>Recommendations &amp; Roadmap</a:t>
                  </a:r>
                </a:p>
              </p:txBody>
            </p:sp>
            <p:sp>
              <p:nvSpPr>
                <p:cNvPr id="37" name="Oval 229">
                  <a:extLst>
                    <a:ext uri="{FF2B5EF4-FFF2-40B4-BE49-F238E27FC236}">
                      <a16:creationId xmlns:a16="http://schemas.microsoft.com/office/drawing/2014/main" id="{16215498-953D-3A0A-35C4-8CFB9FB77FF3}"/>
                    </a:ext>
                  </a:extLst>
                </p:cNvPr>
                <p:cNvSpPr/>
                <p:nvPr/>
              </p:nvSpPr>
              <p:spPr>
                <a:xfrm>
                  <a:off x="864537" y="1822859"/>
                  <a:ext cx="971309" cy="971307"/>
                </a:xfrm>
                <a:prstGeom prst="rect">
                  <a:avLst/>
                </a:prstGeom>
                <a:noFill/>
                <a:ln w="19050">
                  <a:solidFill>
                    <a:srgbClr val="00338D"/>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ea typeface="+mn-ea"/>
                    <a:cs typeface="+mn-cs"/>
                  </a:endParaRPr>
                </a:p>
              </p:txBody>
            </p:sp>
          </p:grpSp>
          <p:sp>
            <p:nvSpPr>
              <p:cNvPr id="35" name="Oval 34">
                <a:hlinkClick r:id="" action="ppaction://noaction"/>
                <a:extLst>
                  <a:ext uri="{FF2B5EF4-FFF2-40B4-BE49-F238E27FC236}">
                    <a16:creationId xmlns:a16="http://schemas.microsoft.com/office/drawing/2014/main" id="{31FA115E-40CA-8486-EB0B-19CEF0523005}"/>
                  </a:ext>
                </a:extLst>
              </p:cNvPr>
              <p:cNvSpPr/>
              <p:nvPr/>
            </p:nvSpPr>
            <p:spPr>
              <a:xfrm>
                <a:off x="5584797" y="2265948"/>
                <a:ext cx="404735" cy="404735"/>
              </a:xfrm>
              <a:prstGeom prst="ellipse">
                <a:avLst/>
              </a:prstGeom>
              <a:solidFill>
                <a:srgbClr val="470A68"/>
              </a:solidFill>
              <a:ln w="28575">
                <a:solidFill>
                  <a:srgbClr val="0F1D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prstClr val="white"/>
                    </a:solidFill>
                    <a:effectLst/>
                    <a:uLnTx/>
                    <a:uFillTx/>
                    <a:ea typeface="+mn-ea"/>
                    <a:cs typeface="+mn-cs"/>
                  </a:rPr>
                  <a:t>4</a:t>
                </a:r>
              </a:p>
            </p:txBody>
          </p:sp>
        </p:grpSp>
      </p:grpSp>
      <p:sp>
        <p:nvSpPr>
          <p:cNvPr id="54" name="Rectangle: Rounded Corners 82">
            <a:extLst>
              <a:ext uri="{FF2B5EF4-FFF2-40B4-BE49-F238E27FC236}">
                <a16:creationId xmlns:a16="http://schemas.microsoft.com/office/drawing/2014/main" id="{525E2988-5D3F-371A-5005-255FC6CE2DBE}"/>
              </a:ext>
            </a:extLst>
          </p:cNvPr>
          <p:cNvSpPr/>
          <p:nvPr/>
        </p:nvSpPr>
        <p:spPr>
          <a:xfrm>
            <a:off x="967261" y="978996"/>
            <a:ext cx="2286000" cy="268194"/>
          </a:xfrm>
          <a:prstGeom prst="roundRect">
            <a:avLst>
              <a:gd name="adj" fmla="val 50000"/>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prstClr val="white"/>
                </a:solidFill>
                <a:effectLst>
                  <a:outerShdw blurRad="38100" dist="38100" dir="2700000" algn="tl">
                    <a:srgbClr val="000000">
                      <a:alpha val="43137"/>
                    </a:srgbClr>
                  </a:outerShdw>
                </a:effectLst>
              </a:rPr>
              <a:t>Approach</a:t>
            </a:r>
            <a:endPar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ea typeface="+mn-ea"/>
              <a:cs typeface="+mn-cs"/>
            </a:endParaRPr>
          </a:p>
        </p:txBody>
      </p:sp>
      <p:sp>
        <p:nvSpPr>
          <p:cNvPr id="55" name="Rectangle: Rounded Corners 6">
            <a:extLst>
              <a:ext uri="{FF2B5EF4-FFF2-40B4-BE49-F238E27FC236}">
                <a16:creationId xmlns:a16="http://schemas.microsoft.com/office/drawing/2014/main" id="{D4F95FF6-D248-83A9-C206-A665931413ED}"/>
              </a:ext>
            </a:extLst>
          </p:cNvPr>
          <p:cNvSpPr/>
          <p:nvPr/>
        </p:nvSpPr>
        <p:spPr>
          <a:xfrm>
            <a:off x="920886" y="2457619"/>
            <a:ext cx="2286000" cy="268194"/>
          </a:xfrm>
          <a:prstGeom prst="roundRect">
            <a:avLst>
              <a:gd name="adj" fmla="val 50000"/>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ea typeface="+mn-ea"/>
                <a:cs typeface="+mn-cs"/>
              </a:rPr>
              <a:t>Data Request</a:t>
            </a:r>
          </a:p>
        </p:txBody>
      </p:sp>
      <p:sp>
        <p:nvSpPr>
          <p:cNvPr id="56" name="Rectangle: Rounded Corners 6">
            <a:extLst>
              <a:ext uri="{FF2B5EF4-FFF2-40B4-BE49-F238E27FC236}">
                <a16:creationId xmlns:a16="http://schemas.microsoft.com/office/drawing/2014/main" id="{8D80E1A3-3E83-9028-91A4-8787C34362C0}"/>
              </a:ext>
            </a:extLst>
          </p:cNvPr>
          <p:cNvSpPr/>
          <p:nvPr/>
        </p:nvSpPr>
        <p:spPr>
          <a:xfrm>
            <a:off x="5746834" y="2452613"/>
            <a:ext cx="5387339" cy="268194"/>
          </a:xfrm>
          <a:prstGeom prst="roundRect">
            <a:avLst>
              <a:gd name="adj" fmla="val 50000"/>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ea typeface="+mn-ea"/>
                <a:cs typeface="+mn-cs"/>
              </a:rPr>
              <a:t>EVALUATE KRI’s AND LINK TO APPLICATIONS</a:t>
            </a:r>
          </a:p>
        </p:txBody>
      </p:sp>
      <p:sp>
        <p:nvSpPr>
          <p:cNvPr id="57" name="Right Brace 56">
            <a:extLst>
              <a:ext uri="{FF2B5EF4-FFF2-40B4-BE49-F238E27FC236}">
                <a16:creationId xmlns:a16="http://schemas.microsoft.com/office/drawing/2014/main" id="{B2C99C55-C093-0B70-075C-B977D0B973E5}"/>
              </a:ext>
            </a:extLst>
          </p:cNvPr>
          <p:cNvSpPr/>
          <p:nvPr/>
        </p:nvSpPr>
        <p:spPr>
          <a:xfrm rot="16200000">
            <a:off x="2835099" y="675006"/>
            <a:ext cx="170993" cy="3156758"/>
          </a:xfrm>
          <a:prstGeom prst="rightBrace">
            <a:avLst/>
          </a:prstGeom>
          <a:solidFill>
            <a:schemeClr val="bg1"/>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solidFill>
                <a:srgbClr val="000000"/>
              </a:solidFill>
            </a:endParaRPr>
          </a:p>
        </p:txBody>
      </p:sp>
      <p:graphicFrame>
        <p:nvGraphicFramePr>
          <p:cNvPr id="58" name="Table 4">
            <a:extLst>
              <a:ext uri="{FF2B5EF4-FFF2-40B4-BE49-F238E27FC236}">
                <a16:creationId xmlns:a16="http://schemas.microsoft.com/office/drawing/2014/main" id="{BF81F0E2-EF2F-9E54-3CBA-84CA713B141F}"/>
              </a:ext>
            </a:extLst>
          </p:cNvPr>
          <p:cNvGraphicFramePr>
            <a:graphicFrameLocks noGrp="1"/>
          </p:cNvGraphicFramePr>
          <p:nvPr/>
        </p:nvGraphicFramePr>
        <p:xfrm>
          <a:off x="3251113" y="2773130"/>
          <a:ext cx="2495724" cy="3011235"/>
        </p:xfrm>
        <a:graphic>
          <a:graphicData uri="http://schemas.openxmlformats.org/drawingml/2006/table">
            <a:tbl>
              <a:tblPr firstRow="1" bandRow="1">
                <a:tableStyleId>{5940675A-B579-460E-94D1-54222C63F5DA}</a:tableStyleId>
              </a:tblPr>
              <a:tblGrid>
                <a:gridCol w="831908">
                  <a:extLst>
                    <a:ext uri="{9D8B030D-6E8A-4147-A177-3AD203B41FA5}">
                      <a16:colId xmlns:a16="http://schemas.microsoft.com/office/drawing/2014/main" val="2201451592"/>
                    </a:ext>
                  </a:extLst>
                </a:gridCol>
                <a:gridCol w="831908">
                  <a:extLst>
                    <a:ext uri="{9D8B030D-6E8A-4147-A177-3AD203B41FA5}">
                      <a16:colId xmlns:a16="http://schemas.microsoft.com/office/drawing/2014/main" val="1912159943"/>
                    </a:ext>
                  </a:extLst>
                </a:gridCol>
                <a:gridCol w="831908">
                  <a:extLst>
                    <a:ext uri="{9D8B030D-6E8A-4147-A177-3AD203B41FA5}">
                      <a16:colId xmlns:a16="http://schemas.microsoft.com/office/drawing/2014/main" val="2294094965"/>
                    </a:ext>
                  </a:extLst>
                </a:gridCol>
              </a:tblGrid>
              <a:tr h="294730">
                <a:tc>
                  <a:txBody>
                    <a:bodyPr/>
                    <a:lstStyle/>
                    <a:p>
                      <a:pPr algn="ctr"/>
                      <a:r>
                        <a:rPr lang="en-US" sz="800" b="1">
                          <a:solidFill>
                            <a:schemeClr val="bg1"/>
                          </a:solidFill>
                        </a:rPr>
                        <a:t>App Definition</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a:txBody>
                    <a:bodyPr/>
                    <a:lstStyle/>
                    <a:p>
                      <a:pPr algn="ctr"/>
                      <a:r>
                        <a:rPr lang="en-US" sz="800" b="1">
                          <a:solidFill>
                            <a:schemeClr val="bg1"/>
                          </a:solidFill>
                        </a:rPr>
                        <a:t>Type &amp; Status</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a:txBody>
                    <a:bodyPr/>
                    <a:lstStyle/>
                    <a:p>
                      <a:pPr algn="ctr"/>
                      <a:r>
                        <a:rPr lang="en-US" sz="800" b="1">
                          <a:solidFill>
                            <a:schemeClr val="bg1"/>
                          </a:solidFill>
                        </a:rPr>
                        <a:t>Ownership &amp; Support</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3048055221"/>
                  </a:ext>
                </a:extLst>
              </a:tr>
              <a:tr h="294730">
                <a:tc>
                  <a:txBody>
                    <a:bodyPr/>
                    <a:lstStyle/>
                    <a:p>
                      <a:pPr algn="ctr"/>
                      <a:r>
                        <a:rPr lang="en-US" sz="800">
                          <a:solidFill>
                            <a:schemeClr val="bg1"/>
                          </a:solidFill>
                        </a:rPr>
                        <a:t>Application Name</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800">
                          <a:solidFill>
                            <a:schemeClr val="bg1"/>
                          </a:solidFill>
                        </a:rPr>
                        <a:t>Application Type</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800">
                          <a:solidFill>
                            <a:schemeClr val="bg1"/>
                          </a:solidFill>
                        </a:rPr>
                        <a:t>IT Application Owner</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3927382040"/>
                  </a:ext>
                </a:extLst>
              </a:tr>
              <a:tr h="294730">
                <a:tc>
                  <a:txBody>
                    <a:bodyPr/>
                    <a:lstStyle/>
                    <a:p>
                      <a:pPr algn="ctr"/>
                      <a:r>
                        <a:rPr lang="en-US" sz="800">
                          <a:solidFill>
                            <a:schemeClr val="bg1"/>
                          </a:solidFill>
                        </a:rPr>
                        <a:t>Application Description</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800">
                          <a:solidFill>
                            <a:schemeClr val="bg1"/>
                          </a:solidFill>
                        </a:rPr>
                        <a:t>Application Status</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800">
                          <a:solidFill>
                            <a:schemeClr val="bg1"/>
                          </a:solidFill>
                        </a:rPr>
                        <a:t>Business Owner</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612269500"/>
                  </a:ext>
                </a:extLst>
              </a:tr>
              <a:tr h="294730">
                <a:tc>
                  <a:txBody>
                    <a:bodyPr/>
                    <a:lstStyle/>
                    <a:p>
                      <a:pPr algn="ctr"/>
                      <a:r>
                        <a:rPr lang="en-US" sz="800">
                          <a:solidFill>
                            <a:schemeClr val="bg1"/>
                          </a:solidFill>
                        </a:rPr>
                        <a:t>Alias</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800">
                          <a:solidFill>
                            <a:schemeClr val="bg1"/>
                          </a:solidFill>
                        </a:rPr>
                        <a:t>Application Location</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800">
                          <a:solidFill>
                            <a:schemeClr val="bg1"/>
                          </a:solidFill>
                        </a:rPr>
                        <a:t>Support Group</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2889432512"/>
                  </a:ext>
                </a:extLst>
              </a:tr>
              <a:tr h="294730">
                <a:tc>
                  <a:txBody>
                    <a:bodyPr/>
                    <a:lstStyle/>
                    <a:p>
                      <a:pPr algn="ctr"/>
                      <a:r>
                        <a:rPr lang="en-US" sz="800">
                          <a:solidFill>
                            <a:schemeClr val="bg1"/>
                          </a:solidFill>
                        </a:rPr>
                        <a:t>Portfolio</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800">
                          <a:solidFill>
                            <a:schemeClr val="bg1"/>
                          </a:solidFill>
                        </a:rPr>
                        <a:t>Application Version</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800">
                          <a:solidFill>
                            <a:schemeClr val="bg1"/>
                          </a:solidFill>
                        </a:rPr>
                        <a:t>Owning Group</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547114882"/>
                  </a:ext>
                </a:extLst>
              </a:tr>
              <a:tr h="294730">
                <a:tc>
                  <a:txBody>
                    <a:bodyPr/>
                    <a:lstStyle/>
                    <a:p>
                      <a:pPr algn="ctr"/>
                      <a:r>
                        <a:rPr lang="en-US" sz="800">
                          <a:solidFill>
                            <a:schemeClr val="bg1"/>
                          </a:solidFill>
                        </a:rPr>
                        <a:t>Application Family</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800">
                          <a:solidFill>
                            <a:schemeClr val="bg1"/>
                          </a:solidFill>
                        </a:rPr>
                        <a:t>Functional Group</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8D"/>
                    </a:solidFill>
                  </a:tcPr>
                </a:tc>
                <a:tc>
                  <a:txBody>
                    <a:bodyPr/>
                    <a:lstStyle/>
                    <a:p>
                      <a:pPr algn="ctr"/>
                      <a:r>
                        <a:rPr lang="en-US" sz="800">
                          <a:solidFill>
                            <a:schemeClr val="bg1"/>
                          </a:solidFill>
                        </a:rPr>
                        <a:t>Escalation Group</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4255744985"/>
                  </a:ext>
                </a:extLst>
              </a:tr>
              <a:tr h="358665">
                <a:tc>
                  <a:txBody>
                    <a:bodyPr/>
                    <a:lstStyle/>
                    <a:p>
                      <a:pPr algn="ctr"/>
                      <a:r>
                        <a:rPr lang="en-US" sz="800">
                          <a:solidFill>
                            <a:schemeClr val="bg1"/>
                          </a:solidFill>
                        </a:rPr>
                        <a:t>Market</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800">
                          <a:solidFill>
                            <a:schemeClr val="bg1"/>
                          </a:solidFill>
                        </a:rPr>
                        <a:t>Function</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8D"/>
                    </a:solidFill>
                  </a:tcPr>
                </a:tc>
                <a:tc>
                  <a:txBody>
                    <a:bodyPr/>
                    <a:lstStyle/>
                    <a:p>
                      <a:pPr algn="ctr"/>
                      <a:endParaRPr lang="en-US" sz="800">
                        <a:solidFill>
                          <a:schemeClr val="bg1"/>
                        </a:solidFill>
                      </a:endParaRP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39687695"/>
                  </a:ext>
                </a:extLst>
              </a:tr>
              <a:tr h="294730">
                <a:tc>
                  <a:txBody>
                    <a:bodyPr/>
                    <a:lstStyle/>
                    <a:p>
                      <a:pPr algn="ctr"/>
                      <a:r>
                        <a:rPr lang="en-US" sz="800">
                          <a:solidFill>
                            <a:schemeClr val="bg1"/>
                          </a:solidFill>
                        </a:rPr>
                        <a:t>Brand</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r>
                        <a:rPr lang="en-US" sz="800">
                          <a:solidFill>
                            <a:schemeClr val="bg1"/>
                          </a:solidFill>
                        </a:rPr>
                        <a:t>Sub Function</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8D"/>
                    </a:solidFill>
                  </a:tcPr>
                </a:tc>
                <a:tc>
                  <a:txBody>
                    <a:bodyPr/>
                    <a:lstStyle/>
                    <a:p>
                      <a:pPr algn="ctr"/>
                      <a:endParaRPr lang="en-US" sz="800">
                        <a:solidFill>
                          <a:schemeClr val="bg1"/>
                        </a:solidFill>
                      </a:endParaRP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09042381"/>
                  </a:ext>
                </a:extLst>
              </a:tr>
              <a:tr h="294730">
                <a:tc>
                  <a:txBody>
                    <a:bodyPr/>
                    <a:lstStyle/>
                    <a:p>
                      <a:pPr algn="ctr"/>
                      <a:r>
                        <a:rPr lang="en-US" sz="800">
                          <a:solidFill>
                            <a:schemeClr val="bg1"/>
                          </a:solidFill>
                        </a:rPr>
                        <a:t>Configuration Item</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solidFill>
                  </a:tcPr>
                </a:tc>
                <a:tc>
                  <a:txBody>
                    <a:bodyPr/>
                    <a:lstStyle/>
                    <a:p>
                      <a:pPr algn="ctr"/>
                      <a:endParaRPr lang="en-US" sz="800">
                        <a:solidFill>
                          <a:schemeClr val="bg1"/>
                        </a:solidFill>
                      </a:endParaRP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en-US" sz="800">
                        <a:solidFill>
                          <a:schemeClr val="bg1"/>
                        </a:solidFill>
                      </a:endParaRP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147021303"/>
                  </a:ext>
                </a:extLst>
              </a:tr>
              <a:tr h="294730">
                <a:tc>
                  <a:txBody>
                    <a:bodyPr/>
                    <a:lstStyle/>
                    <a:p>
                      <a:pPr algn="ctr"/>
                      <a:r>
                        <a:rPr lang="en-US" sz="800">
                          <a:solidFill>
                            <a:schemeClr val="bg1"/>
                          </a:solidFill>
                        </a:rPr>
                        <a:t>Application Dependencies</a:t>
                      </a: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endParaRPr lang="en-US" sz="800">
                        <a:solidFill>
                          <a:schemeClr val="bg1"/>
                        </a:solidFill>
                      </a:endParaRP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en-US" sz="800">
                        <a:solidFill>
                          <a:schemeClr val="bg1"/>
                        </a:solidFill>
                      </a:endParaRPr>
                    </a:p>
                  </a:txBody>
                  <a:tcPr marL="18288" marR="18288" marT="18288" marB="18288"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096807958"/>
                  </a:ext>
                </a:extLst>
              </a:tr>
            </a:tbl>
          </a:graphicData>
        </a:graphic>
      </p:graphicFrame>
      <p:sp>
        <p:nvSpPr>
          <p:cNvPr id="59" name="Right Brace 58">
            <a:extLst>
              <a:ext uri="{FF2B5EF4-FFF2-40B4-BE49-F238E27FC236}">
                <a16:creationId xmlns:a16="http://schemas.microsoft.com/office/drawing/2014/main" id="{68B12806-2D89-0231-DB8F-1107E6BDA41D}"/>
              </a:ext>
            </a:extLst>
          </p:cNvPr>
          <p:cNvSpPr/>
          <p:nvPr/>
        </p:nvSpPr>
        <p:spPr>
          <a:xfrm rot="16200000">
            <a:off x="8169031" y="675006"/>
            <a:ext cx="170993" cy="3156758"/>
          </a:xfrm>
          <a:prstGeom prst="rightBrace">
            <a:avLst/>
          </a:prstGeom>
          <a:solidFill>
            <a:schemeClr val="bg1"/>
          </a:solid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b="1">
              <a:solidFill>
                <a:srgbClr val="000000"/>
              </a:solidFill>
            </a:endParaRPr>
          </a:p>
        </p:txBody>
      </p:sp>
      <p:graphicFrame>
        <p:nvGraphicFramePr>
          <p:cNvPr id="60" name="Table 59">
            <a:extLst>
              <a:ext uri="{FF2B5EF4-FFF2-40B4-BE49-F238E27FC236}">
                <a16:creationId xmlns:a16="http://schemas.microsoft.com/office/drawing/2014/main" id="{42C30FDE-E14A-3649-3BF1-07EFEE182992}"/>
              </a:ext>
            </a:extLst>
          </p:cNvPr>
          <p:cNvGraphicFramePr>
            <a:graphicFrameLocks noGrp="1"/>
          </p:cNvGraphicFramePr>
          <p:nvPr/>
        </p:nvGraphicFramePr>
        <p:xfrm>
          <a:off x="5761234" y="2758349"/>
          <a:ext cx="5257296" cy="3017520"/>
        </p:xfrm>
        <a:graphic>
          <a:graphicData uri="http://schemas.openxmlformats.org/drawingml/2006/table">
            <a:tbl>
              <a:tblPr>
                <a:tableStyleId>{5940675A-B579-460E-94D1-54222C63F5DA}</a:tableStyleId>
              </a:tblPr>
              <a:tblGrid>
                <a:gridCol w="876216">
                  <a:extLst>
                    <a:ext uri="{9D8B030D-6E8A-4147-A177-3AD203B41FA5}">
                      <a16:colId xmlns:a16="http://schemas.microsoft.com/office/drawing/2014/main" val="3054526665"/>
                    </a:ext>
                  </a:extLst>
                </a:gridCol>
                <a:gridCol w="876216">
                  <a:extLst>
                    <a:ext uri="{9D8B030D-6E8A-4147-A177-3AD203B41FA5}">
                      <a16:colId xmlns:a16="http://schemas.microsoft.com/office/drawing/2014/main" val="35953080"/>
                    </a:ext>
                  </a:extLst>
                </a:gridCol>
                <a:gridCol w="876216">
                  <a:extLst>
                    <a:ext uri="{9D8B030D-6E8A-4147-A177-3AD203B41FA5}">
                      <a16:colId xmlns:a16="http://schemas.microsoft.com/office/drawing/2014/main" val="3505659150"/>
                    </a:ext>
                  </a:extLst>
                </a:gridCol>
                <a:gridCol w="876216">
                  <a:extLst>
                    <a:ext uri="{9D8B030D-6E8A-4147-A177-3AD203B41FA5}">
                      <a16:colId xmlns:a16="http://schemas.microsoft.com/office/drawing/2014/main" val="2352440552"/>
                    </a:ext>
                  </a:extLst>
                </a:gridCol>
                <a:gridCol w="876216">
                  <a:extLst>
                    <a:ext uri="{9D8B030D-6E8A-4147-A177-3AD203B41FA5}">
                      <a16:colId xmlns:a16="http://schemas.microsoft.com/office/drawing/2014/main" val="4050326063"/>
                    </a:ext>
                  </a:extLst>
                </a:gridCol>
                <a:gridCol w="876216">
                  <a:extLst>
                    <a:ext uri="{9D8B030D-6E8A-4147-A177-3AD203B41FA5}">
                      <a16:colId xmlns:a16="http://schemas.microsoft.com/office/drawing/2014/main" val="3843988097"/>
                    </a:ext>
                  </a:extLst>
                </a:gridCol>
              </a:tblGrid>
              <a:tr h="239574">
                <a:tc>
                  <a:txBody>
                    <a:bodyPr/>
                    <a:lstStyle/>
                    <a:p>
                      <a:pPr algn="ctr" fontAlgn="b"/>
                      <a:r>
                        <a:rPr lang="en-US" sz="800" b="1" i="0" u="none" strike="noStrike">
                          <a:solidFill>
                            <a:schemeClr val="bg1"/>
                          </a:solidFill>
                          <a:effectLst/>
                          <a:latin typeface="+mn-lt"/>
                        </a:rPr>
                        <a:t>Ability to recover</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1">
                        <a:lumMod val="65000"/>
                        <a:lumOff val="35000"/>
                      </a:schemeClr>
                    </a:solidFill>
                  </a:tcPr>
                </a:tc>
                <a:tc>
                  <a:txBody>
                    <a:bodyPr/>
                    <a:lstStyle/>
                    <a:p>
                      <a:pPr algn="ctr" fontAlgn="b"/>
                      <a:r>
                        <a:rPr lang="en-US" sz="800" b="1" i="0" u="none" strike="noStrike">
                          <a:solidFill>
                            <a:schemeClr val="bg1"/>
                          </a:solidFill>
                          <a:effectLst/>
                          <a:latin typeface="+mn-lt"/>
                        </a:rPr>
                        <a:t>Lack of visibility</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1">
                        <a:lumMod val="65000"/>
                        <a:lumOff val="35000"/>
                      </a:schemeClr>
                    </a:solidFill>
                  </a:tcPr>
                </a:tc>
                <a:tc gridSpan="2">
                  <a:txBody>
                    <a:bodyPr/>
                    <a:lstStyle/>
                    <a:p>
                      <a:pPr algn="ctr" fontAlgn="b"/>
                      <a:r>
                        <a:rPr lang="en-US" sz="800" b="1" i="0" u="none" strike="noStrike">
                          <a:solidFill>
                            <a:schemeClr val="bg1"/>
                          </a:solidFill>
                          <a:effectLst/>
                          <a:latin typeface="+mn-lt"/>
                        </a:rPr>
                        <a:t>Capacity</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pPr algn="ctr" fontAlgn="b"/>
                      <a:endParaRPr lang="en-US" sz="800" b="1" i="0" u="none" strike="noStrike">
                        <a:solidFill>
                          <a:srgbClr val="000000"/>
                        </a:solidFill>
                        <a:effectLst/>
                        <a:latin typeface="+mn-lt"/>
                      </a:endParaRPr>
                    </a:p>
                  </a:txBody>
                  <a:tcPr marL="45720" marR="45720"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tcPr>
                </a:tc>
                <a:tc>
                  <a:txBody>
                    <a:bodyPr/>
                    <a:lstStyle/>
                    <a:p>
                      <a:pPr algn="ctr" fontAlgn="b"/>
                      <a:r>
                        <a:rPr lang="en-US" sz="800" b="1" i="0" u="none" strike="noStrike">
                          <a:solidFill>
                            <a:schemeClr val="bg1"/>
                          </a:solidFill>
                          <a:effectLst/>
                          <a:latin typeface="+mn-lt"/>
                        </a:rPr>
                        <a:t>Aging technology</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1">
                        <a:lumMod val="65000"/>
                        <a:lumOff val="35000"/>
                      </a:schemeClr>
                    </a:solidFill>
                  </a:tcPr>
                </a:tc>
                <a:tc>
                  <a:txBody>
                    <a:bodyPr/>
                    <a:lstStyle/>
                    <a:p>
                      <a:pPr algn="ctr" fontAlgn="b"/>
                      <a:r>
                        <a:rPr lang="en-US" sz="800" b="1" i="0" u="none" strike="noStrike">
                          <a:solidFill>
                            <a:schemeClr val="bg1"/>
                          </a:solidFill>
                          <a:effectLst/>
                          <a:latin typeface="+mn-lt"/>
                        </a:rPr>
                        <a:t>Talent and process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4081308540"/>
                  </a:ext>
                </a:extLst>
              </a:tr>
              <a:tr h="239574">
                <a:tc>
                  <a:txBody>
                    <a:bodyPr/>
                    <a:lstStyle/>
                    <a:p>
                      <a:pPr algn="ctr" fontAlgn="b"/>
                      <a:r>
                        <a:rPr lang="en-US" sz="800" b="0" i="0" u="none" strike="noStrike">
                          <a:solidFill>
                            <a:schemeClr val="bg1"/>
                          </a:solidFill>
                          <a:effectLst/>
                          <a:latin typeface="+mn-lt"/>
                        </a:rPr>
                        <a:t>DR Architecture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solidFill>
                  </a:tcPr>
                </a:tc>
                <a:tc>
                  <a:txBody>
                    <a:bodyPr/>
                    <a:lstStyle/>
                    <a:p>
                      <a:pPr algn="ctr" fontAlgn="b"/>
                      <a:r>
                        <a:rPr lang="en-US" sz="800" b="0" i="0" u="none" strike="noStrike">
                          <a:solidFill>
                            <a:schemeClr val="bg1"/>
                          </a:solidFill>
                          <a:effectLst/>
                          <a:latin typeface="+mn-lt"/>
                        </a:rPr>
                        <a:t>Infra &amp; App Telemetry</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solidFill>
                  </a:tcPr>
                </a:tc>
                <a:tc>
                  <a:txBody>
                    <a:bodyPr/>
                    <a:lstStyle/>
                    <a:p>
                      <a:pPr algn="ctr" fontAlgn="b"/>
                      <a:r>
                        <a:rPr lang="en-US" sz="800" b="0" i="0" u="none" strike="noStrike">
                          <a:solidFill>
                            <a:schemeClr val="bg1"/>
                          </a:solidFill>
                          <a:effectLst/>
                          <a:latin typeface="+mn-lt"/>
                        </a:rPr>
                        <a:t>Hosts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bg1"/>
                          </a:solidFill>
                          <a:effectLst/>
                          <a:latin typeface="+mn-lt"/>
                        </a:rPr>
                        <a:t>Hypervisors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fontAlgn="b"/>
                      <a:r>
                        <a:rPr lang="en-US" sz="800" b="0" i="0" u="none" strike="noStrike">
                          <a:solidFill>
                            <a:schemeClr val="bg1"/>
                          </a:solidFill>
                          <a:effectLst/>
                          <a:latin typeface="+mn-lt"/>
                        </a:rPr>
                        <a:t>End of Life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algn="ctr" fontAlgn="b"/>
                      <a:r>
                        <a:rPr lang="en-US" sz="800" b="0" i="0" u="none" strike="noStrike">
                          <a:solidFill>
                            <a:schemeClr val="bg1"/>
                          </a:solidFill>
                          <a:effectLst/>
                          <a:latin typeface="+mn-lt"/>
                        </a:rPr>
                        <a:t>Process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1722236332"/>
                  </a:ext>
                </a:extLst>
              </a:tr>
              <a:tr h="239574">
                <a:tc>
                  <a:txBody>
                    <a:bodyPr/>
                    <a:lstStyle/>
                    <a:p>
                      <a:pPr algn="ctr" fontAlgn="b"/>
                      <a:r>
                        <a:rPr lang="en-US" sz="800" b="0" i="0" u="none" strike="noStrike">
                          <a:solidFill>
                            <a:schemeClr val="bg1"/>
                          </a:solidFill>
                          <a:effectLst/>
                          <a:latin typeface="+mn-lt"/>
                        </a:rPr>
                        <a:t>High Availability</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D349C"/>
                    </a:solidFill>
                  </a:tcPr>
                </a:tc>
                <a:tc>
                  <a:txBody>
                    <a:bodyPr/>
                    <a:lstStyle/>
                    <a:p>
                      <a:pPr algn="ctr" fontAlgn="b"/>
                      <a:r>
                        <a:rPr lang="en-US" sz="800" b="0" i="0" u="none" strike="noStrike">
                          <a:solidFill>
                            <a:schemeClr val="bg1"/>
                          </a:solidFill>
                          <a:effectLst/>
                          <a:latin typeface="+mn-lt"/>
                        </a:rPr>
                        <a:t>Observability</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solidFill>
                  </a:tcPr>
                </a:tc>
                <a:tc>
                  <a:txBody>
                    <a:bodyPr/>
                    <a:lstStyle/>
                    <a:p>
                      <a:pPr algn="ctr" fontAlgn="b"/>
                      <a:r>
                        <a:rPr lang="en-US" sz="800" b="0" i="0" u="none" strike="noStrike">
                          <a:solidFill>
                            <a:schemeClr val="bg1"/>
                          </a:solidFill>
                          <a:effectLst/>
                          <a:latin typeface="+mn-lt"/>
                        </a:rPr>
                        <a:t>Instances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fontAlgn="b"/>
                      <a:r>
                        <a:rPr lang="en-US" sz="800" b="0" i="0" u="none" strike="noStrike">
                          <a:solidFill>
                            <a:schemeClr val="bg1"/>
                          </a:solidFill>
                          <a:effectLst/>
                          <a:latin typeface="+mn-lt"/>
                        </a:rPr>
                        <a:t>Operating Systems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fontAlgn="b"/>
                      <a:r>
                        <a:rPr lang="en-US" sz="800" b="0" i="0" u="none" strike="noStrike">
                          <a:solidFill>
                            <a:schemeClr val="bg1"/>
                          </a:solidFill>
                          <a:effectLst/>
                          <a:latin typeface="+mn-lt"/>
                        </a:rPr>
                        <a:t>End of Support</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algn="ctr" fontAlgn="b"/>
                      <a:r>
                        <a:rPr lang="en-US" sz="800" b="0" i="0" u="none" strike="noStrike">
                          <a:solidFill>
                            <a:schemeClr val="bg1"/>
                          </a:solidFill>
                          <a:effectLst/>
                          <a:latin typeface="+mn-lt"/>
                        </a:rPr>
                        <a:t>People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2398337250"/>
                  </a:ext>
                </a:extLst>
              </a:tr>
              <a:tr h="239574">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Frequency of Restore Drills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C233C"/>
                    </a:solidFill>
                  </a:tcPr>
                </a:tc>
                <a:tc>
                  <a:txBody>
                    <a:bodyPr/>
                    <a:lstStyle/>
                    <a:p>
                      <a:pPr algn="ctr" fontAlgn="b"/>
                      <a:r>
                        <a:rPr lang="en-US" sz="800" b="0" i="0" u="none" strike="noStrike">
                          <a:solidFill>
                            <a:schemeClr val="bg1"/>
                          </a:solidFill>
                          <a:effectLst/>
                          <a:latin typeface="+mn-lt"/>
                        </a:rPr>
                        <a:t>Alerts &amp; Notifications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solidFill>
                  </a:tcPr>
                </a:tc>
                <a:tc>
                  <a:txBody>
                    <a:bodyPr/>
                    <a:lstStyle/>
                    <a:p>
                      <a:pPr algn="ctr" fontAlgn="b"/>
                      <a:r>
                        <a:rPr lang="en-US" sz="800" b="0" i="0" u="none" strike="noStrike">
                          <a:solidFill>
                            <a:schemeClr val="bg1"/>
                          </a:solidFill>
                          <a:effectLst/>
                          <a:latin typeface="+mn-lt"/>
                        </a:rPr>
                        <a:t>Databases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fontAlgn="b"/>
                      <a:r>
                        <a:rPr lang="en-US" sz="800" b="0" i="0" u="none" strike="noStrike">
                          <a:solidFill>
                            <a:schemeClr val="bg1"/>
                          </a:solidFill>
                          <a:effectLst/>
                          <a:latin typeface="+mn-lt"/>
                        </a:rPr>
                        <a:t>DAS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E49E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Age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algn="ctr" fontAlgn="b"/>
                      <a:r>
                        <a:rPr lang="en-US" sz="800" b="0" i="0" u="none" strike="noStrike">
                          <a:solidFill>
                            <a:schemeClr val="bg1"/>
                          </a:solidFill>
                          <a:effectLst/>
                          <a:latin typeface="+mn-lt"/>
                        </a:rPr>
                        <a:t>Service Model</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1758353578"/>
                  </a:ext>
                </a:extLst>
              </a:tr>
              <a:tr h="239574">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Frequency of DR Drills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C233C"/>
                    </a:solidFill>
                  </a:tcPr>
                </a:tc>
                <a:tc>
                  <a:txBody>
                    <a:bodyPr/>
                    <a:lstStyle/>
                    <a:p>
                      <a:pPr algn="ctr" fontAlgn="b"/>
                      <a:r>
                        <a:rPr lang="en-US" sz="800" b="0" i="0" u="none" strike="noStrike">
                          <a:solidFill>
                            <a:schemeClr val="bg1"/>
                          </a:solidFill>
                          <a:effectLst/>
                          <a:latin typeface="+mn-lt"/>
                        </a:rPr>
                        <a:t>Incident Response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algn="ctr" fontAlgn="b"/>
                      <a:r>
                        <a:rPr lang="en-US" sz="800" b="0" i="0" u="none" strike="noStrike">
                          <a:solidFill>
                            <a:schemeClr val="bg1"/>
                          </a:solidFill>
                          <a:effectLst/>
                          <a:latin typeface="+mn-lt"/>
                        </a:rPr>
                        <a:t>NAS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E49E2"/>
                    </a:solidFill>
                  </a:tcPr>
                </a:tc>
                <a:tc>
                  <a:txBody>
                    <a:bodyPr/>
                    <a:lstStyle/>
                    <a:p>
                      <a:pPr algn="ctr" fontAlgn="b"/>
                      <a:r>
                        <a:rPr lang="en-US" sz="800" b="0" i="0" u="none" strike="noStrike">
                          <a:solidFill>
                            <a:schemeClr val="bg1"/>
                          </a:solidFill>
                          <a:effectLst/>
                          <a:latin typeface="+mn-lt"/>
                        </a:rPr>
                        <a:t>SAN</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E49E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HW/SW Upgrades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algn="ctr" fontAlgn="b"/>
                      <a:r>
                        <a:rPr lang="en-US" sz="800" b="0" i="0" u="none" strike="noStrike">
                          <a:solidFill>
                            <a:schemeClr val="bg1"/>
                          </a:solidFill>
                          <a:effectLst/>
                          <a:latin typeface="+mn-lt"/>
                        </a:rPr>
                        <a:t>Technology</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2106807044"/>
                  </a:ext>
                </a:extLst>
              </a:tr>
              <a:tr h="239574">
                <a:tc>
                  <a:txBody>
                    <a:bodyPr/>
                    <a:lstStyle/>
                    <a:p>
                      <a:pPr algn="ctr" fontAlgn="b"/>
                      <a:r>
                        <a:rPr lang="en-US" sz="800" b="0" i="0" u="none" strike="noStrike">
                          <a:solidFill>
                            <a:schemeClr val="bg1"/>
                          </a:solidFill>
                          <a:effectLst/>
                          <a:latin typeface="+mn-lt"/>
                        </a:rPr>
                        <a:t>Backup &amp; Recovery</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D349C"/>
                    </a:solidFill>
                  </a:tcPr>
                </a:tc>
                <a:tc>
                  <a:txBody>
                    <a:bodyPr/>
                    <a:lstStyle/>
                    <a:p>
                      <a:pPr algn="ctr" fontAlgn="b"/>
                      <a:r>
                        <a:rPr lang="en-US" sz="800" b="0" i="0" u="none" strike="noStrike">
                          <a:solidFill>
                            <a:schemeClr val="bg1"/>
                          </a:solidFill>
                          <a:effectLst/>
                          <a:latin typeface="+mn-lt"/>
                        </a:rPr>
                        <a:t>Environment Management</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algn="ctr" fontAlgn="b"/>
                      <a:r>
                        <a:rPr lang="en-US" sz="800" b="0" i="0" u="none" strike="noStrike">
                          <a:solidFill>
                            <a:schemeClr val="bg1"/>
                          </a:solidFill>
                          <a:effectLst/>
                          <a:latin typeface="+mn-lt"/>
                        </a:rPr>
                        <a:t>Network Hardware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E49E2"/>
                    </a:solidFill>
                  </a:tcPr>
                </a:tc>
                <a:tc>
                  <a:txBody>
                    <a:bodyPr/>
                    <a:lstStyle/>
                    <a:p>
                      <a:pPr algn="ctr" fontAlgn="b"/>
                      <a:r>
                        <a:rPr lang="en-US" sz="800" b="0" i="0" u="none" strike="noStrike">
                          <a:solidFill>
                            <a:schemeClr val="bg1"/>
                          </a:solidFill>
                          <a:effectLst/>
                          <a:latin typeface="+mn-lt"/>
                        </a:rPr>
                        <a:t>LAN</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E49E2"/>
                    </a:solidFill>
                  </a:tcPr>
                </a:tc>
                <a:tc>
                  <a:txBody>
                    <a:bodyPr/>
                    <a:lstStyle/>
                    <a:p>
                      <a:pPr algn="ctr" fontAlgn="b"/>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fontAlgn="b"/>
                      <a:r>
                        <a:rPr lang="en-US" sz="800" b="0" i="0" u="none" strike="noStrike">
                          <a:solidFill>
                            <a:schemeClr val="bg1"/>
                          </a:solidFill>
                          <a:effectLst/>
                          <a:latin typeface="+mn-lt"/>
                        </a:rPr>
                        <a:t>Governance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559842544"/>
                  </a:ext>
                </a:extLst>
              </a:tr>
              <a:tr h="239574">
                <a:tc>
                  <a:txBody>
                    <a:bodyPr/>
                    <a:lstStyle/>
                    <a:p>
                      <a:pPr algn="ctr" fontAlgn="b"/>
                      <a:r>
                        <a:rPr lang="en-US" sz="800" b="0" i="0" u="none" strike="noStrike">
                          <a:solidFill>
                            <a:schemeClr val="bg1"/>
                          </a:solidFill>
                          <a:effectLst/>
                          <a:latin typeface="+mn-lt"/>
                        </a:rPr>
                        <a:t>Patching</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C233C"/>
                    </a:solidFill>
                  </a:tcPr>
                </a:tc>
                <a:tc>
                  <a:txBody>
                    <a:bodyPr/>
                    <a:lstStyle/>
                    <a:p>
                      <a:pPr algn="ctr" fontAlgn="b"/>
                      <a:r>
                        <a:rPr lang="en-US" sz="800" b="0" i="0" u="none" strike="noStrike">
                          <a:solidFill>
                            <a:schemeClr val="bg1"/>
                          </a:solidFill>
                          <a:effectLst/>
                          <a:latin typeface="+mn-lt"/>
                        </a:rPr>
                        <a:t>Log Management</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C233C"/>
                    </a:solidFill>
                  </a:tcPr>
                </a:tc>
                <a:tc>
                  <a:txBody>
                    <a:bodyPr/>
                    <a:lstStyle/>
                    <a:p>
                      <a:pPr algn="ctr" fontAlgn="b"/>
                      <a:r>
                        <a:rPr lang="en-US" sz="800" b="0" i="0" u="none" strike="noStrike">
                          <a:solidFill>
                            <a:schemeClr val="bg1"/>
                          </a:solidFill>
                          <a:effectLst/>
                          <a:latin typeface="+mn-lt"/>
                        </a:rPr>
                        <a:t>WAN</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1E49E2"/>
                    </a:solidFill>
                  </a:tcPr>
                </a:tc>
                <a:tc>
                  <a:txBody>
                    <a:bodyPr/>
                    <a:lstStyle/>
                    <a:p>
                      <a:pPr algn="ctr" fontAlgn="b"/>
                      <a:r>
                        <a:rPr lang="en-US" sz="800" b="0" i="0" u="none" strike="noStrike">
                          <a:solidFill>
                            <a:schemeClr val="bg1"/>
                          </a:solidFill>
                          <a:effectLst/>
                          <a:latin typeface="+mn-lt"/>
                        </a:rPr>
                        <a:t>Mainframes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fontAlgn="b"/>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fontAlgn="b"/>
                      <a:r>
                        <a:rPr lang="en-US" sz="800" b="0" i="0" u="none" strike="noStrike">
                          <a:solidFill>
                            <a:schemeClr val="bg1"/>
                          </a:solidFill>
                          <a:effectLst/>
                          <a:latin typeface="+mn-lt"/>
                        </a:rPr>
                        <a:t>Metrics and Insights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1868703506"/>
                  </a:ext>
                </a:extLst>
              </a:tr>
              <a:tr h="272296">
                <a:tc>
                  <a:txBody>
                    <a:bodyPr/>
                    <a:lstStyle/>
                    <a:p>
                      <a:pPr algn="ctr" fontAlgn="b"/>
                      <a:r>
                        <a:rPr lang="en-US" sz="800" b="0" i="0" u="none" strike="noStrike">
                          <a:solidFill>
                            <a:schemeClr val="bg1"/>
                          </a:solidFill>
                          <a:effectLst/>
                          <a:latin typeface="+mn-lt"/>
                        </a:rPr>
                        <a:t>Ops Runbooks &amp; Plans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0C233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gn="ctr" fontAlgn="b"/>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fontAlgn="b"/>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fontAlgn="b"/>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fontAlgn="b"/>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631533975"/>
                  </a:ext>
                </a:extLst>
              </a:tr>
              <a:tr h="239574">
                <a:tc>
                  <a:txBody>
                    <a:bodyPr/>
                    <a:lstStyle/>
                    <a:p>
                      <a:pPr algn="ctr" fontAlgn="b"/>
                      <a:r>
                        <a:rPr lang="en-US" sz="800" b="0" i="0" u="none" strike="noStrike">
                          <a:solidFill>
                            <a:schemeClr val="bg1"/>
                          </a:solidFill>
                          <a:effectLst/>
                          <a:latin typeface="+mn-lt"/>
                        </a:rPr>
                        <a:t>3</a:t>
                      </a:r>
                      <a:r>
                        <a:rPr lang="en-US" sz="800" b="0" i="0" u="none" strike="noStrike" baseline="30000">
                          <a:solidFill>
                            <a:schemeClr val="bg1"/>
                          </a:solidFill>
                          <a:effectLst/>
                          <a:latin typeface="+mn-lt"/>
                        </a:rPr>
                        <a:t>rd</a:t>
                      </a:r>
                      <a:r>
                        <a:rPr lang="en-US" sz="800" b="0" i="0" u="none" strike="noStrike">
                          <a:solidFill>
                            <a:schemeClr val="bg1"/>
                          </a:solidFill>
                          <a:effectLst/>
                          <a:latin typeface="+mn-lt"/>
                        </a:rPr>
                        <a:t> Party (e.g. Payments)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algn="ctr" fontAlgn="b"/>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fontAlgn="b"/>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fontAlgn="b"/>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fontAlgn="b"/>
                      <a:r>
                        <a:rPr lang="en-US" sz="800" b="0" i="0" u="none" strike="noStrike">
                          <a:solidFill>
                            <a:schemeClr val="bg1"/>
                          </a:solidFill>
                          <a:effectLst/>
                          <a:latin typeface="+mn-lt"/>
                        </a:rPr>
                        <a:t>Third Party Support</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tc>
                  <a:txBody>
                    <a:bodyPr/>
                    <a:lstStyle/>
                    <a:p>
                      <a:pPr algn="ctr" fontAlgn="b"/>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490740919"/>
                  </a:ext>
                </a:extLst>
              </a:tr>
            </a:tbl>
          </a:graphicData>
        </a:graphic>
      </p:graphicFrame>
      <p:graphicFrame>
        <p:nvGraphicFramePr>
          <p:cNvPr id="61" name="Table 60">
            <a:extLst>
              <a:ext uri="{FF2B5EF4-FFF2-40B4-BE49-F238E27FC236}">
                <a16:creationId xmlns:a16="http://schemas.microsoft.com/office/drawing/2014/main" id="{F9801074-45E9-A66C-890D-DE4EF2F67E0F}"/>
              </a:ext>
            </a:extLst>
          </p:cNvPr>
          <p:cNvGraphicFramePr>
            <a:graphicFrameLocks noGrp="1"/>
          </p:cNvGraphicFramePr>
          <p:nvPr/>
        </p:nvGraphicFramePr>
        <p:xfrm>
          <a:off x="890981" y="2758349"/>
          <a:ext cx="2294240" cy="3089541"/>
        </p:xfrm>
        <a:graphic>
          <a:graphicData uri="http://schemas.openxmlformats.org/drawingml/2006/table">
            <a:tbl>
              <a:tblPr>
                <a:tableStyleId>{5940675A-B579-460E-94D1-54222C63F5DA}</a:tableStyleId>
              </a:tblPr>
              <a:tblGrid>
                <a:gridCol w="1147120">
                  <a:extLst>
                    <a:ext uri="{9D8B030D-6E8A-4147-A177-3AD203B41FA5}">
                      <a16:colId xmlns:a16="http://schemas.microsoft.com/office/drawing/2014/main" val="2016459305"/>
                    </a:ext>
                  </a:extLst>
                </a:gridCol>
                <a:gridCol w="1147120">
                  <a:extLst>
                    <a:ext uri="{9D8B030D-6E8A-4147-A177-3AD203B41FA5}">
                      <a16:colId xmlns:a16="http://schemas.microsoft.com/office/drawing/2014/main" val="4274822820"/>
                    </a:ext>
                  </a:extLst>
                </a:gridCol>
              </a:tblGrid>
              <a:tr h="256467">
                <a:tc gridSpan="2">
                  <a:txBody>
                    <a:bodyPr/>
                    <a:lstStyle/>
                    <a:p>
                      <a:pPr algn="ctr" fontAlgn="b"/>
                      <a:r>
                        <a:rPr lang="en-US" sz="800" b="1" i="0" u="none" strike="noStrike">
                          <a:solidFill>
                            <a:schemeClr val="bg1"/>
                          </a:solidFill>
                          <a:effectLst/>
                          <a:latin typeface="+mn-lt"/>
                        </a:rPr>
                        <a:t>Data Sources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800" b="0" i="0" u="none" strike="noStrike">
                        <a:solidFill>
                          <a:srgbClr val="000000"/>
                        </a:solidFill>
                        <a:effectLst/>
                        <a:latin typeface="+mn-lt"/>
                      </a:endParaRPr>
                    </a:p>
                  </a:txBody>
                  <a:tcPr marL="45720" marR="45720" anchor="ctr">
                    <a:lnL w="38100" cap="flat" cmpd="sng" algn="ctr">
                      <a:solidFill>
                        <a:schemeClr val="tx2"/>
                      </a:solidFill>
                      <a:prstDash val="solid"/>
                      <a:round/>
                      <a:headEnd type="none" w="med" len="med"/>
                      <a:tailEnd type="none" w="med" len="med"/>
                    </a:lnL>
                    <a:lnR w="38100" cap="flat" cmpd="sng" algn="ctr">
                      <a:solidFill>
                        <a:schemeClr val="tx2"/>
                      </a:solidFill>
                      <a:prstDash val="solid"/>
                      <a:round/>
                      <a:headEnd type="none" w="med" len="med"/>
                      <a:tailEnd type="none" w="med" len="med"/>
                    </a:lnR>
                    <a:lnT w="38100" cap="flat" cmpd="sng" algn="ctr">
                      <a:solidFill>
                        <a:schemeClr val="tx2"/>
                      </a:solidFill>
                      <a:prstDash val="solid"/>
                      <a:round/>
                      <a:headEnd type="none" w="med" len="med"/>
                      <a:tailEnd type="none" w="med" len="med"/>
                    </a:lnT>
                    <a:lnB w="381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438596"/>
                  </a:ext>
                </a:extLst>
              </a:tr>
              <a:tr h="351444">
                <a:tc>
                  <a:txBody>
                    <a:bodyPr/>
                    <a:lstStyle/>
                    <a:p>
                      <a:pPr algn="ctr" fontAlgn="b"/>
                      <a:r>
                        <a:rPr lang="en-US" sz="800" u="none" strike="noStrike">
                          <a:solidFill>
                            <a:schemeClr val="bg1"/>
                          </a:solidFill>
                          <a:effectLst/>
                          <a:latin typeface="+mn-lt"/>
                        </a:rPr>
                        <a:t>Infrastructure Inventory</a:t>
                      </a:r>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u="none" strike="noStrike">
                          <a:solidFill>
                            <a:schemeClr val="bg1"/>
                          </a:solidFill>
                          <a:effectLst/>
                          <a:latin typeface="+mn-lt"/>
                        </a:rPr>
                        <a:t>Infrastructure Configurations</a:t>
                      </a:r>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535727548"/>
                  </a:ext>
                </a:extLst>
              </a:tr>
              <a:tr h="351444">
                <a:tc>
                  <a:txBody>
                    <a:bodyPr/>
                    <a:lstStyle/>
                    <a:p>
                      <a:pPr algn="ctr" fontAlgn="b"/>
                      <a:r>
                        <a:rPr lang="en-US" sz="800" u="none" strike="noStrike">
                          <a:solidFill>
                            <a:schemeClr val="bg1"/>
                          </a:solidFill>
                          <a:effectLst/>
                          <a:latin typeface="+mn-lt"/>
                        </a:rPr>
                        <a:t>Infrastructure Utilization Reports</a:t>
                      </a:r>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u="none" strike="noStrike">
                          <a:solidFill>
                            <a:schemeClr val="bg1"/>
                          </a:solidFill>
                          <a:effectLst/>
                          <a:latin typeface="+mn-lt"/>
                        </a:rPr>
                        <a:t>Infrastructure Performance Reports</a:t>
                      </a:r>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850381910"/>
                  </a:ext>
                </a:extLst>
              </a:tr>
              <a:tr h="351444">
                <a:tc>
                  <a:txBody>
                    <a:bodyPr/>
                    <a:lstStyle/>
                    <a:p>
                      <a:pPr algn="ctr" fontAlgn="b"/>
                      <a:r>
                        <a:rPr lang="en-US" sz="800" u="none" strike="noStrike">
                          <a:solidFill>
                            <a:schemeClr val="bg1"/>
                          </a:solidFill>
                          <a:effectLst/>
                          <a:latin typeface="+mn-lt"/>
                        </a:rPr>
                        <a:t>Application Performance Reports</a:t>
                      </a:r>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u="none" strike="noStrike">
                          <a:solidFill>
                            <a:schemeClr val="bg1"/>
                          </a:solidFill>
                          <a:effectLst/>
                          <a:latin typeface="+mn-lt"/>
                        </a:rPr>
                        <a:t>Database Performance Reports</a:t>
                      </a:r>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46568274"/>
                  </a:ext>
                </a:extLst>
              </a:tr>
              <a:tr h="263259">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u="none" strike="noStrike">
                          <a:solidFill>
                            <a:schemeClr val="bg1"/>
                          </a:solidFill>
                          <a:effectLst/>
                          <a:latin typeface="+mn-lt"/>
                        </a:rPr>
                        <a:t>Deployment Architecture</a:t>
                      </a:r>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u="none" strike="noStrike">
                          <a:solidFill>
                            <a:schemeClr val="bg1"/>
                          </a:solidFill>
                          <a:effectLst/>
                          <a:latin typeface="+mn-lt"/>
                        </a:rPr>
                        <a:t>Design Documentation</a:t>
                      </a:r>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5321095"/>
                  </a:ext>
                </a:extLst>
              </a:tr>
              <a:tr h="246858">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u="none" strike="noStrike">
                          <a:solidFill>
                            <a:schemeClr val="bg1"/>
                          </a:solidFill>
                          <a:effectLst/>
                          <a:latin typeface="+mn-lt"/>
                        </a:rPr>
                        <a:t>Incident Reports</a:t>
                      </a:r>
                      <a:endParaRPr lang="en-US" sz="800" b="0" i="0" u="none" strike="noStrike">
                        <a:solidFill>
                          <a:schemeClr val="bg1"/>
                        </a:solidFill>
                        <a:effectLst/>
                        <a:latin typeface="+mn-lt"/>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800" b="0" i="0" u="none" strike="noStrike">
                          <a:solidFill>
                            <a:schemeClr val="bg1"/>
                          </a:solidFill>
                          <a:effectLst/>
                          <a:latin typeface="+mn-lt"/>
                        </a:rPr>
                        <a:t>Maintenance Reports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1667561547"/>
                  </a:ext>
                </a:extLst>
              </a:tr>
              <a:tr h="351444">
                <a:tc>
                  <a:txBody>
                    <a:bodyPr/>
                    <a:lstStyle/>
                    <a:p>
                      <a:pPr algn="ctr" fontAlgn="b"/>
                      <a:r>
                        <a:rPr lang="en-US" sz="800" b="0" i="0" u="none" strike="noStrike">
                          <a:solidFill>
                            <a:schemeClr val="bg1"/>
                          </a:solidFill>
                          <a:effectLst/>
                          <a:latin typeface="+mn-lt"/>
                        </a:rPr>
                        <a:t>Root Cause Analysis Reports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algn="ctr" fontAlgn="b"/>
                      <a:r>
                        <a:rPr lang="en-US" sz="800" b="0" i="0" u="none" strike="noStrike">
                          <a:solidFill>
                            <a:schemeClr val="bg1"/>
                          </a:solidFill>
                          <a:effectLst/>
                          <a:latin typeface="+mn-lt"/>
                        </a:rPr>
                        <a:t>Change Impact Analysis Report</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165361521"/>
                  </a:ext>
                </a:extLst>
              </a:tr>
              <a:tr h="351444">
                <a:tc>
                  <a:txBody>
                    <a:bodyPr/>
                    <a:lstStyle/>
                    <a:p>
                      <a:pPr algn="ctr" fontAlgn="b"/>
                      <a:r>
                        <a:rPr lang="en-US" sz="800" b="0" i="0" u="none" strike="noStrike">
                          <a:solidFill>
                            <a:schemeClr val="bg1"/>
                          </a:solidFill>
                          <a:effectLst/>
                          <a:latin typeface="+mn-lt"/>
                        </a:rPr>
                        <a:t>Problem Management Reports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algn="ctr" fontAlgn="b"/>
                      <a:r>
                        <a:rPr lang="en-US" sz="800" b="0" i="0" u="none" strike="noStrike">
                          <a:solidFill>
                            <a:schemeClr val="bg1"/>
                          </a:solidFill>
                          <a:effectLst/>
                          <a:latin typeface="+mn-lt"/>
                        </a:rPr>
                        <a:t>Security Incident Report</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4241403621"/>
                  </a:ext>
                </a:extLst>
              </a:tr>
              <a:tr h="246858">
                <a:tc>
                  <a:txBody>
                    <a:bodyPr/>
                    <a:lstStyle/>
                    <a:p>
                      <a:pPr algn="ctr" fontAlgn="b"/>
                      <a:r>
                        <a:rPr lang="en-US" sz="800" b="0" i="0" u="none" strike="noStrike">
                          <a:solidFill>
                            <a:schemeClr val="bg1"/>
                          </a:solidFill>
                          <a:effectLst/>
                          <a:latin typeface="+mn-lt"/>
                        </a:rPr>
                        <a:t>System Logs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fontAlgn="b"/>
                      <a:r>
                        <a:rPr lang="en-US" sz="800" b="0" i="0" u="none" strike="noStrike">
                          <a:solidFill>
                            <a:schemeClr val="bg1"/>
                          </a:solidFill>
                          <a:effectLst/>
                          <a:latin typeface="+mn-lt"/>
                        </a:rPr>
                        <a:t>Data Flow Logs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3719260590"/>
                  </a:ext>
                </a:extLst>
              </a:tr>
              <a:tr h="246858">
                <a:tc>
                  <a:txBody>
                    <a:bodyPr/>
                    <a:lstStyle/>
                    <a:p>
                      <a:pPr algn="ctr" fontAlgn="b"/>
                      <a:r>
                        <a:rPr lang="en-US" sz="800" b="0" i="0" u="none" strike="noStrike">
                          <a:solidFill>
                            <a:schemeClr val="bg1"/>
                          </a:solidFill>
                          <a:effectLst/>
                          <a:latin typeface="+mn-lt"/>
                        </a:rPr>
                        <a:t>Processes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tc>
                  <a:txBody>
                    <a:bodyPr/>
                    <a:lstStyle/>
                    <a:p>
                      <a:pPr algn="ctr" fontAlgn="b"/>
                      <a:r>
                        <a:rPr lang="en-US" sz="800" b="0" i="0" u="none" strike="noStrike">
                          <a:solidFill>
                            <a:schemeClr val="bg1"/>
                          </a:solidFill>
                          <a:effectLst/>
                          <a:latin typeface="+mn-lt"/>
                        </a:rPr>
                        <a:t>People &amp; Skills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3021579264"/>
                  </a:ext>
                </a:extLst>
              </a:tr>
            </a:tbl>
          </a:graphicData>
        </a:graphic>
      </p:graphicFrame>
      <p:graphicFrame>
        <p:nvGraphicFramePr>
          <p:cNvPr id="62" name="Table 61">
            <a:extLst>
              <a:ext uri="{FF2B5EF4-FFF2-40B4-BE49-F238E27FC236}">
                <a16:creationId xmlns:a16="http://schemas.microsoft.com/office/drawing/2014/main" id="{AF39D3C9-1C05-B1E0-975A-8DECA0BC7B02}"/>
              </a:ext>
            </a:extLst>
          </p:cNvPr>
          <p:cNvGraphicFramePr>
            <a:graphicFrameLocks noGrp="1"/>
          </p:cNvGraphicFramePr>
          <p:nvPr/>
        </p:nvGraphicFramePr>
        <p:xfrm>
          <a:off x="917219" y="5879004"/>
          <a:ext cx="10213287" cy="304800"/>
        </p:xfrm>
        <a:graphic>
          <a:graphicData uri="http://schemas.openxmlformats.org/drawingml/2006/table">
            <a:tbl>
              <a:tblPr firstRow="1" bandRow="1">
                <a:tableStyleId>{69012ECD-51FC-41F1-AA8D-1B2483CD663E}</a:tableStyleId>
              </a:tblPr>
              <a:tblGrid>
                <a:gridCol w="1459041">
                  <a:extLst>
                    <a:ext uri="{9D8B030D-6E8A-4147-A177-3AD203B41FA5}">
                      <a16:colId xmlns:a16="http://schemas.microsoft.com/office/drawing/2014/main" val="759214061"/>
                    </a:ext>
                  </a:extLst>
                </a:gridCol>
                <a:gridCol w="1459041">
                  <a:extLst>
                    <a:ext uri="{9D8B030D-6E8A-4147-A177-3AD203B41FA5}">
                      <a16:colId xmlns:a16="http://schemas.microsoft.com/office/drawing/2014/main" val="3552335147"/>
                    </a:ext>
                  </a:extLst>
                </a:gridCol>
                <a:gridCol w="1459041">
                  <a:extLst>
                    <a:ext uri="{9D8B030D-6E8A-4147-A177-3AD203B41FA5}">
                      <a16:colId xmlns:a16="http://schemas.microsoft.com/office/drawing/2014/main" val="2268032869"/>
                    </a:ext>
                  </a:extLst>
                </a:gridCol>
                <a:gridCol w="1459041">
                  <a:extLst>
                    <a:ext uri="{9D8B030D-6E8A-4147-A177-3AD203B41FA5}">
                      <a16:colId xmlns:a16="http://schemas.microsoft.com/office/drawing/2014/main" val="3494550834"/>
                    </a:ext>
                  </a:extLst>
                </a:gridCol>
                <a:gridCol w="1459041">
                  <a:extLst>
                    <a:ext uri="{9D8B030D-6E8A-4147-A177-3AD203B41FA5}">
                      <a16:colId xmlns:a16="http://schemas.microsoft.com/office/drawing/2014/main" val="4189028268"/>
                    </a:ext>
                  </a:extLst>
                </a:gridCol>
                <a:gridCol w="1459041">
                  <a:extLst>
                    <a:ext uri="{9D8B030D-6E8A-4147-A177-3AD203B41FA5}">
                      <a16:colId xmlns:a16="http://schemas.microsoft.com/office/drawing/2014/main" val="1072615041"/>
                    </a:ext>
                  </a:extLst>
                </a:gridCol>
                <a:gridCol w="1459041">
                  <a:extLst>
                    <a:ext uri="{9D8B030D-6E8A-4147-A177-3AD203B41FA5}">
                      <a16:colId xmlns:a16="http://schemas.microsoft.com/office/drawing/2014/main" val="1066539969"/>
                    </a:ext>
                  </a:extLst>
                </a:gridCol>
              </a:tblGrid>
              <a:tr h="0">
                <a:tc>
                  <a:txBody>
                    <a:bodyPr/>
                    <a:lstStyle/>
                    <a:p>
                      <a:pPr marL="0" algn="ctr" defTabSz="914400" rtl="0" eaLnBrk="1" latinLnBrk="0" hangingPunct="1"/>
                      <a:r>
                        <a:rPr lang="en-US" sz="700" kern="1200">
                          <a:solidFill>
                            <a:schemeClr val="bg1"/>
                          </a:solidFill>
                          <a:latin typeface="+mn-lt"/>
                          <a:ea typeface="+mn-ea"/>
                          <a:cs typeface="+mn-cs"/>
                        </a:rPr>
                        <a:t>CMDB, ServiceNow, or Enterprise Architecture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kern="1200">
                          <a:solidFill>
                            <a:schemeClr val="bg1"/>
                          </a:solidFill>
                          <a:latin typeface="+mn-lt"/>
                          <a:ea typeface="+mn-ea"/>
                          <a:cs typeface="+mn-cs"/>
                        </a:rPr>
                        <a:t>Extracts from Platform Management Systems</a:t>
                      </a:r>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solidFill>
                  </a:tcPr>
                </a:tc>
                <a:tc>
                  <a:txBody>
                    <a:bodyPr/>
                    <a:lstStyle/>
                    <a:p>
                      <a:pPr marL="0" algn="ctr" defTabSz="914400" rtl="0" eaLnBrk="1" latinLnBrk="0" hangingPunct="1"/>
                      <a:r>
                        <a:rPr lang="en-US" sz="700" kern="1200">
                          <a:solidFill>
                            <a:schemeClr val="bg1"/>
                          </a:solidFill>
                          <a:latin typeface="+mn-lt"/>
                          <a:ea typeface="+mn-ea"/>
                          <a:cs typeface="+mn-cs"/>
                        </a:rPr>
                        <a:t>Documentation</a:t>
                      </a:r>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kern="1200">
                          <a:solidFill>
                            <a:schemeClr val="bg1"/>
                          </a:solidFill>
                          <a:latin typeface="+mn-lt"/>
                          <a:ea typeface="+mn-ea"/>
                          <a:cs typeface="+mn-cs"/>
                        </a:rPr>
                        <a:t>Extract from Monitoring Platforms</a:t>
                      </a:r>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4"/>
                    </a:solidFill>
                  </a:tcPr>
                </a:tc>
                <a:tc>
                  <a:txBody>
                    <a:bodyPr/>
                    <a:lstStyle/>
                    <a:p>
                      <a:pPr marL="0" algn="ctr" defTabSz="914400" rtl="0" eaLnBrk="1" latinLnBrk="0" hangingPunct="1"/>
                      <a:r>
                        <a:rPr lang="en-US" sz="700" i="1" kern="1200">
                          <a:solidFill>
                            <a:schemeClr val="bg1"/>
                          </a:solidFill>
                          <a:latin typeface="+mn-lt"/>
                          <a:ea typeface="+mn-ea"/>
                          <a:cs typeface="+mn-cs"/>
                        </a:rPr>
                        <a:t>Process/Org/Tools Review</a:t>
                      </a:r>
                    </a:p>
                    <a:p>
                      <a:pPr marL="0" algn="ctr" defTabSz="914400" rtl="0" eaLnBrk="1" latinLnBrk="0" hangingPunct="1"/>
                      <a:r>
                        <a:rPr lang="en-US" sz="700" i="1" kern="1200">
                          <a:solidFill>
                            <a:schemeClr val="bg1"/>
                          </a:solidFill>
                          <a:latin typeface="+mn-lt"/>
                          <a:ea typeface="+mn-ea"/>
                          <a:cs typeface="+mn-cs"/>
                        </a:rPr>
                        <a:t>(Requires Interviews)</a:t>
                      </a:r>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i="1" kern="1200">
                          <a:solidFill>
                            <a:schemeClr val="bg1"/>
                          </a:solidFill>
                          <a:latin typeface="+mn-lt"/>
                          <a:ea typeface="+mn-ea"/>
                          <a:cs typeface="+mn-cs"/>
                        </a:rPr>
                        <a:t>Architecture Review   (Requires Interviews)</a:t>
                      </a:r>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700" i="1" kern="1200">
                          <a:solidFill>
                            <a:schemeClr val="bg1"/>
                          </a:solidFill>
                          <a:latin typeface="+mn-lt"/>
                          <a:ea typeface="+mn-ea"/>
                          <a:cs typeface="+mn-cs"/>
                        </a:rPr>
                        <a:t>Not Initial Focus (for this phase)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3304138577"/>
                  </a:ext>
                </a:extLst>
              </a:tr>
            </a:tbl>
          </a:graphicData>
        </a:graphic>
      </p:graphicFrame>
      <p:sp>
        <p:nvSpPr>
          <p:cNvPr id="63" name="TextBox 62">
            <a:extLst>
              <a:ext uri="{FF2B5EF4-FFF2-40B4-BE49-F238E27FC236}">
                <a16:creationId xmlns:a16="http://schemas.microsoft.com/office/drawing/2014/main" id="{3A5E48D3-6F29-8792-BFED-643F8A598ED1}"/>
              </a:ext>
            </a:extLst>
          </p:cNvPr>
          <p:cNvSpPr txBox="1"/>
          <p:nvPr/>
        </p:nvSpPr>
        <p:spPr>
          <a:xfrm>
            <a:off x="-33700" y="5938750"/>
            <a:ext cx="1182594" cy="185308"/>
          </a:xfrm>
          <a:prstGeom prst="rect">
            <a:avLst/>
          </a:prstGeom>
        </p:spPr>
        <p:txBody>
          <a:bodyPr vert="horz" wrap="square" lIns="0" tIns="0" rIns="0" bIns="0" rtlCol="0" anchor="ctr" anchorCtr="0">
            <a:noAutofit/>
          </a:bodyPr>
          <a:lstStyle/>
          <a:p>
            <a:pPr algn="ctr">
              <a:spcAft>
                <a:spcPts val="600"/>
              </a:spcAft>
            </a:pPr>
            <a:r>
              <a:rPr lang="en-US" sz="1050" b="1">
                <a:solidFill>
                  <a:schemeClr val="tx2"/>
                </a:solidFill>
              </a:rPr>
              <a:t>LEGEND</a:t>
            </a:r>
          </a:p>
        </p:txBody>
      </p:sp>
    </p:spTree>
    <p:extLst>
      <p:ext uri="{BB962C8B-B14F-4D97-AF65-F5344CB8AC3E}">
        <p14:creationId xmlns:p14="http://schemas.microsoft.com/office/powerpoint/2010/main" val="3995829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66A81-3029-4E22-A63E-2730A1B8D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806FEC-D9F7-BB42-1C59-B97A83188961}"/>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Example app and technology resiliency scorecard</a:t>
            </a:r>
          </a:p>
        </p:txBody>
      </p:sp>
      <p:graphicFrame>
        <p:nvGraphicFramePr>
          <p:cNvPr id="3" name="Table 2">
            <a:extLst>
              <a:ext uri="{FF2B5EF4-FFF2-40B4-BE49-F238E27FC236}">
                <a16:creationId xmlns:a16="http://schemas.microsoft.com/office/drawing/2014/main" id="{098E8FC3-4A03-19FC-D2A6-926F18115CE7}"/>
              </a:ext>
            </a:extLst>
          </p:cNvPr>
          <p:cNvGraphicFramePr>
            <a:graphicFrameLocks noGrp="1"/>
          </p:cNvGraphicFramePr>
          <p:nvPr>
            <p:extLst>
              <p:ext uri="{D42A27DB-BD31-4B8C-83A1-F6EECF244321}">
                <p14:modId xmlns:p14="http://schemas.microsoft.com/office/powerpoint/2010/main" val="4284686746"/>
              </p:ext>
            </p:extLst>
          </p:nvPr>
        </p:nvGraphicFramePr>
        <p:xfrm>
          <a:off x="991932" y="1022866"/>
          <a:ext cx="7132320" cy="5019440"/>
        </p:xfrm>
        <a:graphic>
          <a:graphicData uri="http://schemas.openxmlformats.org/drawingml/2006/table">
            <a:tbl>
              <a:tblPr/>
              <a:tblGrid>
                <a:gridCol w="1005840">
                  <a:extLst>
                    <a:ext uri="{9D8B030D-6E8A-4147-A177-3AD203B41FA5}">
                      <a16:colId xmlns:a16="http://schemas.microsoft.com/office/drawing/2014/main" val="3768509841"/>
                    </a:ext>
                  </a:extLst>
                </a:gridCol>
                <a:gridCol w="365760">
                  <a:extLst>
                    <a:ext uri="{9D8B030D-6E8A-4147-A177-3AD203B41FA5}">
                      <a16:colId xmlns:a16="http://schemas.microsoft.com/office/drawing/2014/main" val="1664079833"/>
                    </a:ext>
                  </a:extLst>
                </a:gridCol>
                <a:gridCol w="2194560">
                  <a:extLst>
                    <a:ext uri="{9D8B030D-6E8A-4147-A177-3AD203B41FA5}">
                      <a16:colId xmlns:a16="http://schemas.microsoft.com/office/drawing/2014/main" val="76848622"/>
                    </a:ext>
                  </a:extLst>
                </a:gridCol>
                <a:gridCol w="91440">
                  <a:extLst>
                    <a:ext uri="{9D8B030D-6E8A-4147-A177-3AD203B41FA5}">
                      <a16:colId xmlns:a16="http://schemas.microsoft.com/office/drawing/2014/main" val="3457940401"/>
                    </a:ext>
                  </a:extLst>
                </a:gridCol>
                <a:gridCol w="548640">
                  <a:extLst>
                    <a:ext uri="{9D8B030D-6E8A-4147-A177-3AD203B41FA5}">
                      <a16:colId xmlns:a16="http://schemas.microsoft.com/office/drawing/2014/main" val="1075257091"/>
                    </a:ext>
                  </a:extLst>
                </a:gridCol>
                <a:gridCol w="548640">
                  <a:extLst>
                    <a:ext uri="{9D8B030D-6E8A-4147-A177-3AD203B41FA5}">
                      <a16:colId xmlns:a16="http://schemas.microsoft.com/office/drawing/2014/main" val="515415192"/>
                    </a:ext>
                  </a:extLst>
                </a:gridCol>
                <a:gridCol w="91440">
                  <a:extLst>
                    <a:ext uri="{9D8B030D-6E8A-4147-A177-3AD203B41FA5}">
                      <a16:colId xmlns:a16="http://schemas.microsoft.com/office/drawing/2014/main" val="2399742299"/>
                    </a:ext>
                  </a:extLst>
                </a:gridCol>
                <a:gridCol w="548640">
                  <a:extLst>
                    <a:ext uri="{9D8B030D-6E8A-4147-A177-3AD203B41FA5}">
                      <a16:colId xmlns:a16="http://schemas.microsoft.com/office/drawing/2014/main" val="4001880605"/>
                    </a:ext>
                  </a:extLst>
                </a:gridCol>
                <a:gridCol w="548640">
                  <a:extLst>
                    <a:ext uri="{9D8B030D-6E8A-4147-A177-3AD203B41FA5}">
                      <a16:colId xmlns:a16="http://schemas.microsoft.com/office/drawing/2014/main" val="1256274796"/>
                    </a:ext>
                  </a:extLst>
                </a:gridCol>
                <a:gridCol w="91440">
                  <a:extLst>
                    <a:ext uri="{9D8B030D-6E8A-4147-A177-3AD203B41FA5}">
                      <a16:colId xmlns:a16="http://schemas.microsoft.com/office/drawing/2014/main" val="821496160"/>
                    </a:ext>
                  </a:extLst>
                </a:gridCol>
                <a:gridCol w="548640">
                  <a:extLst>
                    <a:ext uri="{9D8B030D-6E8A-4147-A177-3AD203B41FA5}">
                      <a16:colId xmlns:a16="http://schemas.microsoft.com/office/drawing/2014/main" val="2359563821"/>
                    </a:ext>
                  </a:extLst>
                </a:gridCol>
                <a:gridCol w="548640">
                  <a:extLst>
                    <a:ext uri="{9D8B030D-6E8A-4147-A177-3AD203B41FA5}">
                      <a16:colId xmlns:a16="http://schemas.microsoft.com/office/drawing/2014/main" val="1645647417"/>
                    </a:ext>
                  </a:extLst>
                </a:gridCol>
              </a:tblGrid>
              <a:tr h="451778">
                <a:tc gridSpan="3">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marL="0" algn="ctr" defTabSz="457200" rtl="0" eaLnBrk="1" fontAlgn="ctr" latinLnBrk="0" hangingPunct="1"/>
                      <a:r>
                        <a:rPr lang="en-US" sz="900" b="1" kern="1500">
                          <a:solidFill>
                            <a:schemeClr val="bg1"/>
                          </a:solidFill>
                          <a:latin typeface="+mn-lt"/>
                          <a:ea typeface="+mn-ea"/>
                          <a:cs typeface="+mn-cs"/>
                        </a:rPr>
                        <a:t>Key Risk Indicators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marL="0" algn="ctr" defTabSz="457200" rtl="0" eaLnBrk="1" fontAlgn="ctr" latinLnBrk="0" hangingPunct="1"/>
                      <a:endParaRPr lang="en-US" sz="1500" b="1" kern="1500">
                        <a:solidFill>
                          <a:schemeClr val="tx1"/>
                        </a:solidFill>
                        <a:latin typeface="+mn-lt"/>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algn="ctr" rtl="0" fontAlgn="ctr"/>
                      <a:endParaRPr lang="en-US" sz="1000" b="1" i="0" u="none" strike="noStrike">
                        <a:solidFill>
                          <a:srgbClr val="000000"/>
                        </a:solidFill>
                        <a:effectLst/>
                        <a:latin typeface="CVS Health Sans"/>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2">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endParaRPr lang="en-US" sz="900" b="1" i="0" u="none" strike="noStrike">
                        <a:solidFill>
                          <a:srgbClr val="000000"/>
                        </a:solidFill>
                        <a:effectLst/>
                        <a:latin typeface="+mn-lt"/>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2">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chemeClr val="bg1"/>
                          </a:solidFill>
                          <a:effectLst/>
                          <a:latin typeface="+mn-lt"/>
                        </a:rPr>
                        <a:t>Business Unit 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rtl="0" fontAlgn="ctr"/>
                      <a:endParaRPr lang="en-US" sz="900" b="1" i="0" u="none" strike="noStrike">
                        <a:solidFill>
                          <a:srgbClr val="000000"/>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2">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endParaRPr lang="en-US" sz="900" b="1" i="0" u="none" strike="noStrike">
                        <a:solidFill>
                          <a:srgbClr val="000000"/>
                        </a:solidFill>
                        <a:effectLst/>
                        <a:latin typeface="+mn-lt"/>
                      </a:endParaRPr>
                    </a:p>
                  </a:txBody>
                  <a:tcPr marL="0" marR="0" marT="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marL="0" algn="ctr" defTabSz="914400" rtl="0" eaLnBrk="1" fontAlgn="ctr" latinLnBrk="0" hangingPunct="1"/>
                      <a:r>
                        <a:rPr lang="en-US" sz="900" b="1" i="0" u="none" strike="noStrike" kern="1200">
                          <a:solidFill>
                            <a:schemeClr val="bg1"/>
                          </a:solidFill>
                          <a:effectLst/>
                          <a:latin typeface="+mn-lt"/>
                          <a:ea typeface="+mn-ea"/>
                          <a:cs typeface="+mn-cs"/>
                        </a:rPr>
                        <a:t>Business Unit 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algn="ctr" rtl="0" fontAlgn="ctr"/>
                      <a:endParaRPr lang="en-US" sz="900" b="1" i="0" u="none" strike="noStrike">
                        <a:solidFill>
                          <a:srgbClr val="000000"/>
                        </a:solidFill>
                        <a:effectLst/>
                        <a:latin typeface="CVS Health Sans"/>
                      </a:endParaRPr>
                    </a:p>
                  </a:txBody>
                  <a:tcPr vert="vert27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rowSpan="17">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endParaRPr lang="en-US" sz="900" b="1" i="0" u="none" strike="noStrike">
                        <a:solidFill>
                          <a:srgbClr val="000000"/>
                        </a:solidFill>
                        <a:effectLst/>
                        <a:latin typeface="+mn-lt"/>
                      </a:endParaRPr>
                    </a:p>
                  </a:txBody>
                  <a:tcPr marL="0" marR="0" marT="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noFill/>
                      <a:prstDash val="solid"/>
                      <a:round/>
                      <a:headEnd type="none" w="med" len="med"/>
                      <a:tailEnd type="none" w="med" len="med"/>
                    </a:lnT>
                    <a:lnTlToBr w="12700" cmpd="sng">
                      <a:noFill/>
                      <a:prstDash val="solid"/>
                    </a:lnTlToBr>
                    <a:lnBlToTr w="12700" cmpd="sng">
                      <a:noFill/>
                      <a:prstDash val="solid"/>
                    </a:lnBlToTr>
                    <a:solidFill>
                      <a:srgbClr val="FFFFFF"/>
                    </a:solidFill>
                  </a:tcPr>
                </a:tc>
                <a:tc gridSpan="2">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marL="0" algn="ctr" defTabSz="914400" rtl="0" eaLnBrk="1" fontAlgn="ctr" latinLnBrk="0" hangingPunct="1"/>
                      <a:r>
                        <a:rPr lang="en-US" sz="900" b="1" i="0" u="none" strike="noStrike" kern="1200">
                          <a:solidFill>
                            <a:schemeClr val="bg1"/>
                          </a:solidFill>
                          <a:effectLst/>
                          <a:latin typeface="+mn-lt"/>
                          <a:ea typeface="+mn-ea"/>
                          <a:cs typeface="+mn-cs"/>
                        </a:rPr>
                        <a:t>Business Unit 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algn="ctr" rtl="0" fontAlgn="ctr"/>
                      <a:endParaRPr lang="en-US" sz="900" b="1" i="0" u="none" strike="noStrike">
                        <a:solidFill>
                          <a:srgbClr val="000000"/>
                        </a:solidFill>
                        <a:effectLst/>
                        <a:latin typeface="CVS Health Sans"/>
                      </a:endParaRPr>
                    </a:p>
                  </a:txBody>
                  <a:tcPr vert="vert27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973192345"/>
                  </a:ext>
                </a:extLst>
              </a:tr>
              <a:tr h="361422">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L1 Risk</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KRI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L2 Risk</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vMerge="1">
                  <a:txBody>
                    <a:bodyPr/>
                    <a:lstStyle/>
                    <a:p>
                      <a:pPr algn="ctr" rtl="0" fontAlgn="ctr"/>
                      <a:endParaRPr lang="en-US" sz="10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Current Risk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Residual Risk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vMerge="1">
                  <a:txBody>
                    <a:bodyPr/>
                    <a:lstStyle/>
                    <a:p>
                      <a:pPr algn="ctr" rtl="0" fontAlgn="ctr"/>
                      <a:endParaRPr lang="en-US" sz="400" b="1" i="0" u="none" strike="noStrike">
                        <a:solidFill>
                          <a:srgbClr val="000000"/>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Current Risk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Residual Risk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Current Risk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Residual Risk</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905759219"/>
                  </a:ext>
                </a:extLst>
              </a:tr>
              <a:tr h="210312">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Talent Gaps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Client FTE talent gaps / point of failure</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9C0006"/>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BDBDB"/>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vMerge="1">
                  <a:txBody>
                    <a:bodyPr/>
                    <a:lstStyle/>
                    <a:p>
                      <a:pPr algn="ctr" rtl="0" fontAlgn="ctr"/>
                      <a:endParaRPr lang="en-US" sz="800" b="1" i="0" u="none" strike="noStrike">
                        <a:solidFill>
                          <a:srgbClr val="9C0006"/>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2C2"/>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vMerge="1">
                  <a:txBody>
                    <a:bodyPr/>
                    <a:lstStyle/>
                    <a:p>
                      <a:pPr algn="ctr" rtl="0" fontAlgn="ctr"/>
                      <a:endParaRPr lang="en-US" sz="800" b="1" i="0" u="none" strike="noStrike">
                        <a:solidFill>
                          <a:srgbClr val="9C0006"/>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2C2"/>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3721776706"/>
                  </a:ext>
                </a:extLst>
              </a:tr>
              <a:tr h="210312">
                <a:tc rowSpan="3">
                  <a:txBody>
                    <a:bodyPr/>
                    <a:lstStyle/>
                    <a:p>
                      <a:pPr algn="ctr" rtl="0" fontAlgn="ctr"/>
                      <a:r>
                        <a:rPr lang="en-US" sz="900" b="1" i="0" u="none" strike="noStrike">
                          <a:solidFill>
                            <a:srgbClr val="000000"/>
                          </a:solidFill>
                          <a:effectLst/>
                          <a:latin typeface="+mn-lt"/>
                        </a:rPr>
                        <a:t>Antiquated Process</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r>
                        <a:rPr lang="en-US" sz="900" b="0" i="0" u="none" strike="noStrike">
                          <a:solidFill>
                            <a:srgbClr val="000000"/>
                          </a:solidFill>
                          <a:effectLst/>
                          <a:latin typeface="+mn-lt"/>
                        </a:rPr>
                        <a:t>Resiliency program gaps</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lang="en-US"/>
                    </a:p>
                  </a:txBody>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endParaRPr lang="en-US"/>
                    </a:p>
                  </a:txBody>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endParaRPr lang="en-US"/>
                    </a:p>
                  </a:txBody>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36384516"/>
                  </a:ext>
                </a:extLst>
              </a:tr>
              <a:tr h="210312">
                <a:tc vMerge="1">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endParaRPr/>
                    </a:p>
                  </a:txBody>
                  <a:tcPr marL="0" marR="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Resiliency policy and standards gaps</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6100"/>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800" b="1" i="0" u="none" strike="noStrike">
                        <a:solidFill>
                          <a:srgbClr val="006100"/>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800" b="1" i="0" u="none" strike="noStrike">
                        <a:solidFill>
                          <a:srgbClr val="006100"/>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472970251"/>
                  </a:ext>
                </a:extLst>
              </a:tr>
              <a:tr h="210312">
                <a:tc vMerge="1">
                  <a:txBody>
                    <a:bodyPr/>
                    <a:lstStyle/>
                    <a:p>
                      <a:pPr marL="0" algn="ctr" defTabSz="457200" rtl="0" eaLnBrk="1" fontAlgn="ctr" latinLnBrk="0" hangingPunct="1"/>
                      <a:endParaRPr lang="en-US" sz="1000" b="1" i="0" u="none" strike="noStrike" kern="1500">
                        <a:solidFill>
                          <a:srgbClr val="000000"/>
                        </a:solidFill>
                        <a:effectLst/>
                        <a:latin typeface="CVS Health Sans"/>
                        <a:ea typeface="+mn-ea"/>
                        <a:cs typeface="+mn-cs"/>
                      </a:endParaRPr>
                    </a:p>
                  </a:txBody>
                  <a:tcPr marL="0" marR="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Applications without runbooks</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6100"/>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2C2"/>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2C2"/>
                    </a:solidFill>
                  </a:tcPr>
                </a:tc>
                <a:tc vMerge="1">
                  <a:txBody>
                    <a:bodyPr/>
                    <a:lstStyle/>
                    <a:p>
                      <a:pPr algn="ctr" rtl="0" fontAlgn="ctr"/>
                      <a:endParaRPr lang="en-US" sz="800" b="1" i="0" u="none" strike="noStrike">
                        <a:solidFill>
                          <a:srgbClr val="006100"/>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800" b="1" i="0" u="none" strike="noStrike">
                        <a:solidFill>
                          <a:srgbClr val="006100"/>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3760385656"/>
                  </a:ext>
                </a:extLst>
              </a:tr>
              <a:tr h="210312">
                <a:tc rowSpan="3">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marL="0" algn="ctr" defTabSz="457200" rtl="0" eaLnBrk="1" fontAlgn="ctr" latinLnBrk="0" hangingPunct="1"/>
                      <a:r>
                        <a:rPr lang="en-US" sz="900" b="1" i="0" u="none" strike="noStrike" kern="1500">
                          <a:solidFill>
                            <a:srgbClr val="000000"/>
                          </a:solidFill>
                          <a:effectLst/>
                          <a:latin typeface="+mn-lt"/>
                          <a:ea typeface="+mn-ea"/>
                          <a:cs typeface="+mn-cs"/>
                        </a:rPr>
                        <a:t>Aging  Technology</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EOL hardware</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FFFFFF"/>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800" b="1" i="0" u="none" strike="noStrike">
                        <a:solidFill>
                          <a:srgbClr val="FFFFFF"/>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800" b="1" i="0" u="none" strike="noStrike">
                        <a:solidFill>
                          <a:srgbClr val="FFFFFF"/>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614762282"/>
                  </a:ext>
                </a:extLst>
              </a:tr>
              <a:tr h="210312">
                <a:tc vMerge="1">
                  <a:txBody>
                    <a:bodyPr/>
                    <a:lstStyle/>
                    <a:p>
                      <a:pPr marL="0" algn="ctr" defTabSz="457200" rtl="0" eaLnBrk="1" fontAlgn="ctr" latinLnBrk="0" hangingPunct="1"/>
                      <a:endParaRPr lang="en-US" sz="1000" b="1" i="0" u="none" strike="noStrike" kern="1500">
                        <a:solidFill>
                          <a:srgbClr val="000000"/>
                        </a:solidFill>
                        <a:effectLst/>
                        <a:latin typeface="CVS Health Sans"/>
                        <a:ea typeface="+mn-ea"/>
                        <a:cs typeface="+mn-cs"/>
                      </a:endParaRPr>
                    </a:p>
                  </a:txBody>
                  <a:tcPr marL="0" marR="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EOL operating systems</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9C0006"/>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800" b="1" i="0" u="none" strike="noStrike">
                        <a:solidFill>
                          <a:srgbClr val="9C0006"/>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2C2"/>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2C2"/>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vMerge="1">
                  <a:txBody>
                    <a:bodyPr/>
                    <a:lstStyle/>
                    <a:p>
                      <a:pPr algn="ctr" rtl="0" fontAlgn="ctr"/>
                      <a:endParaRPr lang="en-US" sz="800" b="1" i="0" u="none" strike="noStrike">
                        <a:solidFill>
                          <a:srgbClr val="9C0006"/>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2C2"/>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BDBDB"/>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BDBDB"/>
                    </a:solidFill>
                  </a:tcPr>
                </a:tc>
                <a:extLst>
                  <a:ext uri="{0D108BD9-81ED-4DB2-BD59-A6C34878D82A}">
                    <a16:rowId xmlns:a16="http://schemas.microsoft.com/office/drawing/2014/main" val="3858839843"/>
                  </a:ext>
                </a:extLst>
              </a:tr>
              <a:tr h="210312">
                <a:tc vMerge="1">
                  <a:txBody>
                    <a:bodyPr/>
                    <a:lstStyle/>
                    <a:p>
                      <a:pPr marL="0" algn="ctr" defTabSz="457200" rtl="0" eaLnBrk="1" fontAlgn="ctr" latinLnBrk="0" hangingPunct="1"/>
                      <a:endParaRPr lang="en-US" sz="1000" b="1" i="0" u="none" strike="noStrike" kern="1500">
                        <a:solidFill>
                          <a:srgbClr val="000000"/>
                        </a:solidFill>
                        <a:effectLst/>
                        <a:latin typeface="CVS Health Sans"/>
                        <a:ea typeface="+mn-ea"/>
                        <a:cs typeface="+mn-cs"/>
                      </a:endParaRPr>
                    </a:p>
                  </a:txBody>
                  <a:tcPr marL="0" marR="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EOL application software</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FFFFFF"/>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BDBDB"/>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800" b="1" i="0" u="none" strike="noStrike">
                        <a:solidFill>
                          <a:srgbClr val="FFFFFF"/>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BDBDB"/>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800" b="1" i="0" u="none" strike="noStrike">
                        <a:solidFill>
                          <a:srgbClr val="FFFFFF"/>
                        </a:solidFill>
                        <a:effectLst/>
                        <a:latin typeface="CVS Health San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3370381396"/>
                  </a:ext>
                </a:extLst>
              </a:tr>
              <a:tr h="210312">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marL="0" algn="ctr" defTabSz="457200" rtl="0" eaLnBrk="1" fontAlgn="ctr" latinLnBrk="0" hangingPunct="1"/>
                      <a:r>
                        <a:rPr lang="en-US" sz="900" b="1" i="0" u="none" strike="noStrike" kern="1500">
                          <a:solidFill>
                            <a:srgbClr val="000000"/>
                          </a:solidFill>
                          <a:effectLst/>
                          <a:latin typeface="+mn-lt"/>
                          <a:ea typeface="+mn-ea"/>
                          <a:cs typeface="+mn-cs"/>
                        </a:rPr>
                        <a:t>Lack of Visibility</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marL="0" algn="ctr" defTabSz="457200" rtl="0" eaLnBrk="1" fontAlgn="ctr" latinLnBrk="0" hangingPunct="1"/>
                      <a:r>
                        <a:rPr lang="en-US" sz="900" b="1" i="0" u="none" strike="noStrike" kern="1500">
                          <a:solidFill>
                            <a:srgbClr val="000000"/>
                          </a:solidFill>
                          <a:effectLst/>
                          <a:latin typeface="+mn-lt"/>
                          <a:ea typeface="+mn-ea"/>
                          <a:cs typeface="+mn-cs"/>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marL="0" algn="r" defTabSz="457200" rtl="0" eaLnBrk="1" fontAlgn="ctr" latinLnBrk="0" hangingPunct="1"/>
                      <a:r>
                        <a:rPr lang="en-US" sz="900" b="0" i="0" u="none" strike="noStrike" kern="1500">
                          <a:solidFill>
                            <a:srgbClr val="000000"/>
                          </a:solidFill>
                          <a:effectLst/>
                          <a:latin typeface="+mn-lt"/>
                          <a:ea typeface="+mn-ea"/>
                          <a:cs typeface="+mn-cs"/>
                        </a:rPr>
                        <a:t>Monitoring and Observability</a:t>
                      </a:r>
                      <a:endParaRPr lang="en-US" sz="900" b="0" i="1" u="sng" strike="noStrike" kern="1500">
                        <a:solidFill>
                          <a:srgbClr val="000000"/>
                        </a:solidFill>
                        <a:effectLst/>
                        <a:latin typeface="+mn-lt"/>
                        <a:ea typeface="+mn-ea"/>
                        <a:cs typeface="+mn-cs"/>
                      </a:endParaRP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marL="0" algn="ctr" defTabSz="457200" rtl="0" eaLnBrk="1" fontAlgn="ctr" latinLnBrk="0" hangingPunct="1"/>
                      <a:endParaRPr lang="en-US" sz="1000" b="1" i="0" u="none" strike="noStrike" kern="1500">
                        <a:solidFill>
                          <a:srgbClr val="000000"/>
                        </a:solidFill>
                        <a:effectLst/>
                        <a:latin typeface="CVS Health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vMerge="1">
                  <a:txBody>
                    <a:bodyPr/>
                    <a:lstStyle/>
                    <a:p>
                      <a:pPr marL="0" algn="ctr" defTabSz="457200" rtl="0" eaLnBrk="1" fontAlgn="ctr" latinLnBrk="0" hangingPunct="1"/>
                      <a:endParaRPr lang="en-US" sz="900" b="1" i="0" u="none" strike="noStrike" kern="1500">
                        <a:solidFill>
                          <a:srgbClr val="000000"/>
                        </a:solidFill>
                        <a:effectLst/>
                        <a:latin typeface="CVS Health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vMerge="1">
                  <a:txBody>
                    <a:bodyPr/>
                    <a:lstStyle/>
                    <a:p>
                      <a:pPr marL="0" algn="ctr" defTabSz="457200" rtl="0" eaLnBrk="1" fontAlgn="ctr" latinLnBrk="0" hangingPunct="1"/>
                      <a:endParaRPr lang="en-US" sz="900" b="1" i="0" u="none" strike="noStrike" kern="1500">
                        <a:solidFill>
                          <a:srgbClr val="000000"/>
                        </a:solidFill>
                        <a:effectLst/>
                        <a:latin typeface="CVS Health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BDBDB"/>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extLst>
                  <a:ext uri="{0D108BD9-81ED-4DB2-BD59-A6C34878D82A}">
                    <a16:rowId xmlns:a16="http://schemas.microsoft.com/office/drawing/2014/main" val="2442888870"/>
                  </a:ext>
                </a:extLst>
              </a:tr>
              <a:tr h="210312">
                <a:tc rowSpan="8">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marL="0" algn="ctr" defTabSz="457200" rtl="0" eaLnBrk="1" fontAlgn="ctr" latinLnBrk="0" hangingPunct="1"/>
                      <a:r>
                        <a:rPr lang="en-US" sz="900" b="1" i="0" u="none" strike="noStrike" kern="1500">
                          <a:solidFill>
                            <a:srgbClr val="000000"/>
                          </a:solidFill>
                          <a:effectLst/>
                          <a:latin typeface="+mn-lt"/>
                          <a:ea typeface="+mn-ea"/>
                          <a:cs typeface="+mn-cs"/>
                        </a:rPr>
                        <a:t>Ability to  Recover</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Applications without DR or BCP plan</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0000"/>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802692258"/>
                  </a:ext>
                </a:extLst>
              </a:tr>
              <a:tr h="210312">
                <a:tc vMerge="1">
                  <a:txBody>
                    <a:bodyPr/>
                    <a:lstStyle/>
                    <a:p>
                      <a:pPr marL="0" algn="ctr" defTabSz="457200" rtl="0" eaLnBrk="1" fontAlgn="ctr" latinLnBrk="0" hangingPunct="1"/>
                      <a:endParaRPr lang="en-US" sz="1000" b="1" i="0" u="none" strike="noStrike" kern="1500">
                        <a:solidFill>
                          <a:srgbClr val="000000"/>
                        </a:solidFill>
                        <a:effectLst/>
                        <a:latin typeface="CVS Health Sans"/>
                        <a:ea typeface="+mn-ea"/>
                        <a:cs typeface="+mn-cs"/>
                      </a:endParaRPr>
                    </a:p>
                  </a:txBody>
                  <a:tcPr marL="0" marR="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Applications without recovery testing</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0000"/>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BDBDB"/>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BDBDB"/>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640230502"/>
                  </a:ext>
                </a:extLst>
              </a:tr>
              <a:tr h="210312">
                <a:tc vMerge="1">
                  <a:txBody>
                    <a:bodyPr/>
                    <a:lstStyle/>
                    <a:p>
                      <a:pPr marL="0" algn="ctr" defTabSz="457200" rtl="0" eaLnBrk="1" fontAlgn="ctr" latinLnBrk="0" hangingPunct="1"/>
                      <a:endParaRPr lang="en-US" sz="1000" b="1" i="0" u="none" strike="noStrike" kern="1500">
                        <a:solidFill>
                          <a:srgbClr val="000000"/>
                        </a:solidFill>
                        <a:effectLst/>
                        <a:latin typeface="CVS Health Sans"/>
                        <a:ea typeface="+mn-ea"/>
                        <a:cs typeface="+mn-cs"/>
                      </a:endParaRPr>
                    </a:p>
                  </a:txBody>
                  <a:tcPr marL="0" marR="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Applications that do not meet RTO</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0000"/>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2C2"/>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BDBDB"/>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00146517"/>
                  </a:ext>
                </a:extLst>
              </a:tr>
              <a:tr h="210312">
                <a:tc vMerge="1">
                  <a:txBody>
                    <a:bodyPr/>
                    <a:lstStyle/>
                    <a:p>
                      <a:endParaRPr lang="en-US"/>
                    </a:p>
                  </a:txBody>
                  <a:tcP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Servers without Load Balancing - HA</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0000"/>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2C2"/>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627246675"/>
                  </a:ext>
                </a:extLst>
              </a:tr>
              <a:tr h="210312">
                <a:tc vMerge="1">
                  <a:txBody>
                    <a:bodyPr/>
                    <a:lstStyle/>
                    <a:p>
                      <a:pPr marL="0" algn="ctr" defTabSz="457200" rtl="0" eaLnBrk="1" fontAlgn="ctr" latinLnBrk="0" hangingPunct="1"/>
                      <a:endParaRPr lang="en-US" sz="1000" b="1" i="0" u="none" strike="noStrike" kern="1500">
                        <a:solidFill>
                          <a:srgbClr val="000000"/>
                        </a:solidFill>
                        <a:effectLst/>
                        <a:latin typeface="CVS Health Sans"/>
                        <a:ea typeface="+mn-ea"/>
                        <a:cs typeface="+mn-cs"/>
                      </a:endParaRPr>
                    </a:p>
                  </a:txBody>
                  <a:tcPr marL="0" marR="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Databases without Cluster</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0000"/>
                        </a:solidFill>
                        <a:effectLst/>
                        <a:latin typeface="CVS Health Sans"/>
                      </a:endParaRPr>
                    </a:p>
                  </a:txBody>
                  <a:tcPr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938433229"/>
                  </a:ext>
                </a:extLst>
              </a:tr>
              <a:tr h="210312">
                <a:tc vMerge="1">
                  <a:txBody>
                    <a:bodyPr/>
                    <a:lstStyle/>
                    <a:p>
                      <a:pPr marL="0" algn="ctr" defTabSz="457200" rtl="0" eaLnBrk="1" fontAlgn="ctr" latinLnBrk="0" hangingPunct="1"/>
                      <a:endParaRPr lang="en-US" sz="1000" b="1" i="0" u="none" strike="noStrike" kern="1500">
                        <a:solidFill>
                          <a:srgbClr val="000000"/>
                        </a:solidFill>
                        <a:effectLst/>
                        <a:latin typeface="CVS Health Sans"/>
                        <a:ea typeface="+mn-ea"/>
                        <a:cs typeface="+mn-cs"/>
                      </a:endParaRPr>
                    </a:p>
                  </a:txBody>
                  <a:tcPr marL="0" marR="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DB Servers without Backup </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0000"/>
                        </a:solidFill>
                        <a:effectLst/>
                        <a:latin typeface="CVS Health Sans"/>
                      </a:endParaRPr>
                    </a:p>
                  </a:txBody>
                  <a:tcPr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587075012"/>
                  </a:ext>
                </a:extLst>
              </a:tr>
              <a:tr h="210312">
                <a:tc vMerge="1">
                  <a:txBody>
                    <a:bodyPr/>
                    <a:lstStyle/>
                    <a:p>
                      <a:pPr marL="0" algn="ctr" defTabSz="457200" rtl="0" eaLnBrk="1" fontAlgn="ctr" latinLnBrk="0" hangingPunct="1"/>
                      <a:endParaRPr lang="en-US" sz="1050" b="1" i="0" u="none" strike="noStrike" kern="1500">
                        <a:solidFill>
                          <a:srgbClr val="000000"/>
                        </a:solidFill>
                        <a:effectLst/>
                        <a:latin typeface="CVS Health Sans"/>
                        <a:ea typeface="+mn-ea"/>
                        <a:cs typeface="+mn-cs"/>
                      </a:endParaRPr>
                    </a:p>
                  </a:txBody>
                  <a:tcPr marL="0" marR="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900" b="1" i="0" u="none" strike="noStrike">
                          <a:solidFill>
                            <a:srgbClr val="000000"/>
                          </a:solidFill>
                          <a:effectLst/>
                          <a:latin typeface="+mn-lt"/>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r>
                        <a:rPr lang="en-US" sz="900" b="0" i="0" u="none" strike="noStrike">
                          <a:solidFill>
                            <a:srgbClr val="000000"/>
                          </a:solidFill>
                          <a:effectLst/>
                          <a:latin typeface="+mn-lt"/>
                        </a:rPr>
                        <a:t>Servers without Backup</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lang="en-US"/>
                    </a:p>
                  </a:txBody>
                  <a:tcPr>
                    <a:lnL w="12700" cap="flat" cmpd="sng" algn="ctr">
                      <a:solidFill>
                        <a:srgbClr val="000000"/>
                      </a:solidFill>
                      <a:prstDash val="solid"/>
                      <a:round/>
                      <a:headEnd type="none" w="med" len="med"/>
                      <a:tailEnd type="none" w="med" len="med"/>
                    </a:lnL>
                    <a:lnT w="12700" cmpd="sng">
                      <a:noFill/>
                      <a:prstDash val="solid"/>
                    </a:lnT>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a:txBody>
                    <a:bodyPr/>
                    <a:lstStyle/>
                    <a:p>
                      <a:pPr algn="ctr" fontAlgn="ctr"/>
                      <a:endParaRPr lang="en-US" sz="900" b="0" i="0" u="none" strike="noStrike">
                        <a:solidFill>
                          <a:srgbClr val="000000"/>
                        </a:solidFill>
                        <a:effectLst/>
                        <a:latin typeface="+mn-lt"/>
                      </a:endParaRPr>
                    </a:p>
                  </a:txBody>
                  <a:tcPr marL="0" marR="0" marT="0" marB="0" anchor="ctr">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fontAlgn="ctr"/>
                      <a:endParaRPr lang="en-US" sz="900" b="0" i="0" u="none" strike="noStrike">
                        <a:solidFill>
                          <a:srgbClr val="000000"/>
                        </a:solidFill>
                        <a:effectLst/>
                        <a:latin typeface="+mn-lt"/>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245441956"/>
                  </a:ext>
                </a:extLst>
              </a:tr>
              <a:tr h="210312">
                <a:tc vMerge="1">
                  <a:txBody>
                    <a:bodyPr/>
                    <a:lstStyle/>
                    <a:p>
                      <a:pPr marL="0" algn="ctr" defTabSz="457200" rtl="0" eaLnBrk="1" fontAlgn="ctr" latinLnBrk="0" hangingPunct="1"/>
                      <a:endParaRPr lang="en-US" sz="1050" b="1" i="0" u="none" strike="noStrike" kern="1500">
                        <a:solidFill>
                          <a:srgbClr val="000000"/>
                        </a:solidFill>
                        <a:effectLst/>
                        <a:latin typeface="CVS Health Sans"/>
                        <a:ea typeface="+mn-ea"/>
                        <a:cs typeface="+mn-cs"/>
                      </a:endParaRPr>
                    </a:p>
                  </a:txBody>
                  <a:tcPr marL="0" marR="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900" b="1" i="0" u="none" strike="noStrike">
                          <a:solidFill>
                            <a:srgbClr val="000000"/>
                          </a:solidFill>
                          <a:effectLst/>
                          <a:latin typeface="+mn-lt"/>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r>
                        <a:rPr lang="en-US" sz="900" b="0" i="0" u="none" strike="noStrike">
                          <a:solidFill>
                            <a:srgbClr val="000000"/>
                          </a:solidFill>
                          <a:effectLst/>
                          <a:latin typeface="+mn-lt"/>
                        </a:rPr>
                        <a:t>3</a:t>
                      </a:r>
                      <a:r>
                        <a:rPr lang="en-US" sz="900" b="0" i="0" u="none" strike="noStrike" baseline="30000">
                          <a:solidFill>
                            <a:srgbClr val="000000"/>
                          </a:solidFill>
                          <a:effectLst/>
                          <a:latin typeface="+mn-lt"/>
                        </a:rPr>
                        <a:t>rd</a:t>
                      </a:r>
                      <a:r>
                        <a:rPr lang="en-US" sz="900" b="0" i="0" u="none" strike="noStrike">
                          <a:solidFill>
                            <a:srgbClr val="000000"/>
                          </a:solidFill>
                          <a:effectLst/>
                          <a:latin typeface="+mn-lt"/>
                        </a:rPr>
                        <a:t> party concerns</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endParaRPr lang="en-US"/>
                    </a:p>
                  </a:txBody>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endParaRPr lang="en-US"/>
                    </a:p>
                  </a:txBody>
                  <a:tcPr/>
                </a:tc>
                <a:tc>
                  <a:txBody>
                    <a:bodyPr/>
                    <a:lstStyle/>
                    <a:p>
                      <a:pPr algn="ctr" fontAlgn="ctr"/>
                      <a:endParaRPr lang="en-US" sz="900" b="0" i="0" u="none" strike="noStrike">
                        <a:solidFill>
                          <a:srgbClr val="000000"/>
                        </a:solidFill>
                        <a:effectLst/>
                        <a:latin typeface="+mn-l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80498014"/>
                  </a:ext>
                </a:extLst>
              </a:tr>
              <a:tr h="210312">
                <a:tc rowSpan="4">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marL="0" algn="ctr" defTabSz="457200" rtl="0" eaLnBrk="1" fontAlgn="ctr" latinLnBrk="0" hangingPunct="1"/>
                      <a:r>
                        <a:rPr lang="en-US" sz="900" b="1" i="0" u="none" strike="noStrike" kern="1500">
                          <a:solidFill>
                            <a:srgbClr val="000000"/>
                          </a:solidFill>
                          <a:effectLst/>
                          <a:latin typeface="+mn-lt"/>
                          <a:ea typeface="+mn-ea"/>
                          <a:cs typeface="+mn-cs"/>
                        </a:rPr>
                        <a:t>Capacity</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Overutilization of storage</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0000"/>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rowSpan="4">
                  <a:txBody>
                    <a:bodyPr/>
                    <a:lstStyle/>
                    <a:p>
                      <a:pPr algn="ctr" rtl="0" fontAlgn="ctr"/>
                      <a:endParaRPr lang="en-US" sz="900" b="1" i="0" u="none" strike="noStrike">
                        <a:solidFill>
                          <a:srgbClr val="000000"/>
                        </a:solidFill>
                        <a:effectLst/>
                        <a:latin typeface="+mn-lt"/>
                      </a:endParaRPr>
                    </a:p>
                  </a:txBody>
                  <a:tcPr marL="0" marR="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403898241"/>
                  </a:ext>
                </a:extLst>
              </a:tr>
              <a:tr h="210312">
                <a:tc vMerge="1">
                  <a:txBody>
                    <a:bodyPr/>
                    <a:lstStyle/>
                    <a:p>
                      <a:pPr marL="0" algn="ctr" defTabSz="457200" rtl="0" eaLnBrk="1" fontAlgn="ctr" latinLnBrk="0" hangingPunct="1"/>
                      <a:endParaRPr lang="en-US" sz="900" b="1" i="0" u="none" strike="noStrike" kern="1500">
                        <a:solidFill>
                          <a:srgbClr val="000000"/>
                        </a:solidFill>
                        <a:effectLst/>
                        <a:latin typeface="CVS Health Sans"/>
                        <a:ea typeface="+mn-ea"/>
                        <a:cs typeface="+mn-cs"/>
                      </a:endParaRPr>
                    </a:p>
                  </a:txBody>
                  <a:tcPr marL="0" marR="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Overutilization of physical server </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0000"/>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3257301185"/>
                  </a:ext>
                </a:extLst>
              </a:tr>
              <a:tr h="210312">
                <a:tc vMerge="1">
                  <a:txBody>
                    <a:bodyPr/>
                    <a:lstStyle/>
                    <a:p>
                      <a:pPr marL="0" algn="ctr" defTabSz="457200" rtl="0" eaLnBrk="1" fontAlgn="ctr" latinLnBrk="0" hangingPunct="1"/>
                      <a:endParaRPr lang="en-US" sz="900" b="1" i="0" u="none" strike="noStrike" kern="1500">
                        <a:solidFill>
                          <a:srgbClr val="000000"/>
                        </a:solidFill>
                        <a:effectLst/>
                        <a:latin typeface="CVS Health Sans"/>
                        <a:ea typeface="+mn-ea"/>
                        <a:cs typeface="+mn-cs"/>
                      </a:endParaRPr>
                    </a:p>
                  </a:txBody>
                  <a:tcPr marL="0" marR="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Overutilization of virtual server</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0000"/>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extLst>
                  <a:ext uri="{0D108BD9-81ED-4DB2-BD59-A6C34878D82A}">
                    <a16:rowId xmlns:a16="http://schemas.microsoft.com/office/drawing/2014/main" val="2481894237"/>
                  </a:ext>
                </a:extLst>
              </a:tr>
              <a:tr h="210312">
                <a:tc vMerge="1">
                  <a:txBody>
                    <a:bodyPr/>
                    <a:lstStyle/>
                    <a:p>
                      <a:pPr marL="0" algn="ctr" defTabSz="457200" rtl="0" eaLnBrk="1" fontAlgn="ctr" latinLnBrk="0" hangingPunct="1"/>
                      <a:endParaRPr lang="en-US" sz="900" b="1" i="0" u="none" strike="noStrike" kern="1500">
                        <a:solidFill>
                          <a:srgbClr val="000000"/>
                        </a:solidFill>
                        <a:effectLst/>
                        <a:latin typeface="CVS Health Sans"/>
                        <a:ea typeface="+mn-ea"/>
                        <a:cs typeface="+mn-cs"/>
                      </a:endParaRPr>
                    </a:p>
                  </a:txBody>
                  <a:tcPr marL="0" marR="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rtl="0" fontAlgn="ctr"/>
                      <a:r>
                        <a:rPr lang="en-US" sz="900" b="1" i="0" u="none" strike="noStrike">
                          <a:solidFill>
                            <a:srgbClr val="000000"/>
                          </a:solidFill>
                          <a:effectLst/>
                          <a:latin typeface="+mn-lt"/>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r" rtl="0" fontAlgn="ctr"/>
                      <a:r>
                        <a:rPr lang="en-US" sz="900" b="0" i="0" u="none" strike="noStrike">
                          <a:solidFill>
                            <a:srgbClr val="000000"/>
                          </a:solidFill>
                          <a:effectLst/>
                          <a:latin typeface="+mn-lt"/>
                        </a:rPr>
                        <a:t>Overutilization of databases</a:t>
                      </a:r>
                    </a:p>
                  </a:txBody>
                  <a:tcPr marL="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xBody>
                    <a:bodyPr/>
                    <a:lstStyle/>
                    <a:p>
                      <a:pPr algn="ctr" rtl="0" fontAlgn="ctr"/>
                      <a:endParaRPr lang="en-US" sz="900" b="1" i="0" u="none" strike="noStrike">
                        <a:solidFill>
                          <a:srgbClr val="000000"/>
                        </a:solidFill>
                        <a:effectLst/>
                        <a:latin typeface="CVS Health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ctr"/>
                      <a:r>
                        <a:rPr lang="en-US" sz="900" b="0" i="0" u="none" strike="noStrike">
                          <a:solidFill>
                            <a:srgbClr val="000000"/>
                          </a:solidFill>
                          <a:effectLst/>
                          <a:latin typeface="+mn-lt"/>
                        </a:rPr>
                        <a:t>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DEAE8"/>
                    </a:solidFill>
                  </a:tcPr>
                </a:tc>
                <a:tc vMerge="1">
                  <a:txBody>
                    <a:bodyPr/>
                    <a:lstStyle/>
                    <a:p>
                      <a:pPr algn="ctr" rtl="0" fontAlgn="ctr"/>
                      <a:endParaRPr lang="en-US" sz="900" b="1" i="0" u="none" strike="noStrike">
                        <a:solidFill>
                          <a:srgbClr val="000000"/>
                        </a:solidFill>
                        <a:effectLst/>
                        <a:latin typeface="CVS Health Sans"/>
                      </a:endParaRP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lvl1pPr marL="0" algn="l" defTabSz="914400" rtl="0" eaLnBrk="1" latinLnBrk="0" hangingPunct="1">
                        <a:defRPr sz="1800" kern="1200">
                          <a:solidFill>
                            <a:schemeClr val="tx1"/>
                          </a:solidFill>
                          <a:latin typeface="CVS Health Sans"/>
                        </a:defRPr>
                      </a:lvl1pPr>
                      <a:lvl2pPr marL="457200" algn="l" defTabSz="914400" rtl="0" eaLnBrk="1" latinLnBrk="0" hangingPunct="1">
                        <a:defRPr sz="1800" kern="1200">
                          <a:solidFill>
                            <a:schemeClr val="tx1"/>
                          </a:solidFill>
                          <a:latin typeface="CVS Health Sans"/>
                        </a:defRPr>
                      </a:lvl2pPr>
                      <a:lvl3pPr marL="914400" algn="l" defTabSz="914400" rtl="0" eaLnBrk="1" latinLnBrk="0" hangingPunct="1">
                        <a:defRPr sz="1800" kern="1200">
                          <a:solidFill>
                            <a:schemeClr val="tx1"/>
                          </a:solidFill>
                          <a:latin typeface="CVS Health Sans"/>
                        </a:defRPr>
                      </a:lvl3pPr>
                      <a:lvl4pPr marL="1371600" algn="l" defTabSz="914400" rtl="0" eaLnBrk="1" latinLnBrk="0" hangingPunct="1">
                        <a:defRPr sz="1800" kern="1200">
                          <a:solidFill>
                            <a:schemeClr val="tx1"/>
                          </a:solidFill>
                          <a:latin typeface="CVS Health Sans"/>
                        </a:defRPr>
                      </a:lvl4pPr>
                      <a:lvl5pPr marL="1828800" algn="l" defTabSz="914400" rtl="0" eaLnBrk="1" latinLnBrk="0" hangingPunct="1">
                        <a:defRPr sz="1800" kern="1200">
                          <a:solidFill>
                            <a:schemeClr val="tx1"/>
                          </a:solidFill>
                          <a:latin typeface="CVS Health Sans"/>
                        </a:defRPr>
                      </a:lvl5pPr>
                      <a:lvl6pPr marL="2286000" algn="l" defTabSz="914400" rtl="0" eaLnBrk="1" latinLnBrk="0" hangingPunct="1">
                        <a:defRPr sz="1800" kern="1200">
                          <a:solidFill>
                            <a:schemeClr val="tx1"/>
                          </a:solidFill>
                          <a:latin typeface="CVS Health Sans"/>
                        </a:defRPr>
                      </a:lvl6pPr>
                      <a:lvl7pPr marL="2743200" algn="l" defTabSz="914400" rtl="0" eaLnBrk="1" latinLnBrk="0" hangingPunct="1">
                        <a:defRPr sz="1800" kern="1200">
                          <a:solidFill>
                            <a:schemeClr val="tx1"/>
                          </a:solidFill>
                          <a:latin typeface="CVS Health Sans"/>
                        </a:defRPr>
                      </a:lvl7pPr>
                      <a:lvl8pPr marL="3200400" algn="l" defTabSz="914400" rtl="0" eaLnBrk="1" latinLnBrk="0" hangingPunct="1">
                        <a:defRPr sz="1800" kern="1200">
                          <a:solidFill>
                            <a:schemeClr val="tx1"/>
                          </a:solidFill>
                          <a:latin typeface="CVS Health Sans"/>
                        </a:defRPr>
                      </a:lvl8pPr>
                      <a:lvl9pPr marL="3657600" algn="l" defTabSz="914400" rtl="0" eaLnBrk="1" latinLnBrk="0" hangingPunct="1">
                        <a:defRPr sz="1800" kern="1200">
                          <a:solidFill>
                            <a:schemeClr val="tx1"/>
                          </a:solidFill>
                          <a:latin typeface="CVS Health Sans"/>
                        </a:defRPr>
                      </a:lvl9pPr>
                    </a:lstStyle>
                    <a:p>
                      <a:pPr algn="ctr" fontAlgn="b"/>
                      <a:r>
                        <a:rPr lang="en-US" sz="900" b="0" i="0" u="none" strike="noStrike">
                          <a:solidFill>
                            <a:srgbClr val="000000"/>
                          </a:solidFill>
                          <a:effectLst/>
                          <a:latin typeface="+mn-lt"/>
                        </a:rPr>
                        <a:t>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256882634"/>
                  </a:ext>
                </a:extLst>
              </a:tr>
            </a:tbl>
          </a:graphicData>
        </a:graphic>
      </p:graphicFrame>
      <p:sp>
        <p:nvSpPr>
          <p:cNvPr id="5" name="TextBox 4">
            <a:extLst>
              <a:ext uri="{FF2B5EF4-FFF2-40B4-BE49-F238E27FC236}">
                <a16:creationId xmlns:a16="http://schemas.microsoft.com/office/drawing/2014/main" id="{F7E20CAE-F9B4-A323-4F6F-3D3B205085DC}"/>
              </a:ext>
            </a:extLst>
          </p:cNvPr>
          <p:cNvSpPr txBox="1"/>
          <p:nvPr/>
        </p:nvSpPr>
        <p:spPr>
          <a:xfrm>
            <a:off x="8393531" y="1219201"/>
            <a:ext cx="3567809" cy="4921959"/>
          </a:xfrm>
          <a:prstGeom prst="rect">
            <a:avLst/>
          </a:prstGeom>
        </p:spPr>
        <p:txBody>
          <a:bodyPr vert="horz" wrap="square" lIns="0" tIns="0" rIns="0" bIns="0" rtlCol="0" anchor="t" anchorCtr="0">
            <a:noAutofit/>
          </a:bodyPr>
          <a:lstStyle/>
          <a:p>
            <a:pPr algn="l">
              <a:spcAft>
                <a:spcPts val="600"/>
              </a:spcAft>
            </a:pPr>
            <a:r>
              <a:rPr lang="en-US" sz="1500" b="1"/>
              <a:t>Board Audience</a:t>
            </a:r>
          </a:p>
          <a:p>
            <a:pPr marL="342900" indent="-342900" algn="l">
              <a:spcAft>
                <a:spcPts val="600"/>
              </a:spcAft>
              <a:buFont typeface="+mj-lt"/>
              <a:buAutoNum type="arabicPeriod"/>
            </a:pPr>
            <a:r>
              <a:rPr lang="en-US" sz="1500"/>
              <a:t>L1 risk scorecard by business</a:t>
            </a:r>
          </a:p>
          <a:p>
            <a:pPr marL="342900" indent="-342900" algn="l">
              <a:spcAft>
                <a:spcPts val="600"/>
              </a:spcAft>
              <a:buFont typeface="+mj-lt"/>
              <a:buAutoNum type="arabicPeriod"/>
            </a:pPr>
            <a:r>
              <a:rPr lang="en-US" sz="1500"/>
              <a:t>Funding request and path to green</a:t>
            </a:r>
          </a:p>
          <a:p>
            <a:pPr algn="l">
              <a:spcAft>
                <a:spcPts val="600"/>
              </a:spcAft>
            </a:pPr>
            <a:endParaRPr lang="en-US" sz="1500" b="1"/>
          </a:p>
          <a:p>
            <a:pPr algn="l">
              <a:spcAft>
                <a:spcPts val="600"/>
              </a:spcAft>
            </a:pPr>
            <a:r>
              <a:rPr lang="en-US" sz="1500" b="1"/>
              <a:t>CIO / IT VP Audience</a:t>
            </a:r>
          </a:p>
          <a:p>
            <a:pPr marL="342900" indent="-342900" algn="l">
              <a:spcAft>
                <a:spcPts val="600"/>
              </a:spcAft>
              <a:buFont typeface="+mj-lt"/>
              <a:buAutoNum type="arabicPeriod"/>
            </a:pPr>
            <a:r>
              <a:rPr lang="en-US" sz="1500"/>
              <a:t>L2 risk scorecard by app portfolio</a:t>
            </a:r>
          </a:p>
          <a:p>
            <a:pPr marL="342900" indent="-342900" algn="l">
              <a:spcAft>
                <a:spcPts val="600"/>
              </a:spcAft>
              <a:buFont typeface="+mj-lt"/>
              <a:buAutoNum type="arabicPeriod"/>
            </a:pPr>
            <a:r>
              <a:rPr lang="en-US" sz="1500"/>
              <a:t>Gaps in current and residual risk</a:t>
            </a:r>
          </a:p>
          <a:p>
            <a:pPr marL="342900" indent="-342900" algn="l">
              <a:spcAft>
                <a:spcPts val="600"/>
              </a:spcAft>
              <a:buFont typeface="+mj-lt"/>
              <a:buAutoNum type="arabicPeriod"/>
            </a:pPr>
            <a:r>
              <a:rPr lang="en-US" sz="1500"/>
              <a:t>KRI tolerance levels to achieve green</a:t>
            </a:r>
          </a:p>
          <a:p>
            <a:pPr marL="342900" indent="-342900" algn="l">
              <a:spcAft>
                <a:spcPts val="600"/>
              </a:spcAft>
              <a:buFont typeface="+mj-lt"/>
              <a:buAutoNum type="arabicPeriod"/>
            </a:pPr>
            <a:endParaRPr lang="en-US" sz="1500"/>
          </a:p>
          <a:p>
            <a:pPr algn="l">
              <a:spcAft>
                <a:spcPts val="600"/>
              </a:spcAft>
            </a:pPr>
            <a:r>
              <a:rPr lang="en-US" sz="1500" b="1"/>
              <a:t>Application Owner Audience</a:t>
            </a:r>
          </a:p>
          <a:p>
            <a:pPr marL="342900" indent="-342900" algn="l">
              <a:spcAft>
                <a:spcPts val="600"/>
              </a:spcAft>
              <a:buFont typeface="+mj-lt"/>
              <a:buAutoNum type="arabicPeriod"/>
            </a:pPr>
            <a:r>
              <a:rPr lang="en-US" sz="1500"/>
              <a:t>L2 risk scorecard by application</a:t>
            </a:r>
          </a:p>
          <a:p>
            <a:pPr marL="342900" indent="-342900" algn="l">
              <a:spcAft>
                <a:spcPts val="600"/>
              </a:spcAft>
              <a:buFont typeface="+mj-lt"/>
              <a:buAutoNum type="arabicPeriod"/>
            </a:pPr>
            <a:r>
              <a:rPr lang="en-US" sz="1500"/>
              <a:t>Line-item gaps with project charters to implement risk mitigation solutions</a:t>
            </a:r>
          </a:p>
          <a:p>
            <a:pPr marL="342900" indent="-342900" algn="l">
              <a:spcAft>
                <a:spcPts val="600"/>
              </a:spcAft>
              <a:buFont typeface="+mj-lt"/>
              <a:buAutoNum type="arabicPeriod"/>
            </a:pPr>
            <a:r>
              <a:rPr lang="en-US" sz="1500"/>
              <a:t>KRI’s backed by inventory data to programmatically track KRI compliance</a:t>
            </a:r>
          </a:p>
          <a:p>
            <a:pPr marL="342900" indent="-342900" algn="l">
              <a:spcAft>
                <a:spcPts val="600"/>
              </a:spcAft>
              <a:buFont typeface="+mj-lt"/>
              <a:buAutoNum type="arabicPeriod"/>
            </a:pPr>
            <a:endParaRPr lang="en-US" sz="1500"/>
          </a:p>
        </p:txBody>
      </p:sp>
    </p:spTree>
    <p:extLst>
      <p:ext uri="{BB962C8B-B14F-4D97-AF65-F5344CB8AC3E}">
        <p14:creationId xmlns:p14="http://schemas.microsoft.com/office/powerpoint/2010/main" val="327699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52B5A-E5AC-5389-14D6-AF556DFCD8D0}"/>
              </a:ext>
            </a:extLst>
          </p:cNvPr>
          <p:cNvSpPr>
            <a:spLocks noGrp="1"/>
          </p:cNvSpPr>
          <p:nvPr>
            <p:ph type="ctrTitle"/>
          </p:nvPr>
        </p:nvSpPr>
        <p:spPr/>
        <p:txBody>
          <a:bodyPr/>
          <a:lstStyle/>
          <a:p>
            <a:r>
              <a:rPr lang="en-US"/>
              <a:t>IT Capability Maturity Definitions</a:t>
            </a:r>
          </a:p>
        </p:txBody>
      </p:sp>
    </p:spTree>
    <p:extLst>
      <p:ext uri="{BB962C8B-B14F-4D97-AF65-F5344CB8AC3E}">
        <p14:creationId xmlns:p14="http://schemas.microsoft.com/office/powerpoint/2010/main" val="494399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52EDE-E200-7BA0-B33F-3D9AE5BBC43B}"/>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7111812A-FBBD-A4D2-BFFE-0DFBE4A00E5D}"/>
              </a:ext>
            </a:extLst>
          </p:cNvPr>
          <p:cNvSpPr/>
          <p:nvPr/>
        </p:nvSpPr>
        <p:spPr>
          <a:xfrm>
            <a:off x="995364" y="2594823"/>
            <a:ext cx="1536104" cy="3492709"/>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prstClr val="white"/>
              </a:solidFill>
              <a:effectLst/>
              <a:uLnTx/>
              <a:uFillTx/>
              <a:latin typeface="Arial"/>
              <a:ea typeface="+mn-ea"/>
              <a:cs typeface="+mn-cs"/>
            </a:endParaRPr>
          </a:p>
        </p:txBody>
      </p:sp>
      <p:sp>
        <p:nvSpPr>
          <p:cNvPr id="5" name="Rectangle 4">
            <a:extLst>
              <a:ext uri="{FF2B5EF4-FFF2-40B4-BE49-F238E27FC236}">
                <a16:creationId xmlns:a16="http://schemas.microsoft.com/office/drawing/2014/main" id="{0001C1A0-15E5-3AE9-2D06-17F416D71E81}"/>
              </a:ext>
            </a:extLst>
          </p:cNvPr>
          <p:cNvSpPr>
            <a:spLocks/>
          </p:cNvSpPr>
          <p:nvPr/>
        </p:nvSpPr>
        <p:spPr>
          <a:xfrm>
            <a:off x="995364" y="2121484"/>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Align</a:t>
            </a:r>
          </a:p>
        </p:txBody>
      </p:sp>
      <p:sp>
        <p:nvSpPr>
          <p:cNvPr id="11" name="Rectangle 10">
            <a:extLst>
              <a:ext uri="{FF2B5EF4-FFF2-40B4-BE49-F238E27FC236}">
                <a16:creationId xmlns:a16="http://schemas.microsoft.com/office/drawing/2014/main" id="{D07758A2-A123-37B1-4BF1-2B3D381D80D1}"/>
              </a:ext>
            </a:extLst>
          </p:cNvPr>
          <p:cNvSpPr>
            <a:spLocks/>
          </p:cNvSpPr>
          <p:nvPr/>
        </p:nvSpPr>
        <p:spPr>
          <a:xfrm>
            <a:off x="1139071" y="2654001"/>
            <a:ext cx="1270636" cy="2988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Represents strategic alignment capabilities that set the context information, structure, and rules for other capabilities in the IT value chain. Includes capabilities like Strategy &amp; Investment Management and IT Vendor Management.</a:t>
            </a:r>
          </a:p>
        </p:txBody>
      </p:sp>
      <p:sp>
        <p:nvSpPr>
          <p:cNvPr id="35" name="Rectangle 34">
            <a:extLst>
              <a:ext uri="{FF2B5EF4-FFF2-40B4-BE49-F238E27FC236}">
                <a16:creationId xmlns:a16="http://schemas.microsoft.com/office/drawing/2014/main" id="{02F99264-6595-2AFF-3647-23A65CE6D3D5}"/>
              </a:ext>
            </a:extLst>
          </p:cNvPr>
          <p:cNvSpPr/>
          <p:nvPr/>
        </p:nvSpPr>
        <p:spPr>
          <a:xfrm>
            <a:off x="2729033" y="2594823"/>
            <a:ext cx="1536104" cy="3492709"/>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prstClr val="white"/>
              </a:solidFill>
              <a:effectLst/>
              <a:uLnTx/>
              <a:uFillTx/>
              <a:latin typeface="Arial"/>
              <a:ea typeface="+mn-ea"/>
              <a:cs typeface="+mn-cs"/>
            </a:endParaRPr>
          </a:p>
        </p:txBody>
      </p:sp>
      <p:sp>
        <p:nvSpPr>
          <p:cNvPr id="6" name="Rectangle 5">
            <a:extLst>
              <a:ext uri="{FF2B5EF4-FFF2-40B4-BE49-F238E27FC236}">
                <a16:creationId xmlns:a16="http://schemas.microsoft.com/office/drawing/2014/main" id="{7CB38278-FD83-AB4B-0F5F-0E36AC37724B}"/>
              </a:ext>
            </a:extLst>
          </p:cNvPr>
          <p:cNvSpPr>
            <a:spLocks/>
          </p:cNvSpPr>
          <p:nvPr/>
        </p:nvSpPr>
        <p:spPr>
          <a:xfrm>
            <a:off x="2729033" y="2121484"/>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Define</a:t>
            </a:r>
          </a:p>
        </p:txBody>
      </p:sp>
      <p:sp>
        <p:nvSpPr>
          <p:cNvPr id="12" name="Rectangle 11">
            <a:extLst>
              <a:ext uri="{FF2B5EF4-FFF2-40B4-BE49-F238E27FC236}">
                <a16:creationId xmlns:a16="http://schemas.microsoft.com/office/drawing/2014/main" id="{7C23CC1A-9ACC-998B-AEF6-A6C9B9C2B9B1}"/>
              </a:ext>
            </a:extLst>
          </p:cNvPr>
          <p:cNvSpPr>
            <a:spLocks/>
          </p:cNvSpPr>
          <p:nvPr/>
        </p:nvSpPr>
        <p:spPr>
          <a:xfrm>
            <a:off x="2872740" y="2654001"/>
            <a:ext cx="1270636" cy="2769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Defines requirements at the Portfolio-, Program/Increment-, and Project/Product-level, as well as to articulate the Solution Architecture design at a sufficient level of detail. These capabilities help elicit 'ideas' and assess how well they align with strategic priorities, and how feasible they are from a technical, financial, and operational perspective.</a:t>
            </a:r>
          </a:p>
        </p:txBody>
      </p:sp>
      <p:sp>
        <p:nvSpPr>
          <p:cNvPr id="36" name="Rectangle 35">
            <a:extLst>
              <a:ext uri="{FF2B5EF4-FFF2-40B4-BE49-F238E27FC236}">
                <a16:creationId xmlns:a16="http://schemas.microsoft.com/office/drawing/2014/main" id="{A7C47259-30D2-7FD4-24D7-EFFE193CE925}"/>
              </a:ext>
            </a:extLst>
          </p:cNvPr>
          <p:cNvSpPr/>
          <p:nvPr/>
        </p:nvSpPr>
        <p:spPr>
          <a:xfrm>
            <a:off x="4462705" y="2594823"/>
            <a:ext cx="1536104" cy="3492709"/>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prstClr val="white"/>
              </a:solidFill>
              <a:effectLst/>
              <a:uLnTx/>
              <a:uFillTx/>
              <a:latin typeface="Arial"/>
              <a:ea typeface="+mn-ea"/>
              <a:cs typeface="+mn-cs"/>
            </a:endParaRPr>
          </a:p>
        </p:txBody>
      </p:sp>
      <p:sp>
        <p:nvSpPr>
          <p:cNvPr id="7" name="Rectangle 6">
            <a:extLst>
              <a:ext uri="{FF2B5EF4-FFF2-40B4-BE49-F238E27FC236}">
                <a16:creationId xmlns:a16="http://schemas.microsoft.com/office/drawing/2014/main" id="{980210FC-289F-BD94-7BBC-DA9141C5AE4F}"/>
              </a:ext>
            </a:extLst>
          </p:cNvPr>
          <p:cNvSpPr>
            <a:spLocks/>
          </p:cNvSpPr>
          <p:nvPr/>
        </p:nvSpPr>
        <p:spPr>
          <a:xfrm>
            <a:off x="4462701" y="2121484"/>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Change</a:t>
            </a:r>
          </a:p>
        </p:txBody>
      </p:sp>
      <p:sp>
        <p:nvSpPr>
          <p:cNvPr id="13" name="Rectangle 12">
            <a:extLst>
              <a:ext uri="{FF2B5EF4-FFF2-40B4-BE49-F238E27FC236}">
                <a16:creationId xmlns:a16="http://schemas.microsoft.com/office/drawing/2014/main" id="{90B13359-7652-5E26-D9D8-63CF50C80E59}"/>
              </a:ext>
            </a:extLst>
          </p:cNvPr>
          <p:cNvSpPr>
            <a:spLocks/>
          </p:cNvSpPr>
          <p:nvPr/>
        </p:nvSpPr>
        <p:spPr>
          <a:xfrm>
            <a:off x="4606408" y="2654001"/>
            <a:ext cx="1270636" cy="32316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Stages modifications to technologies managed by IT to meet requirements and prepare for testing. These capabilities involve building technical specifications, developing software, adjusting software configurations, setting up hardware (end user, network, datacenter), managing cloud environments, building data models, developing algorithms, integrating systems and designing the UX/UI for a solution.</a:t>
            </a:r>
          </a:p>
        </p:txBody>
      </p:sp>
      <p:sp>
        <p:nvSpPr>
          <p:cNvPr id="37" name="Rectangle 36">
            <a:extLst>
              <a:ext uri="{FF2B5EF4-FFF2-40B4-BE49-F238E27FC236}">
                <a16:creationId xmlns:a16="http://schemas.microsoft.com/office/drawing/2014/main" id="{112760FA-A2A6-DEB1-6DE5-63DAB1A09E23}"/>
              </a:ext>
            </a:extLst>
          </p:cNvPr>
          <p:cNvSpPr/>
          <p:nvPr/>
        </p:nvSpPr>
        <p:spPr>
          <a:xfrm>
            <a:off x="6196374" y="2594823"/>
            <a:ext cx="1536104" cy="3492709"/>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prstClr val="white"/>
              </a:solidFill>
              <a:effectLst/>
              <a:uLnTx/>
              <a:uFillTx/>
              <a:latin typeface="Arial"/>
              <a:ea typeface="+mn-ea"/>
              <a:cs typeface="+mn-cs"/>
            </a:endParaRPr>
          </a:p>
        </p:txBody>
      </p:sp>
      <p:sp>
        <p:nvSpPr>
          <p:cNvPr id="8" name="Rectangle 7">
            <a:extLst>
              <a:ext uri="{FF2B5EF4-FFF2-40B4-BE49-F238E27FC236}">
                <a16:creationId xmlns:a16="http://schemas.microsoft.com/office/drawing/2014/main" id="{18F1E7AA-4730-1BA1-03EB-1DD0DEE84E77}"/>
              </a:ext>
            </a:extLst>
          </p:cNvPr>
          <p:cNvSpPr>
            <a:spLocks/>
          </p:cNvSpPr>
          <p:nvPr/>
        </p:nvSpPr>
        <p:spPr>
          <a:xfrm>
            <a:off x="6196370" y="2121484"/>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Test</a:t>
            </a:r>
          </a:p>
        </p:txBody>
      </p:sp>
      <p:sp>
        <p:nvSpPr>
          <p:cNvPr id="14" name="Rectangle 13">
            <a:extLst>
              <a:ext uri="{FF2B5EF4-FFF2-40B4-BE49-F238E27FC236}">
                <a16:creationId xmlns:a16="http://schemas.microsoft.com/office/drawing/2014/main" id="{74B6FBB4-6AF4-FE0E-2B9E-8FD642939B05}"/>
              </a:ext>
            </a:extLst>
          </p:cNvPr>
          <p:cNvSpPr>
            <a:spLocks/>
          </p:cNvSpPr>
          <p:nvPr/>
        </p:nvSpPr>
        <p:spPr>
          <a:xfrm>
            <a:off x="6340077" y="2654001"/>
            <a:ext cx="1270636" cy="33855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Assures the quality of staged technology changes before they are presented for release to end users. These capabilities ensure changes meet the required functionality, performance, and security requirements. This typically involves Unit Testing, Systems Integration Testing (SIT), and User Acceptance Testing (UAT). Some organizations might also conduct 'Viability Testing' to evaluate whether changes are ‘minimally viable.’</a:t>
            </a:r>
          </a:p>
        </p:txBody>
      </p:sp>
      <p:sp>
        <p:nvSpPr>
          <p:cNvPr id="38" name="Rectangle 37">
            <a:extLst>
              <a:ext uri="{FF2B5EF4-FFF2-40B4-BE49-F238E27FC236}">
                <a16:creationId xmlns:a16="http://schemas.microsoft.com/office/drawing/2014/main" id="{05261995-89A7-A6D8-878F-22E75A0A82B9}"/>
              </a:ext>
            </a:extLst>
          </p:cNvPr>
          <p:cNvSpPr/>
          <p:nvPr/>
        </p:nvSpPr>
        <p:spPr>
          <a:xfrm>
            <a:off x="7930043" y="2594823"/>
            <a:ext cx="1536104" cy="3492709"/>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prstClr val="white"/>
              </a:solidFill>
              <a:effectLst/>
              <a:uLnTx/>
              <a:uFillTx/>
              <a:latin typeface="Arial"/>
              <a:ea typeface="+mn-ea"/>
              <a:cs typeface="+mn-cs"/>
            </a:endParaRPr>
          </a:p>
        </p:txBody>
      </p:sp>
      <p:sp>
        <p:nvSpPr>
          <p:cNvPr id="9" name="Rectangle 8">
            <a:extLst>
              <a:ext uri="{FF2B5EF4-FFF2-40B4-BE49-F238E27FC236}">
                <a16:creationId xmlns:a16="http://schemas.microsoft.com/office/drawing/2014/main" id="{4D60EDF5-FC4D-BC50-5D88-BA8DBA84C510}"/>
              </a:ext>
            </a:extLst>
          </p:cNvPr>
          <p:cNvSpPr>
            <a:spLocks/>
          </p:cNvSpPr>
          <p:nvPr/>
        </p:nvSpPr>
        <p:spPr>
          <a:xfrm>
            <a:off x="7930039" y="2121484"/>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Deliver</a:t>
            </a:r>
          </a:p>
        </p:txBody>
      </p:sp>
      <p:sp>
        <p:nvSpPr>
          <p:cNvPr id="15" name="Rectangle 14">
            <a:extLst>
              <a:ext uri="{FF2B5EF4-FFF2-40B4-BE49-F238E27FC236}">
                <a16:creationId xmlns:a16="http://schemas.microsoft.com/office/drawing/2014/main" id="{800099D2-E214-38FB-E733-DE1175A10CCF}"/>
              </a:ext>
            </a:extLst>
          </p:cNvPr>
          <p:cNvSpPr>
            <a:spLocks/>
          </p:cNvSpPr>
          <p:nvPr/>
        </p:nvSpPr>
        <p:spPr>
          <a:xfrm>
            <a:off x="8073746" y="2654001"/>
            <a:ext cx="1270636" cy="26161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Evaluates final readiness for a change to be delivered to end users. These capabilities involve both readiness planning (i.e., are users ready for change or is there a readiness plan) and technical deployment planning (i.e., how will changes be delivered and what happens if something goes wrong).</a:t>
            </a:r>
          </a:p>
        </p:txBody>
      </p:sp>
      <p:sp>
        <p:nvSpPr>
          <p:cNvPr id="39" name="Rectangle 38">
            <a:extLst>
              <a:ext uri="{FF2B5EF4-FFF2-40B4-BE49-F238E27FC236}">
                <a16:creationId xmlns:a16="http://schemas.microsoft.com/office/drawing/2014/main" id="{E35901BA-CBA0-A9E3-4CF0-D7CEF57C86DD}"/>
              </a:ext>
            </a:extLst>
          </p:cNvPr>
          <p:cNvSpPr/>
          <p:nvPr/>
        </p:nvSpPr>
        <p:spPr>
          <a:xfrm>
            <a:off x="9663710" y="2594823"/>
            <a:ext cx="1536104" cy="3492709"/>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prstClr val="white"/>
              </a:solidFill>
              <a:effectLst/>
              <a:uLnTx/>
              <a:uFillTx/>
              <a:latin typeface="Arial"/>
              <a:ea typeface="+mn-ea"/>
              <a:cs typeface="+mn-cs"/>
            </a:endParaRPr>
          </a:p>
        </p:txBody>
      </p:sp>
      <p:sp>
        <p:nvSpPr>
          <p:cNvPr id="10" name="Rectangle 9">
            <a:extLst>
              <a:ext uri="{FF2B5EF4-FFF2-40B4-BE49-F238E27FC236}">
                <a16:creationId xmlns:a16="http://schemas.microsoft.com/office/drawing/2014/main" id="{FAB965ED-F762-42D9-0F79-255C33C7E086}"/>
              </a:ext>
            </a:extLst>
          </p:cNvPr>
          <p:cNvSpPr>
            <a:spLocks/>
          </p:cNvSpPr>
          <p:nvPr/>
        </p:nvSpPr>
        <p:spPr>
          <a:xfrm>
            <a:off x="9663706" y="2121484"/>
            <a:ext cx="1536108" cy="47334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lstStyle/>
          <a:p>
            <a:pPr marL="0" marR="0" lvl="0" indent="0" algn="l" defTabSz="914400" rtl="0" eaLnBrk="1" fontAlgn="auto" latinLnBrk="0" hangingPunct="1">
              <a:lnSpc>
                <a:spcPct val="75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KPMG Bold"/>
                <a:ea typeface="+mn-ea"/>
                <a:cs typeface="+mn-cs"/>
              </a:rPr>
              <a:t>Sustain</a:t>
            </a:r>
          </a:p>
        </p:txBody>
      </p:sp>
      <p:sp>
        <p:nvSpPr>
          <p:cNvPr id="16" name="Rectangle 15">
            <a:extLst>
              <a:ext uri="{FF2B5EF4-FFF2-40B4-BE49-F238E27FC236}">
                <a16:creationId xmlns:a16="http://schemas.microsoft.com/office/drawing/2014/main" id="{E9B8D96B-1833-E82A-8226-68FA2669B621}"/>
              </a:ext>
            </a:extLst>
          </p:cNvPr>
          <p:cNvSpPr>
            <a:spLocks/>
          </p:cNvSpPr>
          <p:nvPr/>
        </p:nvSpPr>
        <p:spPr>
          <a:xfrm>
            <a:off x="9807413" y="2698512"/>
            <a:ext cx="1270636" cy="21544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Keeps IT running smoothly. These capabilities include incident management, cyber threat detection &amp; response, data management &amp; governance, IT asset management, IT risk &amp; compliance, IT talent &amp; communications management, and IT financial management.</a:t>
            </a:r>
          </a:p>
        </p:txBody>
      </p:sp>
      <p:sp>
        <p:nvSpPr>
          <p:cNvPr id="17" name="Isosceles Triangle 16">
            <a:extLst>
              <a:ext uri="{FF2B5EF4-FFF2-40B4-BE49-F238E27FC236}">
                <a16:creationId xmlns:a16="http://schemas.microsoft.com/office/drawing/2014/main" id="{CC8E99F1-33B5-CAF8-7DF9-B02C3FA0CFE7}"/>
              </a:ext>
            </a:extLst>
          </p:cNvPr>
          <p:cNvSpPr/>
          <p:nvPr/>
        </p:nvSpPr>
        <p:spPr>
          <a:xfrm rot="5400000">
            <a:off x="2533313" y="2297281"/>
            <a:ext cx="206400" cy="138011"/>
          </a:xfrm>
          <a:prstGeom prst="triangl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rial"/>
              <a:ea typeface="+mn-ea"/>
              <a:cs typeface="+mn-cs"/>
            </a:endParaRPr>
          </a:p>
        </p:txBody>
      </p:sp>
      <p:sp>
        <p:nvSpPr>
          <p:cNvPr id="18" name="Isosceles Triangle 17">
            <a:extLst>
              <a:ext uri="{FF2B5EF4-FFF2-40B4-BE49-F238E27FC236}">
                <a16:creationId xmlns:a16="http://schemas.microsoft.com/office/drawing/2014/main" id="{B530F1CF-F412-0AF9-CE7A-95C6F5F8D9A2}"/>
              </a:ext>
            </a:extLst>
          </p:cNvPr>
          <p:cNvSpPr/>
          <p:nvPr/>
        </p:nvSpPr>
        <p:spPr>
          <a:xfrm rot="5400000">
            <a:off x="4267743" y="2297281"/>
            <a:ext cx="206400" cy="138011"/>
          </a:xfrm>
          <a:prstGeom prst="triangl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rial"/>
              <a:ea typeface="+mn-ea"/>
              <a:cs typeface="+mn-cs"/>
            </a:endParaRPr>
          </a:p>
        </p:txBody>
      </p:sp>
      <p:sp>
        <p:nvSpPr>
          <p:cNvPr id="19" name="Isosceles Triangle 18">
            <a:extLst>
              <a:ext uri="{FF2B5EF4-FFF2-40B4-BE49-F238E27FC236}">
                <a16:creationId xmlns:a16="http://schemas.microsoft.com/office/drawing/2014/main" id="{93B7FFC7-10F0-A578-602E-546729CD91D1}"/>
              </a:ext>
            </a:extLst>
          </p:cNvPr>
          <p:cNvSpPr/>
          <p:nvPr/>
        </p:nvSpPr>
        <p:spPr>
          <a:xfrm rot="5400000">
            <a:off x="6002173" y="2297281"/>
            <a:ext cx="206400" cy="138011"/>
          </a:xfrm>
          <a:prstGeom prst="triangl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rial"/>
              <a:ea typeface="+mn-ea"/>
              <a:cs typeface="+mn-cs"/>
            </a:endParaRPr>
          </a:p>
        </p:txBody>
      </p:sp>
      <p:sp>
        <p:nvSpPr>
          <p:cNvPr id="20" name="Isosceles Triangle 19">
            <a:extLst>
              <a:ext uri="{FF2B5EF4-FFF2-40B4-BE49-F238E27FC236}">
                <a16:creationId xmlns:a16="http://schemas.microsoft.com/office/drawing/2014/main" id="{ADFAB771-E947-8F60-3E62-0111872930F5}"/>
              </a:ext>
            </a:extLst>
          </p:cNvPr>
          <p:cNvSpPr/>
          <p:nvPr/>
        </p:nvSpPr>
        <p:spPr>
          <a:xfrm rot="5400000">
            <a:off x="7736603" y="2297281"/>
            <a:ext cx="206400" cy="138011"/>
          </a:xfrm>
          <a:prstGeom prst="triangl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rial"/>
              <a:ea typeface="+mn-ea"/>
              <a:cs typeface="+mn-cs"/>
            </a:endParaRPr>
          </a:p>
        </p:txBody>
      </p:sp>
      <p:sp>
        <p:nvSpPr>
          <p:cNvPr id="21" name="Isosceles Triangle 20">
            <a:extLst>
              <a:ext uri="{FF2B5EF4-FFF2-40B4-BE49-F238E27FC236}">
                <a16:creationId xmlns:a16="http://schemas.microsoft.com/office/drawing/2014/main" id="{1A60B40A-B68D-9D8E-F21D-99B60089567C}"/>
              </a:ext>
            </a:extLst>
          </p:cNvPr>
          <p:cNvSpPr/>
          <p:nvPr/>
        </p:nvSpPr>
        <p:spPr>
          <a:xfrm rot="5400000">
            <a:off x="9471034" y="2297281"/>
            <a:ext cx="206400" cy="138011"/>
          </a:xfrm>
          <a:prstGeom prst="triangl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rial"/>
              <a:ea typeface="+mn-ea"/>
              <a:cs typeface="+mn-cs"/>
            </a:endParaRPr>
          </a:p>
        </p:txBody>
      </p:sp>
      <p:grpSp>
        <p:nvGrpSpPr>
          <p:cNvPr id="41" name="Group 40">
            <a:extLst>
              <a:ext uri="{FF2B5EF4-FFF2-40B4-BE49-F238E27FC236}">
                <a16:creationId xmlns:a16="http://schemas.microsoft.com/office/drawing/2014/main" id="{D730B51D-F3E6-9F2E-CFC0-FCEC6F3C1928}"/>
              </a:ext>
            </a:extLst>
          </p:cNvPr>
          <p:cNvGrpSpPr/>
          <p:nvPr/>
        </p:nvGrpSpPr>
        <p:grpSpPr>
          <a:xfrm>
            <a:off x="1078571" y="2594825"/>
            <a:ext cx="8668342" cy="2902319"/>
            <a:chOff x="1078571" y="2079256"/>
            <a:chExt cx="8668342" cy="2549893"/>
          </a:xfrm>
        </p:grpSpPr>
        <p:cxnSp>
          <p:nvCxnSpPr>
            <p:cNvPr id="24" name="Straight Connector 23">
              <a:extLst>
                <a:ext uri="{FF2B5EF4-FFF2-40B4-BE49-F238E27FC236}">
                  <a16:creationId xmlns:a16="http://schemas.microsoft.com/office/drawing/2014/main" id="{9E03110D-20AE-4B03-7852-7197DD278413}"/>
                </a:ext>
              </a:extLst>
            </p:cNvPr>
            <p:cNvCxnSpPr>
              <a:cxnSpLocks/>
            </p:cNvCxnSpPr>
            <p:nvPr/>
          </p:nvCxnSpPr>
          <p:spPr>
            <a:xfrm>
              <a:off x="1078571" y="2079257"/>
              <a:ext cx="0" cy="906943"/>
            </a:xfrm>
            <a:prstGeom prst="line">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4DCD64F-EC4B-007E-B327-3329D10F668D}"/>
                </a:ext>
              </a:extLst>
            </p:cNvPr>
            <p:cNvCxnSpPr>
              <a:cxnSpLocks/>
            </p:cNvCxnSpPr>
            <p:nvPr/>
          </p:nvCxnSpPr>
          <p:spPr>
            <a:xfrm>
              <a:off x="2812240" y="2079256"/>
              <a:ext cx="0" cy="2549893"/>
            </a:xfrm>
            <a:prstGeom prst="line">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53FE002-008E-7810-3967-59467900145B}"/>
                </a:ext>
              </a:extLst>
            </p:cNvPr>
            <p:cNvCxnSpPr>
              <a:cxnSpLocks/>
            </p:cNvCxnSpPr>
            <p:nvPr/>
          </p:nvCxnSpPr>
          <p:spPr>
            <a:xfrm>
              <a:off x="4545908" y="2079256"/>
              <a:ext cx="0" cy="2424367"/>
            </a:xfrm>
            <a:prstGeom prst="line">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D169ADB-2E07-B9A9-090D-D5824B3479BC}"/>
                </a:ext>
              </a:extLst>
            </p:cNvPr>
            <p:cNvCxnSpPr>
              <a:cxnSpLocks/>
            </p:cNvCxnSpPr>
            <p:nvPr/>
          </p:nvCxnSpPr>
          <p:spPr>
            <a:xfrm>
              <a:off x="6279577" y="2079256"/>
              <a:ext cx="0" cy="2039915"/>
            </a:xfrm>
            <a:prstGeom prst="line">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211071-52B1-4FD0-CC2B-381AD247E699}"/>
                </a:ext>
              </a:extLst>
            </p:cNvPr>
            <p:cNvCxnSpPr>
              <a:cxnSpLocks/>
            </p:cNvCxnSpPr>
            <p:nvPr/>
          </p:nvCxnSpPr>
          <p:spPr>
            <a:xfrm>
              <a:off x="9746913" y="2079256"/>
              <a:ext cx="0" cy="1359943"/>
            </a:xfrm>
            <a:prstGeom prst="line">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F6D1A94-2B38-E9C1-92B4-D7793B314B68}"/>
                </a:ext>
              </a:extLst>
            </p:cNvPr>
            <p:cNvCxnSpPr>
              <a:cxnSpLocks/>
            </p:cNvCxnSpPr>
            <p:nvPr/>
          </p:nvCxnSpPr>
          <p:spPr>
            <a:xfrm>
              <a:off x="8013246" y="2079257"/>
              <a:ext cx="0" cy="2039914"/>
            </a:xfrm>
            <a:prstGeom prst="line">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grpSp>
      <p:grpSp>
        <p:nvGrpSpPr>
          <p:cNvPr id="70" name="Graphic 5">
            <a:extLst>
              <a:ext uri="{FF2B5EF4-FFF2-40B4-BE49-F238E27FC236}">
                <a16:creationId xmlns:a16="http://schemas.microsoft.com/office/drawing/2014/main" id="{7C9D861B-86ED-BACC-AE68-67C9A16E414F}"/>
              </a:ext>
            </a:extLst>
          </p:cNvPr>
          <p:cNvGrpSpPr>
            <a:grpSpLocks noChangeAspect="1"/>
          </p:cNvGrpSpPr>
          <p:nvPr/>
        </p:nvGrpSpPr>
        <p:grpSpPr>
          <a:xfrm>
            <a:off x="2829132" y="1578706"/>
            <a:ext cx="528348" cy="433847"/>
            <a:chOff x="3800475" y="1485138"/>
            <a:chExt cx="4730981" cy="3884780"/>
          </a:xfrm>
          <a:noFill/>
        </p:grpSpPr>
        <p:sp>
          <p:nvSpPr>
            <p:cNvPr id="71" name="Freeform: Shape 70">
              <a:extLst>
                <a:ext uri="{FF2B5EF4-FFF2-40B4-BE49-F238E27FC236}">
                  <a16:creationId xmlns:a16="http://schemas.microsoft.com/office/drawing/2014/main" id="{AB637D99-3CA4-8690-524B-101E9CBF4BB2}"/>
                </a:ext>
              </a:extLst>
            </p:cNvPr>
            <p:cNvSpPr/>
            <p:nvPr/>
          </p:nvSpPr>
          <p:spPr>
            <a:xfrm>
              <a:off x="5176161" y="1485138"/>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ln w="19050" cap="flat">
              <a:solidFill>
                <a:srgbClr val="1E49E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Shape 71">
              <a:extLst>
                <a:ext uri="{FF2B5EF4-FFF2-40B4-BE49-F238E27FC236}">
                  <a16:creationId xmlns:a16="http://schemas.microsoft.com/office/drawing/2014/main" id="{86C51F68-8D60-2C59-ADDC-9201806A872F}"/>
                </a:ext>
              </a:extLst>
            </p:cNvPr>
            <p:cNvSpPr/>
            <p:nvPr/>
          </p:nvSpPr>
          <p:spPr>
            <a:xfrm>
              <a:off x="5176161" y="2259996"/>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ln w="19050" cap="flat">
              <a:solidFill>
                <a:srgbClr val="1E49E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73" name="Freeform: Shape 72">
              <a:extLst>
                <a:ext uri="{FF2B5EF4-FFF2-40B4-BE49-F238E27FC236}">
                  <a16:creationId xmlns:a16="http://schemas.microsoft.com/office/drawing/2014/main" id="{7DCF64A8-9530-0F8E-AD33-E5BA330F560F}"/>
                </a:ext>
              </a:extLst>
            </p:cNvPr>
            <p:cNvSpPr/>
            <p:nvPr/>
          </p:nvSpPr>
          <p:spPr>
            <a:xfrm>
              <a:off x="5176161" y="3034865"/>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ln w="19050" cap="flat">
              <a:solidFill>
                <a:srgbClr val="1E49E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8488BB28-4BEA-A284-7F7D-1961479F7E82}"/>
                </a:ext>
              </a:extLst>
            </p:cNvPr>
            <p:cNvSpPr/>
            <p:nvPr/>
          </p:nvSpPr>
          <p:spPr>
            <a:xfrm>
              <a:off x="5176161" y="3809723"/>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ln w="19050" cap="flat">
              <a:solidFill>
                <a:srgbClr val="1E49E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DC894EE2-0432-3F63-5161-ABE7AB4E6A9B}"/>
                </a:ext>
              </a:extLst>
            </p:cNvPr>
            <p:cNvSpPr/>
            <p:nvPr/>
          </p:nvSpPr>
          <p:spPr>
            <a:xfrm>
              <a:off x="3800475" y="1485138"/>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noFill/>
            <a:ln w="19050" cap="flat">
              <a:solidFill>
                <a:srgbClr val="1E49E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D3C69520-75E4-1F11-766F-F3011BB450CC}"/>
                </a:ext>
              </a:extLst>
            </p:cNvPr>
            <p:cNvSpPr/>
            <p:nvPr/>
          </p:nvSpPr>
          <p:spPr>
            <a:xfrm>
              <a:off x="3800475" y="3023425"/>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noFill/>
            <a:ln w="19050" cap="flat">
              <a:solidFill>
                <a:srgbClr val="1E49E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A5223954-7E67-C307-48E1-F438314B41C1}"/>
                </a:ext>
              </a:extLst>
            </p:cNvPr>
            <p:cNvSpPr/>
            <p:nvPr/>
          </p:nvSpPr>
          <p:spPr>
            <a:xfrm>
              <a:off x="5176161" y="4595060"/>
              <a:ext cx="2466527" cy="9525"/>
            </a:xfrm>
            <a:custGeom>
              <a:avLst/>
              <a:gdLst>
                <a:gd name="connsiteX0" fmla="*/ 0 w 2466527"/>
                <a:gd name="connsiteY0" fmla="*/ 0 h 9525"/>
                <a:gd name="connsiteX1" fmla="*/ 2466527 w 2466527"/>
                <a:gd name="connsiteY1" fmla="*/ 0 h 9525"/>
              </a:gdLst>
              <a:ahLst/>
              <a:cxnLst>
                <a:cxn ang="0">
                  <a:pos x="connsiteX0" y="connsiteY0"/>
                </a:cxn>
                <a:cxn ang="0">
                  <a:pos x="connsiteX1" y="connsiteY1"/>
                </a:cxn>
              </a:cxnLst>
              <a:rect l="l" t="t" r="r" b="b"/>
              <a:pathLst>
                <a:path w="2466527" h="9525">
                  <a:moveTo>
                    <a:pt x="0" y="0"/>
                  </a:moveTo>
                  <a:lnTo>
                    <a:pt x="2466527" y="0"/>
                  </a:lnTo>
                </a:path>
              </a:pathLst>
            </a:custGeom>
            <a:ln w="19050" cap="flat">
              <a:solidFill>
                <a:srgbClr val="1E49E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AB3416AD-4E99-5CEC-1D9C-2133FD116580}"/>
                </a:ext>
              </a:extLst>
            </p:cNvPr>
            <p:cNvSpPr/>
            <p:nvPr/>
          </p:nvSpPr>
          <p:spPr>
            <a:xfrm>
              <a:off x="5176161" y="5369918"/>
              <a:ext cx="3355295" cy="9525"/>
            </a:xfrm>
            <a:custGeom>
              <a:avLst/>
              <a:gdLst>
                <a:gd name="connsiteX0" fmla="*/ 0 w 3355295"/>
                <a:gd name="connsiteY0" fmla="*/ 0 h 9525"/>
                <a:gd name="connsiteX1" fmla="*/ 3355296 w 3355295"/>
                <a:gd name="connsiteY1" fmla="*/ 0 h 9525"/>
              </a:gdLst>
              <a:ahLst/>
              <a:cxnLst>
                <a:cxn ang="0">
                  <a:pos x="connsiteX0" y="connsiteY0"/>
                </a:cxn>
                <a:cxn ang="0">
                  <a:pos x="connsiteX1" y="connsiteY1"/>
                </a:cxn>
              </a:cxnLst>
              <a:rect l="l" t="t" r="r" b="b"/>
              <a:pathLst>
                <a:path w="3355295" h="9525">
                  <a:moveTo>
                    <a:pt x="0" y="0"/>
                  </a:moveTo>
                  <a:lnTo>
                    <a:pt x="3355296" y="0"/>
                  </a:lnTo>
                </a:path>
              </a:pathLst>
            </a:custGeom>
            <a:ln w="19050" cap="flat">
              <a:solidFill>
                <a:srgbClr val="1E49E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A380C945-9771-99EB-5EB8-E6682AE3B83B}"/>
                </a:ext>
              </a:extLst>
            </p:cNvPr>
            <p:cNvSpPr/>
            <p:nvPr/>
          </p:nvSpPr>
          <p:spPr>
            <a:xfrm>
              <a:off x="3800475" y="4583620"/>
              <a:ext cx="774858" cy="774858"/>
            </a:xfrm>
            <a:custGeom>
              <a:avLst/>
              <a:gdLst>
                <a:gd name="connsiteX0" fmla="*/ 774859 w 774858"/>
                <a:gd name="connsiteY0" fmla="*/ 387429 h 774858"/>
                <a:gd name="connsiteX1" fmla="*/ 387429 w 774858"/>
                <a:gd name="connsiteY1" fmla="*/ 774859 h 774858"/>
                <a:gd name="connsiteX2" fmla="*/ 0 w 774858"/>
                <a:gd name="connsiteY2" fmla="*/ 387429 h 774858"/>
                <a:gd name="connsiteX3" fmla="*/ 387429 w 774858"/>
                <a:gd name="connsiteY3" fmla="*/ 0 h 774858"/>
                <a:gd name="connsiteX4" fmla="*/ 774859 w 774858"/>
                <a:gd name="connsiteY4" fmla="*/ 387429 h 774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858" h="774858">
                  <a:moveTo>
                    <a:pt x="774859" y="387429"/>
                  </a:moveTo>
                  <a:cubicBezTo>
                    <a:pt x="774859" y="601401"/>
                    <a:pt x="601401" y="774859"/>
                    <a:pt x="387429" y="774859"/>
                  </a:cubicBezTo>
                  <a:cubicBezTo>
                    <a:pt x="173458" y="774859"/>
                    <a:pt x="0" y="601401"/>
                    <a:pt x="0" y="387429"/>
                  </a:cubicBezTo>
                  <a:cubicBezTo>
                    <a:pt x="0" y="173458"/>
                    <a:pt x="173458" y="0"/>
                    <a:pt x="387429" y="0"/>
                  </a:cubicBezTo>
                  <a:cubicBezTo>
                    <a:pt x="601401" y="0"/>
                    <a:pt x="774859" y="173458"/>
                    <a:pt x="774859" y="387429"/>
                  </a:cubicBezTo>
                  <a:close/>
                </a:path>
              </a:pathLst>
            </a:custGeom>
            <a:noFill/>
            <a:ln w="19050" cap="flat">
              <a:solidFill>
                <a:srgbClr val="1E49E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96" name="Group 95">
            <a:extLst>
              <a:ext uri="{FF2B5EF4-FFF2-40B4-BE49-F238E27FC236}">
                <a16:creationId xmlns:a16="http://schemas.microsoft.com/office/drawing/2014/main" id="{77952B7E-B55C-8049-22A9-1783EB00169C}"/>
              </a:ext>
            </a:extLst>
          </p:cNvPr>
          <p:cNvGrpSpPr>
            <a:grpSpLocks noChangeAspect="1"/>
          </p:cNvGrpSpPr>
          <p:nvPr/>
        </p:nvGrpSpPr>
        <p:grpSpPr>
          <a:xfrm rot="5400000">
            <a:off x="986599" y="1542471"/>
            <a:ext cx="600001" cy="416058"/>
            <a:chOff x="1078283" y="1659993"/>
            <a:chExt cx="652463" cy="452437"/>
          </a:xfrm>
        </p:grpSpPr>
        <p:cxnSp>
          <p:nvCxnSpPr>
            <p:cNvPr id="93" name="Straight Connector 92">
              <a:extLst>
                <a:ext uri="{FF2B5EF4-FFF2-40B4-BE49-F238E27FC236}">
                  <a16:creationId xmlns:a16="http://schemas.microsoft.com/office/drawing/2014/main" id="{DFF0DA30-8D4C-60B0-77D1-080BD0532EAA}"/>
                </a:ext>
              </a:extLst>
            </p:cNvPr>
            <p:cNvCxnSpPr>
              <a:cxnSpLocks/>
            </p:cNvCxnSpPr>
            <p:nvPr/>
          </p:nvCxnSpPr>
          <p:spPr>
            <a:xfrm>
              <a:off x="1078283" y="2112430"/>
              <a:ext cx="652463"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6DC3C199-3095-11C5-8775-9BD2F537EE3C}"/>
                </a:ext>
              </a:extLst>
            </p:cNvPr>
            <p:cNvSpPr/>
            <p:nvPr/>
          </p:nvSpPr>
          <p:spPr>
            <a:xfrm>
              <a:off x="1183058" y="1659993"/>
              <a:ext cx="157162" cy="352425"/>
            </a:xfrm>
            <a:prstGeom prst="rect">
              <a:avLst/>
            </a:prstGeom>
            <a:noFill/>
            <a:ln w="19050">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prstClr val="white"/>
                </a:solidFill>
                <a:effectLst/>
                <a:uLnTx/>
                <a:uFillTx/>
                <a:latin typeface="Arial"/>
                <a:ea typeface="+mn-ea"/>
                <a:cs typeface="+mn-cs"/>
              </a:endParaRPr>
            </a:p>
          </p:txBody>
        </p:sp>
        <p:sp>
          <p:nvSpPr>
            <p:cNvPr id="95" name="Rectangle 94">
              <a:extLst>
                <a:ext uri="{FF2B5EF4-FFF2-40B4-BE49-F238E27FC236}">
                  <a16:creationId xmlns:a16="http://schemas.microsoft.com/office/drawing/2014/main" id="{A270B0C4-1382-8AC7-5FF0-E9F628DDB3B3}"/>
                </a:ext>
              </a:extLst>
            </p:cNvPr>
            <p:cNvSpPr/>
            <p:nvPr/>
          </p:nvSpPr>
          <p:spPr>
            <a:xfrm>
              <a:off x="1468808" y="1793343"/>
              <a:ext cx="157162" cy="219076"/>
            </a:xfrm>
            <a:prstGeom prst="rect">
              <a:avLst/>
            </a:prstGeom>
            <a:noFill/>
            <a:ln w="19050">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prstClr val="white"/>
                </a:solidFill>
                <a:effectLst/>
                <a:uLnTx/>
                <a:uFillTx/>
                <a:latin typeface="Arial"/>
                <a:ea typeface="+mn-ea"/>
                <a:cs typeface="+mn-cs"/>
              </a:endParaRPr>
            </a:p>
          </p:txBody>
        </p:sp>
      </p:grpSp>
      <p:grpSp>
        <p:nvGrpSpPr>
          <p:cNvPr id="114" name="Group 113">
            <a:extLst>
              <a:ext uri="{FF2B5EF4-FFF2-40B4-BE49-F238E27FC236}">
                <a16:creationId xmlns:a16="http://schemas.microsoft.com/office/drawing/2014/main" id="{76B0C215-8C70-3A42-F94F-02446B72BF62}"/>
              </a:ext>
            </a:extLst>
          </p:cNvPr>
          <p:cNvGrpSpPr>
            <a:grpSpLocks noChangeAspect="1"/>
          </p:cNvGrpSpPr>
          <p:nvPr/>
        </p:nvGrpSpPr>
        <p:grpSpPr>
          <a:xfrm>
            <a:off x="4598152" y="1447800"/>
            <a:ext cx="589923" cy="600002"/>
            <a:chOff x="6042573" y="1717468"/>
            <a:chExt cx="590930" cy="601026"/>
          </a:xfrm>
        </p:grpSpPr>
        <p:grpSp>
          <p:nvGrpSpPr>
            <p:cNvPr id="108" name="Graphic 97">
              <a:extLst>
                <a:ext uri="{FF2B5EF4-FFF2-40B4-BE49-F238E27FC236}">
                  <a16:creationId xmlns:a16="http://schemas.microsoft.com/office/drawing/2014/main" id="{DCDE2B1F-7B08-7D6F-413B-0BD3BDD33450}"/>
                </a:ext>
              </a:extLst>
            </p:cNvPr>
            <p:cNvGrpSpPr/>
            <p:nvPr/>
          </p:nvGrpSpPr>
          <p:grpSpPr>
            <a:xfrm>
              <a:off x="6042573" y="1717468"/>
              <a:ext cx="590930" cy="479964"/>
              <a:chOff x="6042573" y="1717468"/>
              <a:chExt cx="590930" cy="479964"/>
            </a:xfrm>
            <a:noFill/>
          </p:grpSpPr>
          <p:sp>
            <p:nvSpPr>
              <p:cNvPr id="109" name="Freeform: Shape 108">
                <a:extLst>
                  <a:ext uri="{FF2B5EF4-FFF2-40B4-BE49-F238E27FC236}">
                    <a16:creationId xmlns:a16="http://schemas.microsoft.com/office/drawing/2014/main" id="{16DBE57B-F505-DE4E-0819-BAC6330CACD6}"/>
                  </a:ext>
                </a:extLst>
              </p:cNvPr>
              <p:cNvSpPr/>
              <p:nvPr/>
            </p:nvSpPr>
            <p:spPr>
              <a:xfrm>
                <a:off x="6042573" y="1834911"/>
                <a:ext cx="590930" cy="362521"/>
              </a:xfrm>
              <a:custGeom>
                <a:avLst/>
                <a:gdLst>
                  <a:gd name="connsiteX0" fmla="*/ 0 w 590930"/>
                  <a:gd name="connsiteY0" fmla="*/ 362522 h 362521"/>
                  <a:gd name="connsiteX1" fmla="*/ 131445 w 590930"/>
                  <a:gd name="connsiteY1" fmla="*/ 362522 h 362521"/>
                  <a:gd name="connsiteX2" fmla="*/ 162020 w 590930"/>
                  <a:gd name="connsiteY2" fmla="*/ 345948 h 362521"/>
                  <a:gd name="connsiteX3" fmla="*/ 376714 w 590930"/>
                  <a:gd name="connsiteY3" fmla="*/ 16573 h 362521"/>
                  <a:gd name="connsiteX4" fmla="*/ 407289 w 590930"/>
                  <a:gd name="connsiteY4" fmla="*/ 0 h 362521"/>
                  <a:gd name="connsiteX5" fmla="*/ 590931 w 590930"/>
                  <a:gd name="connsiteY5" fmla="*/ 0 h 36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521">
                    <a:moveTo>
                      <a:pt x="0" y="362522"/>
                    </a:moveTo>
                    <a:lnTo>
                      <a:pt x="131445" y="362522"/>
                    </a:lnTo>
                    <a:cubicBezTo>
                      <a:pt x="143828" y="362522"/>
                      <a:pt x="155258" y="356330"/>
                      <a:pt x="162020" y="345948"/>
                    </a:cubicBezTo>
                    <a:lnTo>
                      <a:pt x="376714" y="16573"/>
                    </a:lnTo>
                    <a:cubicBezTo>
                      <a:pt x="383477" y="6286"/>
                      <a:pt x="394907" y="0"/>
                      <a:pt x="407289" y="0"/>
                    </a:cubicBezTo>
                    <a:lnTo>
                      <a:pt x="590931" y="0"/>
                    </a:lnTo>
                  </a:path>
                </a:pathLst>
              </a:custGeom>
              <a:noFill/>
              <a:ln w="19050" cap="flat">
                <a:solidFill>
                  <a:srgbClr val="00B8F5"/>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10" name="Freeform: Shape 109">
                <a:extLst>
                  <a:ext uri="{FF2B5EF4-FFF2-40B4-BE49-F238E27FC236}">
                    <a16:creationId xmlns:a16="http://schemas.microsoft.com/office/drawing/2014/main" id="{E5311AB7-AA86-AB52-36D1-A4640FD208A3}"/>
                  </a:ext>
                </a:extLst>
              </p:cNvPr>
              <p:cNvSpPr/>
              <p:nvPr/>
            </p:nvSpPr>
            <p:spPr>
              <a:xfrm>
                <a:off x="6519680" y="1717468"/>
                <a:ext cx="113823" cy="242220"/>
              </a:xfrm>
              <a:custGeom>
                <a:avLst/>
                <a:gdLst>
                  <a:gd name="connsiteX0" fmla="*/ 3810 w 113823"/>
                  <a:gd name="connsiteY0" fmla="*/ 242221 h 242220"/>
                  <a:gd name="connsiteX1" fmla="*/ 113824 w 113823"/>
                  <a:gd name="connsiteY1" fmla="*/ 117539 h 242220"/>
                  <a:gd name="connsiteX2" fmla="*/ 0 w 113823"/>
                  <a:gd name="connsiteY2" fmla="*/ 0 h 242220"/>
                </a:gdLst>
                <a:ahLst/>
                <a:cxnLst>
                  <a:cxn ang="0">
                    <a:pos x="connsiteX0" y="connsiteY0"/>
                  </a:cxn>
                  <a:cxn ang="0">
                    <a:pos x="connsiteX1" y="connsiteY1"/>
                  </a:cxn>
                  <a:cxn ang="0">
                    <a:pos x="connsiteX2" y="connsiteY2"/>
                  </a:cxn>
                </a:cxnLst>
                <a:rect l="l" t="t" r="r" b="b"/>
                <a:pathLst>
                  <a:path w="113823" h="242220">
                    <a:moveTo>
                      <a:pt x="3810" y="242221"/>
                    </a:moveTo>
                    <a:lnTo>
                      <a:pt x="113824" y="117539"/>
                    </a:lnTo>
                    <a:lnTo>
                      <a:pt x="0" y="0"/>
                    </a:lnTo>
                  </a:path>
                </a:pathLst>
              </a:custGeom>
              <a:noFill/>
              <a:ln w="19050" cap="flat">
                <a:solidFill>
                  <a:srgbClr val="00B8F5"/>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11" name="Graphic 97">
              <a:extLst>
                <a:ext uri="{FF2B5EF4-FFF2-40B4-BE49-F238E27FC236}">
                  <a16:creationId xmlns:a16="http://schemas.microsoft.com/office/drawing/2014/main" id="{D009BF52-7099-C085-F3EA-E5C1301F3ECF}"/>
                </a:ext>
              </a:extLst>
            </p:cNvPr>
            <p:cNvGrpSpPr/>
            <p:nvPr/>
          </p:nvGrpSpPr>
          <p:grpSpPr>
            <a:xfrm>
              <a:off x="6042573" y="1838530"/>
              <a:ext cx="590930" cy="479964"/>
              <a:chOff x="6042573" y="1838530"/>
              <a:chExt cx="590930" cy="479964"/>
            </a:xfrm>
            <a:noFill/>
          </p:grpSpPr>
          <p:sp>
            <p:nvSpPr>
              <p:cNvPr id="112" name="Freeform: Shape 111">
                <a:extLst>
                  <a:ext uri="{FF2B5EF4-FFF2-40B4-BE49-F238E27FC236}">
                    <a16:creationId xmlns:a16="http://schemas.microsoft.com/office/drawing/2014/main" id="{F7C6611A-8A47-1785-3B33-A12B6290DA00}"/>
                  </a:ext>
                </a:extLst>
              </p:cNvPr>
              <p:cNvSpPr/>
              <p:nvPr/>
            </p:nvSpPr>
            <p:spPr>
              <a:xfrm>
                <a:off x="6042573" y="1838530"/>
                <a:ext cx="590930" cy="362426"/>
              </a:xfrm>
              <a:custGeom>
                <a:avLst/>
                <a:gdLst>
                  <a:gd name="connsiteX0" fmla="*/ 0 w 590930"/>
                  <a:gd name="connsiteY0" fmla="*/ 0 h 362426"/>
                  <a:gd name="connsiteX1" fmla="*/ 131445 w 590930"/>
                  <a:gd name="connsiteY1" fmla="*/ 0 h 362426"/>
                  <a:gd name="connsiteX2" fmla="*/ 162020 w 590930"/>
                  <a:gd name="connsiteY2" fmla="*/ 16573 h 362426"/>
                  <a:gd name="connsiteX3" fmla="*/ 376714 w 590930"/>
                  <a:gd name="connsiteY3" fmla="*/ 345853 h 362426"/>
                  <a:gd name="connsiteX4" fmla="*/ 407289 w 590930"/>
                  <a:gd name="connsiteY4" fmla="*/ 362426 h 362426"/>
                  <a:gd name="connsiteX5" fmla="*/ 590931 w 590930"/>
                  <a:gd name="connsiteY5" fmla="*/ 362426 h 36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930" h="362426">
                    <a:moveTo>
                      <a:pt x="0" y="0"/>
                    </a:moveTo>
                    <a:lnTo>
                      <a:pt x="131445" y="0"/>
                    </a:lnTo>
                    <a:cubicBezTo>
                      <a:pt x="143828" y="0"/>
                      <a:pt x="155258" y="6191"/>
                      <a:pt x="162020" y="16573"/>
                    </a:cubicBezTo>
                    <a:lnTo>
                      <a:pt x="376714" y="345853"/>
                    </a:lnTo>
                    <a:cubicBezTo>
                      <a:pt x="383477" y="356140"/>
                      <a:pt x="394907" y="362426"/>
                      <a:pt x="407289" y="362426"/>
                    </a:cubicBezTo>
                    <a:lnTo>
                      <a:pt x="590931" y="362426"/>
                    </a:lnTo>
                  </a:path>
                </a:pathLst>
              </a:custGeom>
              <a:noFill/>
              <a:ln w="19050" cap="flat">
                <a:solidFill>
                  <a:srgbClr val="00B8F5"/>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13" name="Freeform: Shape 112">
                <a:extLst>
                  <a:ext uri="{FF2B5EF4-FFF2-40B4-BE49-F238E27FC236}">
                    <a16:creationId xmlns:a16="http://schemas.microsoft.com/office/drawing/2014/main" id="{B09BB2C3-94F2-ADC1-E9F9-F7E802323FC5}"/>
                  </a:ext>
                </a:extLst>
              </p:cNvPr>
              <p:cNvSpPr/>
              <p:nvPr/>
            </p:nvSpPr>
            <p:spPr>
              <a:xfrm>
                <a:off x="6519680" y="2076274"/>
                <a:ext cx="113823" cy="242220"/>
              </a:xfrm>
              <a:custGeom>
                <a:avLst/>
                <a:gdLst>
                  <a:gd name="connsiteX0" fmla="*/ 3810 w 113823"/>
                  <a:gd name="connsiteY0" fmla="*/ 0 h 242220"/>
                  <a:gd name="connsiteX1" fmla="*/ 113824 w 113823"/>
                  <a:gd name="connsiteY1" fmla="*/ 124682 h 242220"/>
                  <a:gd name="connsiteX2" fmla="*/ 0 w 113823"/>
                  <a:gd name="connsiteY2" fmla="*/ 242221 h 242220"/>
                </a:gdLst>
                <a:ahLst/>
                <a:cxnLst>
                  <a:cxn ang="0">
                    <a:pos x="connsiteX0" y="connsiteY0"/>
                  </a:cxn>
                  <a:cxn ang="0">
                    <a:pos x="connsiteX1" y="connsiteY1"/>
                  </a:cxn>
                  <a:cxn ang="0">
                    <a:pos x="connsiteX2" y="connsiteY2"/>
                  </a:cxn>
                </a:cxnLst>
                <a:rect l="l" t="t" r="r" b="b"/>
                <a:pathLst>
                  <a:path w="113823" h="242220">
                    <a:moveTo>
                      <a:pt x="3810" y="0"/>
                    </a:moveTo>
                    <a:lnTo>
                      <a:pt x="113824" y="124682"/>
                    </a:lnTo>
                    <a:lnTo>
                      <a:pt x="0" y="242221"/>
                    </a:lnTo>
                  </a:path>
                </a:pathLst>
              </a:custGeom>
              <a:noFill/>
              <a:ln w="19050" cap="flat">
                <a:solidFill>
                  <a:srgbClr val="00B8F5"/>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115" name="Group 114">
            <a:extLst>
              <a:ext uri="{FF2B5EF4-FFF2-40B4-BE49-F238E27FC236}">
                <a16:creationId xmlns:a16="http://schemas.microsoft.com/office/drawing/2014/main" id="{2D80CC49-3FF7-3F43-E41D-50D3F7FCDB27}"/>
              </a:ext>
            </a:extLst>
          </p:cNvPr>
          <p:cNvGrpSpPr>
            <a:grpSpLocks noChangeAspect="1"/>
          </p:cNvGrpSpPr>
          <p:nvPr/>
        </p:nvGrpSpPr>
        <p:grpSpPr>
          <a:xfrm>
            <a:off x="6298387" y="1468600"/>
            <a:ext cx="442138" cy="538000"/>
            <a:chOff x="1883790" y="4024476"/>
            <a:chExt cx="459232" cy="558800"/>
          </a:xfrm>
        </p:grpSpPr>
        <p:sp>
          <p:nvSpPr>
            <p:cNvPr id="116" name="Freeform: Shape 115">
              <a:extLst>
                <a:ext uri="{FF2B5EF4-FFF2-40B4-BE49-F238E27FC236}">
                  <a16:creationId xmlns:a16="http://schemas.microsoft.com/office/drawing/2014/main" id="{1DFFA7A5-5FAA-6030-238B-06B9C37F7CF6}"/>
                </a:ext>
              </a:extLst>
            </p:cNvPr>
            <p:cNvSpPr/>
            <p:nvPr/>
          </p:nvSpPr>
          <p:spPr>
            <a:xfrm>
              <a:off x="2088513" y="4291938"/>
              <a:ext cx="169672" cy="12700"/>
            </a:xfrm>
            <a:custGeom>
              <a:avLst/>
              <a:gdLst>
                <a:gd name="connsiteX0" fmla="*/ 169672 w 169672"/>
                <a:gd name="connsiteY0" fmla="*/ 0 h 12700"/>
                <a:gd name="connsiteX1" fmla="*/ 0 w 169672"/>
                <a:gd name="connsiteY1" fmla="*/ 0 h 12700"/>
              </a:gdLst>
              <a:ahLst/>
              <a:cxnLst>
                <a:cxn ang="0">
                  <a:pos x="connsiteX0" y="connsiteY0"/>
                </a:cxn>
                <a:cxn ang="0">
                  <a:pos x="connsiteX1" y="connsiteY1"/>
                </a:cxn>
              </a:cxnLst>
              <a:rect l="l" t="t" r="r" b="b"/>
              <a:pathLst>
                <a:path w="169672" h="12700">
                  <a:moveTo>
                    <a:pt x="169672" y="0"/>
                  </a:moveTo>
                  <a:lnTo>
                    <a:pt x="0" y="0"/>
                  </a:lnTo>
                </a:path>
              </a:pathLst>
            </a:custGeom>
            <a:ln w="19050" cap="rnd">
              <a:solidFill>
                <a:srgbClr val="7213EA"/>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7" name="Freeform: Shape 116">
              <a:extLst>
                <a:ext uri="{FF2B5EF4-FFF2-40B4-BE49-F238E27FC236}">
                  <a16:creationId xmlns:a16="http://schemas.microsoft.com/office/drawing/2014/main" id="{0F7B205E-06E3-251F-F3D0-CDAF44C63FB5}"/>
                </a:ext>
              </a:extLst>
            </p:cNvPr>
            <p:cNvSpPr/>
            <p:nvPr/>
          </p:nvSpPr>
          <p:spPr>
            <a:xfrm>
              <a:off x="1968753" y="4262474"/>
              <a:ext cx="47878" cy="49783"/>
            </a:xfrm>
            <a:custGeom>
              <a:avLst/>
              <a:gdLst>
                <a:gd name="connsiteX0" fmla="*/ 0 w 47878"/>
                <a:gd name="connsiteY0" fmla="*/ 30607 h 49783"/>
                <a:gd name="connsiteX1" fmla="*/ 8763 w 47878"/>
                <a:gd name="connsiteY1" fmla="*/ 49784 h 49783"/>
                <a:gd name="connsiteX2" fmla="*/ 47879 w 47878"/>
                <a:gd name="connsiteY2" fmla="*/ 0 h 49783"/>
              </a:gdLst>
              <a:ahLst/>
              <a:cxnLst>
                <a:cxn ang="0">
                  <a:pos x="connsiteX0" y="connsiteY0"/>
                </a:cxn>
                <a:cxn ang="0">
                  <a:pos x="connsiteX1" y="connsiteY1"/>
                </a:cxn>
                <a:cxn ang="0">
                  <a:pos x="connsiteX2" y="connsiteY2"/>
                </a:cxn>
              </a:cxnLst>
              <a:rect l="l" t="t" r="r" b="b"/>
              <a:pathLst>
                <a:path w="47878" h="49783">
                  <a:moveTo>
                    <a:pt x="0" y="30607"/>
                  </a:moveTo>
                  <a:lnTo>
                    <a:pt x="8763" y="49784"/>
                  </a:lnTo>
                  <a:lnTo>
                    <a:pt x="47879" y="0"/>
                  </a:lnTo>
                </a:path>
              </a:pathLst>
            </a:custGeom>
            <a:noFill/>
            <a:ln w="19050" cap="rnd">
              <a:solidFill>
                <a:srgbClr val="7213EA"/>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8" name="Freeform: Shape 117">
              <a:extLst>
                <a:ext uri="{FF2B5EF4-FFF2-40B4-BE49-F238E27FC236}">
                  <a16:creationId xmlns:a16="http://schemas.microsoft.com/office/drawing/2014/main" id="{AEFE3373-1623-4607-8F9E-6958F8808FD9}"/>
                </a:ext>
              </a:extLst>
            </p:cNvPr>
            <p:cNvSpPr/>
            <p:nvPr/>
          </p:nvSpPr>
          <p:spPr>
            <a:xfrm>
              <a:off x="2088513" y="4426558"/>
              <a:ext cx="169672" cy="12700"/>
            </a:xfrm>
            <a:custGeom>
              <a:avLst/>
              <a:gdLst>
                <a:gd name="connsiteX0" fmla="*/ 169672 w 169672"/>
                <a:gd name="connsiteY0" fmla="*/ 0 h 12700"/>
                <a:gd name="connsiteX1" fmla="*/ 0 w 169672"/>
                <a:gd name="connsiteY1" fmla="*/ 0 h 12700"/>
              </a:gdLst>
              <a:ahLst/>
              <a:cxnLst>
                <a:cxn ang="0">
                  <a:pos x="connsiteX0" y="connsiteY0"/>
                </a:cxn>
                <a:cxn ang="0">
                  <a:pos x="connsiteX1" y="connsiteY1"/>
                </a:cxn>
              </a:cxnLst>
              <a:rect l="l" t="t" r="r" b="b"/>
              <a:pathLst>
                <a:path w="169672" h="12700">
                  <a:moveTo>
                    <a:pt x="169672" y="0"/>
                  </a:moveTo>
                  <a:lnTo>
                    <a:pt x="0" y="0"/>
                  </a:lnTo>
                </a:path>
              </a:pathLst>
            </a:custGeom>
            <a:ln w="19050" cap="rnd">
              <a:solidFill>
                <a:srgbClr val="7213EA"/>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9" name="Freeform: Shape 118">
              <a:extLst>
                <a:ext uri="{FF2B5EF4-FFF2-40B4-BE49-F238E27FC236}">
                  <a16:creationId xmlns:a16="http://schemas.microsoft.com/office/drawing/2014/main" id="{F2C4354D-5BFD-32E2-6592-82B8136DCEFC}"/>
                </a:ext>
              </a:extLst>
            </p:cNvPr>
            <p:cNvSpPr/>
            <p:nvPr/>
          </p:nvSpPr>
          <p:spPr>
            <a:xfrm>
              <a:off x="1968753" y="4395189"/>
              <a:ext cx="47878" cy="48005"/>
            </a:xfrm>
            <a:custGeom>
              <a:avLst/>
              <a:gdLst>
                <a:gd name="connsiteX0" fmla="*/ 0 w 47878"/>
                <a:gd name="connsiteY0" fmla="*/ 30353 h 48005"/>
                <a:gd name="connsiteX1" fmla="*/ 8763 w 47878"/>
                <a:gd name="connsiteY1" fmla="*/ 48006 h 48005"/>
                <a:gd name="connsiteX2" fmla="*/ 47879 w 47878"/>
                <a:gd name="connsiteY2" fmla="*/ 0 h 48005"/>
              </a:gdLst>
              <a:ahLst/>
              <a:cxnLst>
                <a:cxn ang="0">
                  <a:pos x="connsiteX0" y="connsiteY0"/>
                </a:cxn>
                <a:cxn ang="0">
                  <a:pos x="connsiteX1" y="connsiteY1"/>
                </a:cxn>
                <a:cxn ang="0">
                  <a:pos x="connsiteX2" y="connsiteY2"/>
                </a:cxn>
              </a:cxnLst>
              <a:rect l="l" t="t" r="r" b="b"/>
              <a:pathLst>
                <a:path w="47878" h="48005">
                  <a:moveTo>
                    <a:pt x="0" y="30353"/>
                  </a:moveTo>
                  <a:lnTo>
                    <a:pt x="8763" y="48006"/>
                  </a:lnTo>
                  <a:lnTo>
                    <a:pt x="47879" y="0"/>
                  </a:lnTo>
                </a:path>
              </a:pathLst>
            </a:custGeom>
            <a:noFill/>
            <a:ln w="19050" cap="rnd">
              <a:solidFill>
                <a:srgbClr val="7213EA"/>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0" name="Freeform: Shape 119">
              <a:extLst>
                <a:ext uri="{FF2B5EF4-FFF2-40B4-BE49-F238E27FC236}">
                  <a16:creationId xmlns:a16="http://schemas.microsoft.com/office/drawing/2014/main" id="{46D6262B-58FE-E0D4-6C29-98A62391FA32}"/>
                </a:ext>
              </a:extLst>
            </p:cNvPr>
            <p:cNvSpPr/>
            <p:nvPr/>
          </p:nvSpPr>
          <p:spPr>
            <a:xfrm>
              <a:off x="1920747" y="4061432"/>
              <a:ext cx="71881" cy="73787"/>
            </a:xfrm>
            <a:custGeom>
              <a:avLst/>
              <a:gdLst>
                <a:gd name="connsiteX0" fmla="*/ 71882 w 71881"/>
                <a:gd name="connsiteY0" fmla="*/ 0 h 73787"/>
                <a:gd name="connsiteX1" fmla="*/ 71882 w 71881"/>
                <a:gd name="connsiteY1" fmla="*/ 73787 h 73787"/>
                <a:gd name="connsiteX2" fmla="*/ 0 w 71881"/>
                <a:gd name="connsiteY2" fmla="*/ 73787 h 73787"/>
              </a:gdLst>
              <a:ahLst/>
              <a:cxnLst>
                <a:cxn ang="0">
                  <a:pos x="connsiteX0" y="connsiteY0"/>
                </a:cxn>
                <a:cxn ang="0">
                  <a:pos x="connsiteX1" y="connsiteY1"/>
                </a:cxn>
                <a:cxn ang="0">
                  <a:pos x="connsiteX2" y="connsiteY2"/>
                </a:cxn>
              </a:cxnLst>
              <a:rect l="l" t="t" r="r" b="b"/>
              <a:pathLst>
                <a:path w="71881" h="73787">
                  <a:moveTo>
                    <a:pt x="71882" y="0"/>
                  </a:moveTo>
                  <a:lnTo>
                    <a:pt x="71882" y="73787"/>
                  </a:lnTo>
                  <a:lnTo>
                    <a:pt x="0" y="73787"/>
                  </a:lnTo>
                </a:path>
              </a:pathLst>
            </a:custGeom>
            <a:noFill/>
            <a:ln w="19050" cap="rnd">
              <a:solidFill>
                <a:srgbClr val="7213EA"/>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1" name="Freeform: Shape 120">
              <a:extLst>
                <a:ext uri="{FF2B5EF4-FFF2-40B4-BE49-F238E27FC236}">
                  <a16:creationId xmlns:a16="http://schemas.microsoft.com/office/drawing/2014/main" id="{6429B06D-D46C-410E-1FC3-06A6E1EA584E}"/>
                </a:ext>
              </a:extLst>
            </p:cNvPr>
            <p:cNvSpPr/>
            <p:nvPr/>
          </p:nvSpPr>
          <p:spPr>
            <a:xfrm>
              <a:off x="1883790" y="4024476"/>
              <a:ext cx="459232" cy="558800"/>
            </a:xfrm>
            <a:custGeom>
              <a:avLst/>
              <a:gdLst>
                <a:gd name="connsiteX0" fmla="*/ 441071 w 459232"/>
                <a:gd name="connsiteY0" fmla="*/ 558800 h 558800"/>
                <a:gd name="connsiteX1" fmla="*/ 18161 w 459232"/>
                <a:gd name="connsiteY1" fmla="*/ 558800 h 558800"/>
                <a:gd name="connsiteX2" fmla="*/ 0 w 459232"/>
                <a:gd name="connsiteY2" fmla="*/ 540639 h 558800"/>
                <a:gd name="connsiteX3" fmla="*/ 0 w 459232"/>
                <a:gd name="connsiteY3" fmla="*/ 85090 h 558800"/>
                <a:gd name="connsiteX4" fmla="*/ 84582 w 459232"/>
                <a:gd name="connsiteY4" fmla="*/ 0 h 558800"/>
                <a:gd name="connsiteX5" fmla="*/ 441071 w 459232"/>
                <a:gd name="connsiteY5" fmla="*/ 0 h 558800"/>
                <a:gd name="connsiteX6" fmla="*/ 459232 w 459232"/>
                <a:gd name="connsiteY6" fmla="*/ 18161 h 558800"/>
                <a:gd name="connsiteX7" fmla="*/ 459232 w 459232"/>
                <a:gd name="connsiteY7" fmla="*/ 540512 h 558800"/>
                <a:gd name="connsiteX8" fmla="*/ 441071 w 459232"/>
                <a:gd name="connsiteY8" fmla="*/ 558673 h 558800"/>
                <a:gd name="connsiteX9" fmla="*/ 441071 w 459232"/>
                <a:gd name="connsiteY9" fmla="*/ 558673 h 55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9232" h="558800">
                  <a:moveTo>
                    <a:pt x="441071" y="558800"/>
                  </a:moveTo>
                  <a:lnTo>
                    <a:pt x="18161" y="558800"/>
                  </a:lnTo>
                  <a:cubicBezTo>
                    <a:pt x="9017" y="558800"/>
                    <a:pt x="0" y="549656"/>
                    <a:pt x="0" y="540639"/>
                  </a:cubicBezTo>
                  <a:lnTo>
                    <a:pt x="0" y="85090"/>
                  </a:lnTo>
                  <a:lnTo>
                    <a:pt x="84582" y="0"/>
                  </a:lnTo>
                  <a:lnTo>
                    <a:pt x="441071" y="0"/>
                  </a:lnTo>
                  <a:cubicBezTo>
                    <a:pt x="450215" y="0"/>
                    <a:pt x="459232" y="9144"/>
                    <a:pt x="459232" y="18161"/>
                  </a:cubicBezTo>
                  <a:lnTo>
                    <a:pt x="459232" y="540512"/>
                  </a:lnTo>
                  <a:cubicBezTo>
                    <a:pt x="459232" y="549656"/>
                    <a:pt x="450215" y="558673"/>
                    <a:pt x="441071" y="558673"/>
                  </a:cubicBezTo>
                  <a:lnTo>
                    <a:pt x="441071" y="558673"/>
                  </a:lnTo>
                  <a:close/>
                </a:path>
              </a:pathLst>
            </a:custGeom>
            <a:noFill/>
            <a:ln w="19050" cap="rnd">
              <a:solidFill>
                <a:srgbClr val="7213EA"/>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22" name="Graphic 3">
            <a:extLst>
              <a:ext uri="{FF2B5EF4-FFF2-40B4-BE49-F238E27FC236}">
                <a16:creationId xmlns:a16="http://schemas.microsoft.com/office/drawing/2014/main" id="{2B0B4D60-182F-5D86-39CC-23F4B8DD4B0F}"/>
              </a:ext>
            </a:extLst>
          </p:cNvPr>
          <p:cNvGrpSpPr>
            <a:grpSpLocks noChangeAspect="1"/>
          </p:cNvGrpSpPr>
          <p:nvPr/>
        </p:nvGrpSpPr>
        <p:grpSpPr>
          <a:xfrm>
            <a:off x="8012326" y="1665240"/>
            <a:ext cx="499702" cy="349951"/>
            <a:chOff x="715518" y="2013330"/>
            <a:chExt cx="558545" cy="391160"/>
          </a:xfrm>
          <a:noFill/>
        </p:grpSpPr>
        <p:sp>
          <p:nvSpPr>
            <p:cNvPr id="123" name="Freeform: Shape 122">
              <a:extLst>
                <a:ext uri="{FF2B5EF4-FFF2-40B4-BE49-F238E27FC236}">
                  <a16:creationId xmlns:a16="http://schemas.microsoft.com/office/drawing/2014/main" id="{E9A76DD9-8E8D-255F-55FD-D8BB48FF6A47}"/>
                </a:ext>
              </a:extLst>
            </p:cNvPr>
            <p:cNvSpPr/>
            <p:nvPr/>
          </p:nvSpPr>
          <p:spPr>
            <a:xfrm>
              <a:off x="715518" y="2013330"/>
              <a:ext cx="558545" cy="391160"/>
            </a:xfrm>
            <a:custGeom>
              <a:avLst/>
              <a:gdLst>
                <a:gd name="connsiteX0" fmla="*/ 558546 w 558545"/>
                <a:gd name="connsiteY0" fmla="*/ 391160 h 391160"/>
                <a:gd name="connsiteX1" fmla="*/ 0 w 558545"/>
                <a:gd name="connsiteY1" fmla="*/ 391160 h 391160"/>
                <a:gd name="connsiteX2" fmla="*/ 0 w 558545"/>
                <a:gd name="connsiteY2" fmla="*/ 391160 h 391160"/>
                <a:gd name="connsiteX3" fmla="*/ 0 w 558545"/>
                <a:gd name="connsiteY3" fmla="*/ 0 h 391160"/>
                <a:gd name="connsiteX4" fmla="*/ 558546 w 558545"/>
                <a:gd name="connsiteY4" fmla="*/ 0 h 391160"/>
                <a:gd name="connsiteX5" fmla="*/ 558546 w 558545"/>
                <a:gd name="connsiteY5" fmla="*/ 0 h 391160"/>
                <a:gd name="connsiteX6" fmla="*/ 558546 w 558545"/>
                <a:gd name="connsiteY6" fmla="*/ 391160 h 391160"/>
                <a:gd name="connsiteX7" fmla="*/ 558546 w 558545"/>
                <a:gd name="connsiteY7" fmla="*/ 391160 h 391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545" h="391160">
                  <a:moveTo>
                    <a:pt x="558546" y="391160"/>
                  </a:moveTo>
                  <a:lnTo>
                    <a:pt x="0" y="391160"/>
                  </a:lnTo>
                  <a:lnTo>
                    <a:pt x="0" y="391160"/>
                  </a:lnTo>
                  <a:lnTo>
                    <a:pt x="0" y="0"/>
                  </a:lnTo>
                  <a:lnTo>
                    <a:pt x="558546" y="0"/>
                  </a:lnTo>
                  <a:lnTo>
                    <a:pt x="558546" y="0"/>
                  </a:lnTo>
                  <a:lnTo>
                    <a:pt x="558546" y="391160"/>
                  </a:lnTo>
                  <a:lnTo>
                    <a:pt x="558546" y="391160"/>
                  </a:lnTo>
                  <a:close/>
                </a:path>
              </a:pathLst>
            </a:custGeom>
            <a:noFill/>
            <a:ln w="19050" cap="rnd">
              <a:solidFill>
                <a:srgbClr val="0C233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4" name="Freeform: Shape 123">
              <a:extLst>
                <a:ext uri="{FF2B5EF4-FFF2-40B4-BE49-F238E27FC236}">
                  <a16:creationId xmlns:a16="http://schemas.microsoft.com/office/drawing/2014/main" id="{3A553462-7492-7D75-64E6-214489DB8884}"/>
                </a:ext>
              </a:extLst>
            </p:cNvPr>
            <p:cNvSpPr/>
            <p:nvPr/>
          </p:nvSpPr>
          <p:spPr>
            <a:xfrm>
              <a:off x="721487" y="2022348"/>
              <a:ext cx="546607" cy="244347"/>
            </a:xfrm>
            <a:custGeom>
              <a:avLst/>
              <a:gdLst>
                <a:gd name="connsiteX0" fmla="*/ 0 w 546607"/>
                <a:gd name="connsiteY0" fmla="*/ 0 h 244347"/>
                <a:gd name="connsiteX1" fmla="*/ 273304 w 546607"/>
                <a:gd name="connsiteY1" fmla="*/ 244348 h 244347"/>
                <a:gd name="connsiteX2" fmla="*/ 546608 w 546607"/>
                <a:gd name="connsiteY2" fmla="*/ 0 h 244347"/>
              </a:gdLst>
              <a:ahLst/>
              <a:cxnLst>
                <a:cxn ang="0">
                  <a:pos x="connsiteX0" y="connsiteY0"/>
                </a:cxn>
                <a:cxn ang="0">
                  <a:pos x="connsiteX1" y="connsiteY1"/>
                </a:cxn>
                <a:cxn ang="0">
                  <a:pos x="connsiteX2" y="connsiteY2"/>
                </a:cxn>
              </a:cxnLst>
              <a:rect l="l" t="t" r="r" b="b"/>
              <a:pathLst>
                <a:path w="546607" h="244347">
                  <a:moveTo>
                    <a:pt x="0" y="0"/>
                  </a:moveTo>
                  <a:lnTo>
                    <a:pt x="273304" y="244348"/>
                  </a:lnTo>
                  <a:lnTo>
                    <a:pt x="546608" y="0"/>
                  </a:lnTo>
                </a:path>
              </a:pathLst>
            </a:custGeom>
            <a:noFill/>
            <a:ln w="19050" cap="rnd">
              <a:solidFill>
                <a:srgbClr val="0C233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25" name="Graphic 3">
            <a:extLst>
              <a:ext uri="{FF2B5EF4-FFF2-40B4-BE49-F238E27FC236}">
                <a16:creationId xmlns:a16="http://schemas.microsoft.com/office/drawing/2014/main" id="{7CA3F1AC-0489-FE42-356B-99DAEFC60DCE}"/>
              </a:ext>
            </a:extLst>
          </p:cNvPr>
          <p:cNvGrpSpPr>
            <a:grpSpLocks noChangeAspect="1"/>
          </p:cNvGrpSpPr>
          <p:nvPr/>
        </p:nvGrpSpPr>
        <p:grpSpPr>
          <a:xfrm>
            <a:off x="9744532" y="1574458"/>
            <a:ext cx="473557" cy="473343"/>
            <a:chOff x="7411466" y="1863089"/>
            <a:chExt cx="590999" cy="590732"/>
          </a:xfrm>
          <a:noFill/>
        </p:grpSpPr>
        <p:sp>
          <p:nvSpPr>
            <p:cNvPr id="126" name="Freeform: Shape 125">
              <a:extLst>
                <a:ext uri="{FF2B5EF4-FFF2-40B4-BE49-F238E27FC236}">
                  <a16:creationId xmlns:a16="http://schemas.microsoft.com/office/drawing/2014/main" id="{67F067A0-A0CE-5731-DD8C-59EDA832CA07}"/>
                </a:ext>
              </a:extLst>
            </p:cNvPr>
            <p:cNvSpPr/>
            <p:nvPr/>
          </p:nvSpPr>
          <p:spPr>
            <a:xfrm>
              <a:off x="7411466" y="1863089"/>
              <a:ext cx="589788" cy="589788"/>
            </a:xfrm>
            <a:custGeom>
              <a:avLst/>
              <a:gdLst>
                <a:gd name="connsiteX0" fmla="*/ 508127 w 589788"/>
                <a:gd name="connsiteY0" fmla="*/ 375158 h 589788"/>
                <a:gd name="connsiteX1" fmla="*/ 513461 w 589788"/>
                <a:gd name="connsiteY1" fmla="*/ 362458 h 589788"/>
                <a:gd name="connsiteX2" fmla="*/ 525145 w 589788"/>
                <a:gd name="connsiteY2" fmla="*/ 352044 h 589788"/>
                <a:gd name="connsiteX3" fmla="*/ 581279 w 589788"/>
                <a:gd name="connsiteY3" fmla="*/ 336423 h 589788"/>
                <a:gd name="connsiteX4" fmla="*/ 589788 w 589788"/>
                <a:gd name="connsiteY4" fmla="*/ 325755 h 589788"/>
                <a:gd name="connsiteX5" fmla="*/ 589788 w 589788"/>
                <a:gd name="connsiteY5" fmla="*/ 264287 h 589788"/>
                <a:gd name="connsiteX6" fmla="*/ 581279 w 589788"/>
                <a:gd name="connsiteY6" fmla="*/ 253619 h 589788"/>
                <a:gd name="connsiteX7" fmla="*/ 525272 w 589788"/>
                <a:gd name="connsiteY7" fmla="*/ 237998 h 589788"/>
                <a:gd name="connsiteX8" fmla="*/ 513588 w 589788"/>
                <a:gd name="connsiteY8" fmla="*/ 227584 h 589788"/>
                <a:gd name="connsiteX9" fmla="*/ 497205 w 589788"/>
                <a:gd name="connsiteY9" fmla="*/ 187960 h 589788"/>
                <a:gd name="connsiteX10" fmla="*/ 498094 w 589788"/>
                <a:gd name="connsiteY10" fmla="*/ 172339 h 589788"/>
                <a:gd name="connsiteX11" fmla="*/ 526796 w 589788"/>
                <a:gd name="connsiteY11" fmla="*/ 121666 h 589788"/>
                <a:gd name="connsiteX12" fmla="*/ 525272 w 589788"/>
                <a:gd name="connsiteY12" fmla="*/ 108204 h 589788"/>
                <a:gd name="connsiteX13" fmla="*/ 481711 w 589788"/>
                <a:gd name="connsiteY13" fmla="*/ 64643 h 589788"/>
                <a:gd name="connsiteX14" fmla="*/ 468249 w 589788"/>
                <a:gd name="connsiteY14" fmla="*/ 63119 h 589788"/>
                <a:gd name="connsiteX15" fmla="*/ 417576 w 589788"/>
                <a:gd name="connsiteY15" fmla="*/ 91821 h 589788"/>
                <a:gd name="connsiteX16" fmla="*/ 401955 w 589788"/>
                <a:gd name="connsiteY16" fmla="*/ 92710 h 589788"/>
                <a:gd name="connsiteX17" fmla="*/ 362458 w 589788"/>
                <a:gd name="connsiteY17" fmla="*/ 76327 h 589788"/>
                <a:gd name="connsiteX18" fmla="*/ 352044 w 589788"/>
                <a:gd name="connsiteY18" fmla="*/ 64643 h 589788"/>
                <a:gd name="connsiteX19" fmla="*/ 336423 w 589788"/>
                <a:gd name="connsiteY19" fmla="*/ 8509 h 589788"/>
                <a:gd name="connsiteX20" fmla="*/ 325755 w 589788"/>
                <a:gd name="connsiteY20" fmla="*/ 0 h 589788"/>
                <a:gd name="connsiteX21" fmla="*/ 264287 w 589788"/>
                <a:gd name="connsiteY21" fmla="*/ 0 h 589788"/>
                <a:gd name="connsiteX22" fmla="*/ 253746 w 589788"/>
                <a:gd name="connsiteY22" fmla="*/ 8509 h 589788"/>
                <a:gd name="connsiteX23" fmla="*/ 238125 w 589788"/>
                <a:gd name="connsiteY23" fmla="*/ 64516 h 589788"/>
                <a:gd name="connsiteX24" fmla="*/ 227711 w 589788"/>
                <a:gd name="connsiteY24" fmla="*/ 76200 h 589788"/>
                <a:gd name="connsiteX25" fmla="*/ 188087 w 589788"/>
                <a:gd name="connsiteY25" fmla="*/ 92583 h 589788"/>
                <a:gd name="connsiteX26" fmla="*/ 172465 w 589788"/>
                <a:gd name="connsiteY26" fmla="*/ 91694 h 589788"/>
                <a:gd name="connsiteX27" fmla="*/ 121793 w 589788"/>
                <a:gd name="connsiteY27" fmla="*/ 62992 h 589788"/>
                <a:gd name="connsiteX28" fmla="*/ 108331 w 589788"/>
                <a:gd name="connsiteY28" fmla="*/ 64516 h 589788"/>
                <a:gd name="connsiteX29" fmla="*/ 64770 w 589788"/>
                <a:gd name="connsiteY29" fmla="*/ 108077 h 589788"/>
                <a:gd name="connsiteX30" fmla="*/ 63246 w 589788"/>
                <a:gd name="connsiteY30" fmla="*/ 121539 h 589788"/>
                <a:gd name="connsiteX31" fmla="*/ 91948 w 589788"/>
                <a:gd name="connsiteY31" fmla="*/ 172212 h 589788"/>
                <a:gd name="connsiteX32" fmla="*/ 92837 w 589788"/>
                <a:gd name="connsiteY32" fmla="*/ 187833 h 589788"/>
                <a:gd name="connsiteX33" fmla="*/ 76327 w 589788"/>
                <a:gd name="connsiteY33" fmla="*/ 227457 h 589788"/>
                <a:gd name="connsiteX34" fmla="*/ 64643 w 589788"/>
                <a:gd name="connsiteY34" fmla="*/ 237871 h 589788"/>
                <a:gd name="connsiteX35" fmla="*/ 8509 w 589788"/>
                <a:gd name="connsiteY35" fmla="*/ 253492 h 589788"/>
                <a:gd name="connsiteX36" fmla="*/ 0 w 589788"/>
                <a:gd name="connsiteY36" fmla="*/ 264033 h 589788"/>
                <a:gd name="connsiteX37" fmla="*/ 0 w 589788"/>
                <a:gd name="connsiteY37" fmla="*/ 325501 h 589788"/>
                <a:gd name="connsiteX38" fmla="*/ 8509 w 589788"/>
                <a:gd name="connsiteY38" fmla="*/ 336169 h 589788"/>
                <a:gd name="connsiteX39" fmla="*/ 64515 w 589788"/>
                <a:gd name="connsiteY39" fmla="*/ 351790 h 589788"/>
                <a:gd name="connsiteX40" fmla="*/ 76200 w 589788"/>
                <a:gd name="connsiteY40" fmla="*/ 362204 h 589788"/>
                <a:gd name="connsiteX41" fmla="*/ 92583 w 589788"/>
                <a:gd name="connsiteY41" fmla="*/ 401828 h 589788"/>
                <a:gd name="connsiteX42" fmla="*/ 91694 w 589788"/>
                <a:gd name="connsiteY42" fmla="*/ 417449 h 589788"/>
                <a:gd name="connsiteX43" fmla="*/ 62992 w 589788"/>
                <a:gd name="connsiteY43" fmla="*/ 468122 h 589788"/>
                <a:gd name="connsiteX44" fmla="*/ 64515 w 589788"/>
                <a:gd name="connsiteY44" fmla="*/ 481584 h 589788"/>
                <a:gd name="connsiteX45" fmla="*/ 108077 w 589788"/>
                <a:gd name="connsiteY45" fmla="*/ 525145 h 589788"/>
                <a:gd name="connsiteX46" fmla="*/ 121539 w 589788"/>
                <a:gd name="connsiteY46" fmla="*/ 526669 h 589788"/>
                <a:gd name="connsiteX47" fmla="*/ 172212 w 589788"/>
                <a:gd name="connsiteY47" fmla="*/ 497967 h 589788"/>
                <a:gd name="connsiteX48" fmla="*/ 187833 w 589788"/>
                <a:gd name="connsiteY48" fmla="*/ 497078 h 589788"/>
                <a:gd name="connsiteX49" fmla="*/ 227330 w 589788"/>
                <a:gd name="connsiteY49" fmla="*/ 513461 h 589788"/>
                <a:gd name="connsiteX50" fmla="*/ 237744 w 589788"/>
                <a:gd name="connsiteY50" fmla="*/ 525145 h 589788"/>
                <a:gd name="connsiteX51" fmla="*/ 253365 w 589788"/>
                <a:gd name="connsiteY51" fmla="*/ 581279 h 589788"/>
                <a:gd name="connsiteX52" fmla="*/ 263906 w 589788"/>
                <a:gd name="connsiteY52" fmla="*/ 589788 h 589788"/>
                <a:gd name="connsiteX53" fmla="*/ 325374 w 589788"/>
                <a:gd name="connsiteY53" fmla="*/ 589788 h 589788"/>
                <a:gd name="connsiteX54" fmla="*/ 335915 w 589788"/>
                <a:gd name="connsiteY54" fmla="*/ 581279 h 589788"/>
                <a:gd name="connsiteX55" fmla="*/ 351536 w 589788"/>
                <a:gd name="connsiteY55" fmla="*/ 525272 h 589788"/>
                <a:gd name="connsiteX56" fmla="*/ 361950 w 589788"/>
                <a:gd name="connsiteY56" fmla="*/ 513588 h 589788"/>
                <a:gd name="connsiteX57" fmla="*/ 374650 w 589788"/>
                <a:gd name="connsiteY57" fmla="*/ 508381 h 589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589788" h="589788">
                  <a:moveTo>
                    <a:pt x="508127" y="375158"/>
                  </a:moveTo>
                  <a:lnTo>
                    <a:pt x="513461" y="362458"/>
                  </a:lnTo>
                  <a:cubicBezTo>
                    <a:pt x="515112" y="357759"/>
                    <a:pt x="520319" y="353060"/>
                    <a:pt x="525145" y="352044"/>
                  </a:cubicBezTo>
                  <a:lnTo>
                    <a:pt x="581279" y="336423"/>
                  </a:lnTo>
                  <a:cubicBezTo>
                    <a:pt x="585977" y="335407"/>
                    <a:pt x="589788" y="330581"/>
                    <a:pt x="589788" y="325755"/>
                  </a:cubicBezTo>
                  <a:lnTo>
                    <a:pt x="589788" y="264287"/>
                  </a:lnTo>
                  <a:cubicBezTo>
                    <a:pt x="589788" y="259461"/>
                    <a:pt x="585977" y="254762"/>
                    <a:pt x="581279" y="253619"/>
                  </a:cubicBezTo>
                  <a:lnTo>
                    <a:pt x="525272" y="237998"/>
                  </a:lnTo>
                  <a:cubicBezTo>
                    <a:pt x="520446" y="236982"/>
                    <a:pt x="515239" y="232283"/>
                    <a:pt x="513588" y="227584"/>
                  </a:cubicBezTo>
                  <a:lnTo>
                    <a:pt x="497205" y="187960"/>
                  </a:lnTo>
                  <a:cubicBezTo>
                    <a:pt x="495046" y="183515"/>
                    <a:pt x="495427" y="176530"/>
                    <a:pt x="498094" y="172339"/>
                  </a:cubicBezTo>
                  <a:lnTo>
                    <a:pt x="526796" y="121666"/>
                  </a:lnTo>
                  <a:cubicBezTo>
                    <a:pt x="529336" y="117602"/>
                    <a:pt x="528701" y="111506"/>
                    <a:pt x="525272" y="108204"/>
                  </a:cubicBezTo>
                  <a:lnTo>
                    <a:pt x="481711" y="64643"/>
                  </a:lnTo>
                  <a:cubicBezTo>
                    <a:pt x="478282" y="61214"/>
                    <a:pt x="472186" y="60579"/>
                    <a:pt x="468249" y="63119"/>
                  </a:cubicBezTo>
                  <a:lnTo>
                    <a:pt x="417576" y="91821"/>
                  </a:lnTo>
                  <a:cubicBezTo>
                    <a:pt x="413385" y="94488"/>
                    <a:pt x="406400" y="94869"/>
                    <a:pt x="401955" y="92710"/>
                  </a:cubicBezTo>
                  <a:lnTo>
                    <a:pt x="362458" y="76327"/>
                  </a:lnTo>
                  <a:cubicBezTo>
                    <a:pt x="357759" y="74676"/>
                    <a:pt x="353060" y="69469"/>
                    <a:pt x="352044" y="64643"/>
                  </a:cubicBezTo>
                  <a:lnTo>
                    <a:pt x="336423" y="8509"/>
                  </a:lnTo>
                  <a:cubicBezTo>
                    <a:pt x="335407" y="3810"/>
                    <a:pt x="330581" y="0"/>
                    <a:pt x="325755" y="0"/>
                  </a:cubicBezTo>
                  <a:lnTo>
                    <a:pt x="264287" y="0"/>
                  </a:lnTo>
                  <a:cubicBezTo>
                    <a:pt x="259461" y="0"/>
                    <a:pt x="254762" y="3810"/>
                    <a:pt x="253746" y="8509"/>
                  </a:cubicBezTo>
                  <a:lnTo>
                    <a:pt x="238125" y="64516"/>
                  </a:lnTo>
                  <a:cubicBezTo>
                    <a:pt x="236982" y="69342"/>
                    <a:pt x="232283" y="74549"/>
                    <a:pt x="227711" y="76200"/>
                  </a:cubicBezTo>
                  <a:lnTo>
                    <a:pt x="188087" y="92583"/>
                  </a:lnTo>
                  <a:cubicBezTo>
                    <a:pt x="183642" y="94742"/>
                    <a:pt x="176657" y="94361"/>
                    <a:pt x="172465" y="91694"/>
                  </a:cubicBezTo>
                  <a:lnTo>
                    <a:pt x="121793" y="62992"/>
                  </a:lnTo>
                  <a:cubicBezTo>
                    <a:pt x="117728" y="60452"/>
                    <a:pt x="111633" y="61087"/>
                    <a:pt x="108331" y="64516"/>
                  </a:cubicBezTo>
                  <a:lnTo>
                    <a:pt x="64770" y="108077"/>
                  </a:lnTo>
                  <a:cubicBezTo>
                    <a:pt x="61340" y="111506"/>
                    <a:pt x="60706" y="117475"/>
                    <a:pt x="63246" y="121539"/>
                  </a:cubicBezTo>
                  <a:lnTo>
                    <a:pt x="91948" y="172212"/>
                  </a:lnTo>
                  <a:cubicBezTo>
                    <a:pt x="94615" y="176403"/>
                    <a:pt x="94996" y="183388"/>
                    <a:pt x="92837" y="187833"/>
                  </a:cubicBezTo>
                  <a:lnTo>
                    <a:pt x="76327" y="227457"/>
                  </a:lnTo>
                  <a:cubicBezTo>
                    <a:pt x="74676" y="232156"/>
                    <a:pt x="69469" y="236855"/>
                    <a:pt x="64643" y="237871"/>
                  </a:cubicBezTo>
                  <a:lnTo>
                    <a:pt x="8509" y="253492"/>
                  </a:lnTo>
                  <a:cubicBezTo>
                    <a:pt x="3810" y="254508"/>
                    <a:pt x="0" y="259334"/>
                    <a:pt x="0" y="264033"/>
                  </a:cubicBezTo>
                  <a:lnTo>
                    <a:pt x="0" y="325501"/>
                  </a:lnTo>
                  <a:cubicBezTo>
                    <a:pt x="0" y="330327"/>
                    <a:pt x="3810" y="335026"/>
                    <a:pt x="8509" y="336169"/>
                  </a:cubicBezTo>
                  <a:lnTo>
                    <a:pt x="64515" y="351790"/>
                  </a:lnTo>
                  <a:cubicBezTo>
                    <a:pt x="69342" y="352806"/>
                    <a:pt x="74549" y="357505"/>
                    <a:pt x="76200" y="362204"/>
                  </a:cubicBezTo>
                  <a:lnTo>
                    <a:pt x="92583" y="401828"/>
                  </a:lnTo>
                  <a:cubicBezTo>
                    <a:pt x="94742" y="406273"/>
                    <a:pt x="94361" y="413258"/>
                    <a:pt x="91694" y="417449"/>
                  </a:cubicBezTo>
                  <a:lnTo>
                    <a:pt x="62992" y="468122"/>
                  </a:lnTo>
                  <a:cubicBezTo>
                    <a:pt x="60452" y="472186"/>
                    <a:pt x="61087" y="478282"/>
                    <a:pt x="64515" y="481584"/>
                  </a:cubicBezTo>
                  <a:lnTo>
                    <a:pt x="108077" y="525145"/>
                  </a:lnTo>
                  <a:cubicBezTo>
                    <a:pt x="111506" y="528574"/>
                    <a:pt x="117602" y="529209"/>
                    <a:pt x="121539" y="526669"/>
                  </a:cubicBezTo>
                  <a:lnTo>
                    <a:pt x="172212" y="497967"/>
                  </a:lnTo>
                  <a:cubicBezTo>
                    <a:pt x="176402" y="495300"/>
                    <a:pt x="183388" y="494919"/>
                    <a:pt x="187833" y="497078"/>
                  </a:cubicBezTo>
                  <a:lnTo>
                    <a:pt x="227330" y="513461"/>
                  </a:lnTo>
                  <a:cubicBezTo>
                    <a:pt x="232028" y="515112"/>
                    <a:pt x="236727" y="520319"/>
                    <a:pt x="237744" y="525145"/>
                  </a:cubicBezTo>
                  <a:lnTo>
                    <a:pt x="253365" y="581279"/>
                  </a:lnTo>
                  <a:cubicBezTo>
                    <a:pt x="254381" y="585978"/>
                    <a:pt x="259207" y="589788"/>
                    <a:pt x="263906" y="589788"/>
                  </a:cubicBezTo>
                  <a:lnTo>
                    <a:pt x="325374" y="589788"/>
                  </a:lnTo>
                  <a:cubicBezTo>
                    <a:pt x="330200" y="589788"/>
                    <a:pt x="334899" y="585978"/>
                    <a:pt x="335915" y="581279"/>
                  </a:cubicBezTo>
                  <a:lnTo>
                    <a:pt x="351536" y="525272"/>
                  </a:lnTo>
                  <a:cubicBezTo>
                    <a:pt x="352552" y="520446"/>
                    <a:pt x="357251" y="515239"/>
                    <a:pt x="361950" y="513588"/>
                  </a:cubicBezTo>
                  <a:lnTo>
                    <a:pt x="374650" y="508381"/>
                  </a:lnTo>
                </a:path>
              </a:pathLst>
            </a:custGeom>
            <a:noFill/>
            <a:ln w="19050" cap="rnd">
              <a:solidFill>
                <a:srgbClr val="098E7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7" name="Freeform: Shape 126">
              <a:extLst>
                <a:ext uri="{FF2B5EF4-FFF2-40B4-BE49-F238E27FC236}">
                  <a16:creationId xmlns:a16="http://schemas.microsoft.com/office/drawing/2014/main" id="{2160BFA1-C9E8-6561-03D4-16F17C9C57B2}"/>
                </a:ext>
              </a:extLst>
            </p:cNvPr>
            <p:cNvSpPr/>
            <p:nvPr/>
          </p:nvSpPr>
          <p:spPr>
            <a:xfrm>
              <a:off x="7564758" y="2016192"/>
              <a:ext cx="437706" cy="437630"/>
            </a:xfrm>
            <a:custGeom>
              <a:avLst/>
              <a:gdLst>
                <a:gd name="connsiteX0" fmla="*/ 108073 w 437706"/>
                <a:gd name="connsiteY0" fmla="*/ 17840 h 437630"/>
                <a:gd name="connsiteX1" fmla="*/ 178685 w 437706"/>
                <a:gd name="connsiteY1" fmla="*/ 88452 h 437630"/>
                <a:gd name="connsiteX2" fmla="*/ 182241 w 437706"/>
                <a:gd name="connsiteY2" fmla="*/ 101787 h 437630"/>
                <a:gd name="connsiteX3" fmla="*/ 101342 w 437706"/>
                <a:gd name="connsiteY3" fmla="*/ 182685 h 437630"/>
                <a:gd name="connsiteX4" fmla="*/ 88007 w 437706"/>
                <a:gd name="connsiteY4" fmla="*/ 179129 h 437630"/>
                <a:gd name="connsiteX5" fmla="*/ 17522 w 437706"/>
                <a:gd name="connsiteY5" fmla="*/ 108644 h 437630"/>
                <a:gd name="connsiteX6" fmla="*/ 2917 w 437706"/>
                <a:gd name="connsiteY6" fmla="*/ 112962 h 437630"/>
                <a:gd name="connsiteX7" fmla="*/ 41398 w 437706"/>
                <a:gd name="connsiteY7" fmla="*/ 241740 h 437630"/>
                <a:gd name="connsiteX8" fmla="*/ 193290 w 437706"/>
                <a:gd name="connsiteY8" fmla="*/ 273363 h 437630"/>
                <a:gd name="connsiteX9" fmla="*/ 340483 w 437706"/>
                <a:gd name="connsiteY9" fmla="*/ 420556 h 437630"/>
                <a:gd name="connsiteX10" fmla="*/ 419985 w 437706"/>
                <a:gd name="connsiteY10" fmla="*/ 422462 h 437630"/>
                <a:gd name="connsiteX11" fmla="*/ 421128 w 437706"/>
                <a:gd name="connsiteY11" fmla="*/ 341562 h 437630"/>
                <a:gd name="connsiteX12" fmla="*/ 273173 w 437706"/>
                <a:gd name="connsiteY12" fmla="*/ 193607 h 437630"/>
                <a:gd name="connsiteX13" fmla="*/ 241550 w 437706"/>
                <a:gd name="connsiteY13" fmla="*/ 41462 h 437630"/>
                <a:gd name="connsiteX14" fmla="*/ 112391 w 437706"/>
                <a:gd name="connsiteY14" fmla="*/ 2981 h 437630"/>
                <a:gd name="connsiteX15" fmla="*/ 108073 w 437706"/>
                <a:gd name="connsiteY15" fmla="*/ 17585 h 43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7706" h="437630">
                  <a:moveTo>
                    <a:pt x="108073" y="17840"/>
                  </a:moveTo>
                  <a:lnTo>
                    <a:pt x="178685" y="88452"/>
                  </a:lnTo>
                  <a:cubicBezTo>
                    <a:pt x="182241" y="92007"/>
                    <a:pt x="183511" y="97087"/>
                    <a:pt x="182241" y="101787"/>
                  </a:cubicBezTo>
                  <a:cubicBezTo>
                    <a:pt x="171700" y="141284"/>
                    <a:pt x="140839" y="172144"/>
                    <a:pt x="101342" y="182685"/>
                  </a:cubicBezTo>
                  <a:cubicBezTo>
                    <a:pt x="96516" y="183956"/>
                    <a:pt x="91436" y="182685"/>
                    <a:pt x="88007" y="179129"/>
                  </a:cubicBezTo>
                  <a:lnTo>
                    <a:pt x="17522" y="108644"/>
                  </a:lnTo>
                  <a:cubicBezTo>
                    <a:pt x="12696" y="103818"/>
                    <a:pt x="4314" y="106231"/>
                    <a:pt x="2917" y="112962"/>
                  </a:cubicBezTo>
                  <a:cubicBezTo>
                    <a:pt x="-6354" y="158047"/>
                    <a:pt x="6473" y="206815"/>
                    <a:pt x="41398" y="241740"/>
                  </a:cubicBezTo>
                  <a:cubicBezTo>
                    <a:pt x="82419" y="282762"/>
                    <a:pt x="142490" y="293303"/>
                    <a:pt x="193290" y="273363"/>
                  </a:cubicBezTo>
                  <a:lnTo>
                    <a:pt x="340483" y="420556"/>
                  </a:lnTo>
                  <a:cubicBezTo>
                    <a:pt x="362200" y="442274"/>
                    <a:pt x="397633" y="443671"/>
                    <a:pt x="419985" y="422462"/>
                  </a:cubicBezTo>
                  <a:cubicBezTo>
                    <a:pt x="443226" y="400490"/>
                    <a:pt x="443607" y="363915"/>
                    <a:pt x="421128" y="341562"/>
                  </a:cubicBezTo>
                  <a:lnTo>
                    <a:pt x="273173" y="193607"/>
                  </a:lnTo>
                  <a:cubicBezTo>
                    <a:pt x="293239" y="142807"/>
                    <a:pt x="282698" y="82609"/>
                    <a:pt x="241550" y="41462"/>
                  </a:cubicBezTo>
                  <a:cubicBezTo>
                    <a:pt x="206498" y="6409"/>
                    <a:pt x="157603" y="-6418"/>
                    <a:pt x="112391" y="2981"/>
                  </a:cubicBezTo>
                  <a:cubicBezTo>
                    <a:pt x="105660" y="4378"/>
                    <a:pt x="103247" y="12759"/>
                    <a:pt x="108073" y="17585"/>
                  </a:cubicBezTo>
                  <a:close/>
                </a:path>
              </a:pathLst>
            </a:custGeom>
            <a:noFill/>
            <a:ln w="19050" cap="rnd">
              <a:solidFill>
                <a:srgbClr val="098E7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 name="Title 1">
            <a:extLst>
              <a:ext uri="{FF2B5EF4-FFF2-40B4-BE49-F238E27FC236}">
                <a16:creationId xmlns:a16="http://schemas.microsoft.com/office/drawing/2014/main" id="{D537BBEA-7EE1-EF2A-BB20-539DF7C7F976}"/>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L1 Capability Definitions</a:t>
            </a:r>
          </a:p>
        </p:txBody>
      </p:sp>
    </p:spTree>
    <p:extLst>
      <p:ext uri="{BB962C8B-B14F-4D97-AF65-F5344CB8AC3E}">
        <p14:creationId xmlns:p14="http://schemas.microsoft.com/office/powerpoint/2010/main" val="3841864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80076-E0D6-F64B-94D9-AFC33F894B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30EDE-2025-C0E5-8082-004A266E2A85}"/>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L2 Capability Definitions (1 of 5) </a:t>
            </a:r>
          </a:p>
        </p:txBody>
      </p:sp>
      <p:graphicFrame>
        <p:nvGraphicFramePr>
          <p:cNvPr id="4" name="Table 3">
            <a:extLst>
              <a:ext uri="{FF2B5EF4-FFF2-40B4-BE49-F238E27FC236}">
                <a16:creationId xmlns:a16="http://schemas.microsoft.com/office/drawing/2014/main" id="{1700A8E4-2C15-E6C3-ED6C-E60C2CAA0CCF}"/>
              </a:ext>
            </a:extLst>
          </p:cNvPr>
          <p:cNvGraphicFramePr>
            <a:graphicFrameLocks noGrp="1"/>
          </p:cNvGraphicFramePr>
          <p:nvPr>
            <p:extLst>
              <p:ext uri="{D42A27DB-BD31-4B8C-83A1-F6EECF244321}">
                <p14:modId xmlns:p14="http://schemas.microsoft.com/office/powerpoint/2010/main" val="2730719459"/>
              </p:ext>
            </p:extLst>
          </p:nvPr>
        </p:nvGraphicFramePr>
        <p:xfrm>
          <a:off x="495300" y="914400"/>
          <a:ext cx="11338560" cy="4559808"/>
        </p:xfrm>
        <a:graphic>
          <a:graphicData uri="http://schemas.openxmlformats.org/drawingml/2006/table">
            <a:tbl>
              <a:tblPr firstRow="1">
                <a:tableStyleId>{1FECB4D8-DB02-4DC6-A0A2-4F2EBAE1DC90}</a:tableStyleId>
              </a:tblPr>
              <a:tblGrid>
                <a:gridCol w="914400">
                  <a:extLst>
                    <a:ext uri="{9D8B030D-6E8A-4147-A177-3AD203B41FA5}">
                      <a16:colId xmlns:a16="http://schemas.microsoft.com/office/drawing/2014/main" val="871601655"/>
                    </a:ext>
                  </a:extLst>
                </a:gridCol>
                <a:gridCol w="1737360">
                  <a:extLst>
                    <a:ext uri="{9D8B030D-6E8A-4147-A177-3AD203B41FA5}">
                      <a16:colId xmlns:a16="http://schemas.microsoft.com/office/drawing/2014/main" val="1196094102"/>
                    </a:ext>
                  </a:extLst>
                </a:gridCol>
                <a:gridCol w="8686800">
                  <a:extLst>
                    <a:ext uri="{9D8B030D-6E8A-4147-A177-3AD203B41FA5}">
                      <a16:colId xmlns:a16="http://schemas.microsoft.com/office/drawing/2014/main" val="978199843"/>
                    </a:ext>
                  </a:extLst>
                </a:gridCol>
              </a:tblGrid>
              <a:tr h="63547">
                <a:tc>
                  <a:txBody>
                    <a:bodyPr/>
                    <a:lstStyle/>
                    <a:p>
                      <a:pPr algn="ctr" fontAlgn="ctr">
                        <a:buNone/>
                      </a:pPr>
                      <a:r>
                        <a:rPr lang="en-US" sz="1000" b="1" u="none" strike="noStrike">
                          <a:solidFill>
                            <a:srgbClr val="FFFFFF"/>
                          </a:solidFill>
                          <a:effectLst/>
                        </a:rPr>
                        <a:t>L1 Capability</a:t>
                      </a:r>
                      <a:endParaRPr lang="en-US" sz="1000" b="1" i="0" u="none" strike="noStrike">
                        <a:solidFill>
                          <a:srgbClr val="FFFFFF"/>
                        </a:solidFill>
                        <a:effectLst/>
                        <a:latin typeface="+mn-lt"/>
                      </a:endParaRPr>
                    </a:p>
                  </a:txBody>
                  <a:tcPr marL="45720" marR="45720" marT="9144" marB="9144" anchor="ctr"/>
                </a:tc>
                <a:tc>
                  <a:txBody>
                    <a:bodyPr/>
                    <a:lstStyle/>
                    <a:p>
                      <a:pPr algn="l" fontAlgn="ctr">
                        <a:buNone/>
                      </a:pPr>
                      <a:r>
                        <a:rPr lang="en-US" sz="1000" b="1" u="none" strike="noStrike">
                          <a:solidFill>
                            <a:srgbClr val="FFFFFF"/>
                          </a:solidFill>
                          <a:effectLst/>
                        </a:rPr>
                        <a:t>L2 Capability</a:t>
                      </a:r>
                      <a:endParaRPr lang="en-US" sz="1000" b="1" i="0" u="none" strike="noStrike">
                        <a:solidFill>
                          <a:srgbClr val="FFFFFF"/>
                        </a:solidFill>
                        <a:effectLst/>
                        <a:latin typeface="+mn-lt"/>
                      </a:endParaRPr>
                    </a:p>
                  </a:txBody>
                  <a:tcPr marL="45720" marR="45720" marT="9144" marB="9144" anchor="ctr"/>
                </a:tc>
                <a:tc>
                  <a:txBody>
                    <a:bodyPr/>
                    <a:lstStyle/>
                    <a:p>
                      <a:pPr algn="l" fontAlgn="ctr">
                        <a:buNone/>
                      </a:pPr>
                      <a:r>
                        <a:rPr lang="en-US" sz="1000" b="1" u="none" strike="noStrike">
                          <a:solidFill>
                            <a:srgbClr val="FFFFFF"/>
                          </a:solidFill>
                          <a:effectLst/>
                        </a:rPr>
                        <a:t>Definition</a:t>
                      </a:r>
                      <a:endParaRPr lang="en-US" sz="1000" b="1" i="0" u="none" strike="noStrike">
                        <a:solidFill>
                          <a:srgbClr val="FFFFFF"/>
                        </a:solidFill>
                        <a:effectLst/>
                        <a:latin typeface="+mn-lt"/>
                      </a:endParaRPr>
                    </a:p>
                  </a:txBody>
                  <a:tcPr marL="45720" marR="45720" marT="9144" marB="9144" anchor="ctr"/>
                </a:tc>
                <a:extLst>
                  <a:ext uri="{0D108BD9-81ED-4DB2-BD59-A6C34878D82A}">
                    <a16:rowId xmlns:a16="http://schemas.microsoft.com/office/drawing/2014/main" val="1637559411"/>
                  </a:ext>
                </a:extLst>
              </a:tr>
              <a:tr h="1097280">
                <a:tc rowSpan="6">
                  <a:txBody>
                    <a:bodyPr/>
                    <a:lstStyle/>
                    <a:p>
                      <a:pPr algn="ctr" fontAlgn="ctr">
                        <a:buNone/>
                      </a:pPr>
                      <a:r>
                        <a:rPr lang="en-US" sz="1000" b="1" u="none" strike="noStrike">
                          <a:solidFill>
                            <a:schemeClr val="bg1"/>
                          </a:solidFill>
                          <a:effectLst/>
                        </a:rPr>
                        <a:t>Align</a:t>
                      </a:r>
                      <a:endParaRPr lang="en-US" sz="1000" b="1" i="0" u="none" strike="noStrike">
                        <a:solidFill>
                          <a:schemeClr val="bg1"/>
                        </a:solidFill>
                        <a:effectLst/>
                        <a:latin typeface="+mn-lt"/>
                      </a:endParaRPr>
                    </a:p>
                  </a:txBody>
                  <a:tcPr marL="45720" marR="45720" marT="9144" marB="9144" anchor="ctr">
                    <a:solidFill>
                      <a:srgbClr val="00338D"/>
                    </a:solidFill>
                  </a:tcPr>
                </a:tc>
                <a:tc>
                  <a:txBody>
                    <a:bodyPr/>
                    <a:lstStyle/>
                    <a:p>
                      <a:pPr algn="l" fontAlgn="ctr">
                        <a:buNone/>
                      </a:pPr>
                      <a:r>
                        <a:rPr lang="en-US" sz="1000" b="1" u="none" strike="noStrike">
                          <a:solidFill>
                            <a:srgbClr val="000000"/>
                          </a:solidFill>
                          <a:effectLst/>
                        </a:rPr>
                        <a:t>Technology Experience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TEM capability is primarily about setting common standards for how all UX/UI design is done for the enterprise. This involves ethnography to understand what user demographics expect from technology, user persona definition to segment ethnographic insights specific to certain user groups the enterprise targets, user journey mapping to plot interactions with technology, usability and sentiment analysis to evaluate user experience across their journey, and design asset management bringing it all together into standards for a consistent user experience for technologies deployed by the enterprise. The TEM capability serves the User Interface &amp; Data Visualization capability (a related but different capability in this model) much like Enterprise and Solution Architecture capabilities serve the software development capability with common standards and patterns.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2498281321"/>
                  </a:ext>
                </a:extLst>
              </a:tr>
              <a:tr h="64008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Strategy &amp; Investment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 of analyzing the current state of a company, defining strategic priorities, managing value streams, and allocating resources to optimize investment performance. This includes tracking investments, adjusting strategies as needed, and managing risk to ultimately deliver value to customers and stakeholders.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2352980211"/>
                  </a:ext>
                </a:extLst>
              </a:tr>
              <a:tr h="73152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Product &amp; Service Lifecycle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Encapsulates distinct approaches to managing different aspects of an organization's products, services, and assets throughout their lifecycles. It establishes what the lifecycle stages are, what the implications of each lifecycle stage should be strategically and operationally and keeps track of where everything is in its lifecycle. It also manages other metadata about the products, services, and assets like purpose, service levels, owner, primary user base, and other attributes and properties.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875944674"/>
                  </a:ext>
                </a:extLst>
              </a:tr>
              <a:tr h="64008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Enterprise Architecture &amp; IT Operating Model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Developing and managing the strategic framework that defines how IT and enterprise architecture will deliver value, ensuring seamless collaboration, efficient operations, and alignment with business objectives. This includes designing architecture visions, defining components, planning implementations, providing architecture services, and managing IT processes, performance, and governance.</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3759651003"/>
                  </a:ext>
                </a:extLst>
              </a:tr>
              <a:tr h="64008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IT Vendor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 of overseeing and optimizing relationships with third-party providers of IT products and services. This process encompasses the strategic selection, evaluation, contracting, and management of vendors to ensure they deliver value, meet performance expectations, and align with an organization's business objectives. </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883523308"/>
                  </a:ext>
                </a:extLst>
              </a:tr>
              <a:tr h="64008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IT Financial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 of strategically planning, monitoring, and optimizing the expenses and resources associated with an organization's information technology (IT) operations. It involves understanding and controlling IT-related costs, tracking investments in hardware, software, services, and personnel, and aligning IT spending with the organization's strategic objectives and budgetary constraints.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1858917267"/>
                  </a:ext>
                </a:extLst>
              </a:tr>
            </a:tbl>
          </a:graphicData>
        </a:graphic>
      </p:graphicFrame>
    </p:spTree>
    <p:extLst>
      <p:ext uri="{BB962C8B-B14F-4D97-AF65-F5344CB8AC3E}">
        <p14:creationId xmlns:p14="http://schemas.microsoft.com/office/powerpoint/2010/main" val="861961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3A394-36F2-B538-5B75-8E3B9EF02D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12F4D-C5A7-BC8F-1332-78ECEC85AB4B}"/>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L2 Capability Definitions (2 of 5) </a:t>
            </a:r>
          </a:p>
        </p:txBody>
      </p:sp>
      <p:graphicFrame>
        <p:nvGraphicFramePr>
          <p:cNvPr id="4" name="Table 3">
            <a:extLst>
              <a:ext uri="{FF2B5EF4-FFF2-40B4-BE49-F238E27FC236}">
                <a16:creationId xmlns:a16="http://schemas.microsoft.com/office/drawing/2014/main" id="{B8E7E5F6-5F76-B508-026B-1153DBDBAF7F}"/>
              </a:ext>
            </a:extLst>
          </p:cNvPr>
          <p:cNvGraphicFramePr>
            <a:graphicFrameLocks noGrp="1"/>
          </p:cNvGraphicFramePr>
          <p:nvPr>
            <p:extLst>
              <p:ext uri="{D42A27DB-BD31-4B8C-83A1-F6EECF244321}">
                <p14:modId xmlns:p14="http://schemas.microsoft.com/office/powerpoint/2010/main" val="3752696162"/>
              </p:ext>
            </p:extLst>
          </p:nvPr>
        </p:nvGraphicFramePr>
        <p:xfrm>
          <a:off x="495300" y="914400"/>
          <a:ext cx="11338560" cy="2731008"/>
        </p:xfrm>
        <a:graphic>
          <a:graphicData uri="http://schemas.openxmlformats.org/drawingml/2006/table">
            <a:tbl>
              <a:tblPr firstRow="1">
                <a:tableStyleId>{1FECB4D8-DB02-4DC6-A0A2-4F2EBAE1DC90}</a:tableStyleId>
              </a:tblPr>
              <a:tblGrid>
                <a:gridCol w="914400">
                  <a:extLst>
                    <a:ext uri="{9D8B030D-6E8A-4147-A177-3AD203B41FA5}">
                      <a16:colId xmlns:a16="http://schemas.microsoft.com/office/drawing/2014/main" val="871601655"/>
                    </a:ext>
                  </a:extLst>
                </a:gridCol>
                <a:gridCol w="1737360">
                  <a:extLst>
                    <a:ext uri="{9D8B030D-6E8A-4147-A177-3AD203B41FA5}">
                      <a16:colId xmlns:a16="http://schemas.microsoft.com/office/drawing/2014/main" val="1196094102"/>
                    </a:ext>
                  </a:extLst>
                </a:gridCol>
                <a:gridCol w="8686800">
                  <a:extLst>
                    <a:ext uri="{9D8B030D-6E8A-4147-A177-3AD203B41FA5}">
                      <a16:colId xmlns:a16="http://schemas.microsoft.com/office/drawing/2014/main" val="978199843"/>
                    </a:ext>
                  </a:extLst>
                </a:gridCol>
              </a:tblGrid>
              <a:tr h="63547">
                <a:tc>
                  <a:txBody>
                    <a:bodyPr/>
                    <a:lstStyle/>
                    <a:p>
                      <a:pPr algn="ctr" fontAlgn="ctr">
                        <a:buNone/>
                      </a:pPr>
                      <a:r>
                        <a:rPr lang="en-US" sz="1000" b="1" u="none" strike="noStrike">
                          <a:solidFill>
                            <a:srgbClr val="FFFFFF"/>
                          </a:solidFill>
                          <a:effectLst/>
                        </a:rPr>
                        <a:t>L1 Capability</a:t>
                      </a:r>
                      <a:endParaRPr lang="en-US" sz="1000" b="1" i="0" u="none" strike="noStrike">
                        <a:solidFill>
                          <a:srgbClr val="FFFFFF"/>
                        </a:solidFill>
                        <a:effectLst/>
                        <a:latin typeface="+mn-lt"/>
                      </a:endParaRPr>
                    </a:p>
                  </a:txBody>
                  <a:tcPr marL="45720" marR="45720" marT="9144" marB="9144" anchor="ctr"/>
                </a:tc>
                <a:tc>
                  <a:txBody>
                    <a:bodyPr/>
                    <a:lstStyle/>
                    <a:p>
                      <a:pPr algn="l" fontAlgn="ctr">
                        <a:buNone/>
                      </a:pPr>
                      <a:r>
                        <a:rPr lang="en-US" sz="1000" b="1" u="none" strike="noStrike">
                          <a:solidFill>
                            <a:srgbClr val="FFFFFF"/>
                          </a:solidFill>
                          <a:effectLst/>
                        </a:rPr>
                        <a:t>L2 Capability</a:t>
                      </a:r>
                      <a:endParaRPr lang="en-US" sz="1000" b="1" i="0" u="none" strike="noStrike">
                        <a:solidFill>
                          <a:srgbClr val="FFFFFF"/>
                        </a:solidFill>
                        <a:effectLst/>
                        <a:latin typeface="+mn-lt"/>
                      </a:endParaRPr>
                    </a:p>
                  </a:txBody>
                  <a:tcPr marL="45720" marR="45720" marT="9144" marB="9144" anchor="ctr"/>
                </a:tc>
                <a:tc>
                  <a:txBody>
                    <a:bodyPr/>
                    <a:lstStyle/>
                    <a:p>
                      <a:pPr algn="l" fontAlgn="ctr">
                        <a:buNone/>
                      </a:pPr>
                      <a:r>
                        <a:rPr lang="en-US" sz="1000" b="1" u="none" strike="noStrike">
                          <a:solidFill>
                            <a:srgbClr val="FFFFFF"/>
                          </a:solidFill>
                          <a:effectLst/>
                        </a:rPr>
                        <a:t>Definition</a:t>
                      </a:r>
                      <a:endParaRPr lang="en-US" sz="1000" b="1" i="0" u="none" strike="noStrike">
                        <a:solidFill>
                          <a:srgbClr val="FFFFFF"/>
                        </a:solidFill>
                        <a:effectLst/>
                        <a:latin typeface="+mn-lt"/>
                      </a:endParaRPr>
                    </a:p>
                  </a:txBody>
                  <a:tcPr marL="45720" marR="45720" marT="9144" marB="9144" anchor="ctr"/>
                </a:tc>
                <a:extLst>
                  <a:ext uri="{0D108BD9-81ED-4DB2-BD59-A6C34878D82A}">
                    <a16:rowId xmlns:a16="http://schemas.microsoft.com/office/drawing/2014/main" val="1637559411"/>
                  </a:ext>
                </a:extLst>
              </a:tr>
              <a:tr h="640080">
                <a:tc rowSpan="4">
                  <a:txBody>
                    <a:bodyPr/>
                    <a:lstStyle/>
                    <a:p>
                      <a:pPr algn="ctr" fontAlgn="ctr">
                        <a:buNone/>
                      </a:pPr>
                      <a:r>
                        <a:rPr lang="en-US" sz="1000" b="1" u="none" strike="noStrike">
                          <a:solidFill>
                            <a:schemeClr val="bg1"/>
                          </a:solidFill>
                          <a:effectLst/>
                        </a:rPr>
                        <a:t>Define</a:t>
                      </a:r>
                      <a:endParaRPr lang="en-US" sz="1000" b="1" i="0" u="none" strike="noStrike">
                        <a:solidFill>
                          <a:schemeClr val="bg1"/>
                        </a:solidFill>
                        <a:effectLst/>
                        <a:latin typeface="+mn-lt"/>
                      </a:endParaRPr>
                    </a:p>
                  </a:txBody>
                  <a:tcPr marL="45720" marR="45720" marT="9144" marB="9144" anchor="ctr">
                    <a:solidFill>
                      <a:srgbClr val="00338D"/>
                    </a:solidFill>
                  </a:tcPr>
                </a:tc>
                <a:tc>
                  <a:txBody>
                    <a:bodyPr/>
                    <a:lstStyle/>
                    <a:p>
                      <a:pPr algn="l" fontAlgn="ctr">
                        <a:buNone/>
                      </a:pPr>
                      <a:r>
                        <a:rPr lang="en-US" sz="1000" b="1" u="none" strike="noStrike">
                          <a:solidFill>
                            <a:srgbClr val="000000"/>
                          </a:solidFill>
                          <a:effectLst/>
                        </a:rPr>
                        <a:t>IT Portfolio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Involves intaking portfolio-level ideas (e.g., "Epics"), clarifying and analyzing them in consideration of their dependencies so they can be prioritized as demand for IT, then monitoring progress and recognizing value generated by delivering on these demands.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3962630195"/>
                  </a:ext>
                </a:extLst>
              </a:tr>
              <a:tr h="64008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IT Program/Increment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Involves intaking program-level ideas (e.g., "Features" or "Program Requirements"), clarifying and analyzing them in consideration of their dependencies so they can be prioritized as demand for federated teams, then monitoring progress and recognizing value generated by delivering on these demands.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869380734"/>
                  </a:ext>
                </a:extLst>
              </a:tr>
              <a:tr h="64008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IT Product/Team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Involves intake of team-level ideas (e.g., "Stories" or "User Requirements"), clarifying and analyzing them in consideration of their dependencies so they can be prioritized as demand for different team members to deliver, then monitoring progress and recognizing value generated by delivering on these demands.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866381097"/>
                  </a:ext>
                </a:extLst>
              </a:tr>
              <a:tr h="64008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Solution Architecture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Designing and defining the architectural framework of solutions that align with strategic priorities and technical feasibility, ensuring they integrate seamlessly within the existing IT landscape and meet organizational objectives.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2887741114"/>
                  </a:ext>
                </a:extLst>
              </a:tr>
            </a:tbl>
          </a:graphicData>
        </a:graphic>
      </p:graphicFrame>
    </p:spTree>
    <p:extLst>
      <p:ext uri="{BB962C8B-B14F-4D97-AF65-F5344CB8AC3E}">
        <p14:creationId xmlns:p14="http://schemas.microsoft.com/office/powerpoint/2010/main" val="1446072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36972-5DF3-A65F-B929-53AAB2973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31EB7-D198-34B5-E0CB-476A34C219F9}"/>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L2 Capability Definitions (3 of 5) </a:t>
            </a:r>
          </a:p>
        </p:txBody>
      </p:sp>
      <p:graphicFrame>
        <p:nvGraphicFramePr>
          <p:cNvPr id="4" name="Table 3">
            <a:extLst>
              <a:ext uri="{FF2B5EF4-FFF2-40B4-BE49-F238E27FC236}">
                <a16:creationId xmlns:a16="http://schemas.microsoft.com/office/drawing/2014/main" id="{D1ACFFC0-9977-E753-B4E9-E6E3803C06A8}"/>
              </a:ext>
            </a:extLst>
          </p:cNvPr>
          <p:cNvGraphicFramePr>
            <a:graphicFrameLocks noGrp="1"/>
          </p:cNvGraphicFramePr>
          <p:nvPr>
            <p:extLst>
              <p:ext uri="{D42A27DB-BD31-4B8C-83A1-F6EECF244321}">
                <p14:modId xmlns:p14="http://schemas.microsoft.com/office/powerpoint/2010/main" val="68411160"/>
              </p:ext>
            </p:extLst>
          </p:nvPr>
        </p:nvGraphicFramePr>
        <p:xfrm>
          <a:off x="495300" y="914400"/>
          <a:ext cx="11338560" cy="5108448"/>
        </p:xfrm>
        <a:graphic>
          <a:graphicData uri="http://schemas.openxmlformats.org/drawingml/2006/table">
            <a:tbl>
              <a:tblPr firstRow="1">
                <a:tableStyleId>{1FECB4D8-DB02-4DC6-A0A2-4F2EBAE1DC90}</a:tableStyleId>
              </a:tblPr>
              <a:tblGrid>
                <a:gridCol w="914400">
                  <a:extLst>
                    <a:ext uri="{9D8B030D-6E8A-4147-A177-3AD203B41FA5}">
                      <a16:colId xmlns:a16="http://schemas.microsoft.com/office/drawing/2014/main" val="871601655"/>
                    </a:ext>
                  </a:extLst>
                </a:gridCol>
                <a:gridCol w="1737360">
                  <a:extLst>
                    <a:ext uri="{9D8B030D-6E8A-4147-A177-3AD203B41FA5}">
                      <a16:colId xmlns:a16="http://schemas.microsoft.com/office/drawing/2014/main" val="1196094102"/>
                    </a:ext>
                  </a:extLst>
                </a:gridCol>
                <a:gridCol w="8686800">
                  <a:extLst>
                    <a:ext uri="{9D8B030D-6E8A-4147-A177-3AD203B41FA5}">
                      <a16:colId xmlns:a16="http://schemas.microsoft.com/office/drawing/2014/main" val="978199843"/>
                    </a:ext>
                  </a:extLst>
                </a:gridCol>
              </a:tblGrid>
              <a:tr h="63547">
                <a:tc>
                  <a:txBody>
                    <a:bodyPr/>
                    <a:lstStyle/>
                    <a:p>
                      <a:pPr algn="ctr" fontAlgn="ctr">
                        <a:buNone/>
                      </a:pPr>
                      <a:r>
                        <a:rPr lang="en-US" sz="1000" b="1" u="none" strike="noStrike">
                          <a:solidFill>
                            <a:srgbClr val="FFFFFF"/>
                          </a:solidFill>
                          <a:effectLst/>
                        </a:rPr>
                        <a:t>L1 Capability</a:t>
                      </a:r>
                      <a:endParaRPr lang="en-US" sz="1000" b="1" i="0" u="none" strike="noStrike">
                        <a:solidFill>
                          <a:srgbClr val="FFFFFF"/>
                        </a:solidFill>
                        <a:effectLst/>
                        <a:latin typeface="+mn-lt"/>
                      </a:endParaRPr>
                    </a:p>
                  </a:txBody>
                  <a:tcPr marL="45720" marR="45720" marT="9144" marB="9144" anchor="ctr"/>
                </a:tc>
                <a:tc>
                  <a:txBody>
                    <a:bodyPr/>
                    <a:lstStyle/>
                    <a:p>
                      <a:pPr algn="l" fontAlgn="ctr">
                        <a:buNone/>
                      </a:pPr>
                      <a:r>
                        <a:rPr lang="en-US" sz="1000" b="1" u="none" strike="noStrike">
                          <a:solidFill>
                            <a:srgbClr val="FFFFFF"/>
                          </a:solidFill>
                          <a:effectLst/>
                        </a:rPr>
                        <a:t>L2 Capability</a:t>
                      </a:r>
                      <a:endParaRPr lang="en-US" sz="1000" b="1" i="0" u="none" strike="noStrike">
                        <a:solidFill>
                          <a:srgbClr val="FFFFFF"/>
                        </a:solidFill>
                        <a:effectLst/>
                        <a:latin typeface="+mn-lt"/>
                      </a:endParaRPr>
                    </a:p>
                  </a:txBody>
                  <a:tcPr marL="45720" marR="45720" marT="9144" marB="9144" anchor="ctr"/>
                </a:tc>
                <a:tc>
                  <a:txBody>
                    <a:bodyPr/>
                    <a:lstStyle/>
                    <a:p>
                      <a:pPr algn="l" fontAlgn="ctr">
                        <a:buNone/>
                      </a:pPr>
                      <a:r>
                        <a:rPr lang="en-US" sz="1000" b="1" u="none" strike="noStrike">
                          <a:solidFill>
                            <a:srgbClr val="FFFFFF"/>
                          </a:solidFill>
                          <a:effectLst/>
                        </a:rPr>
                        <a:t>Definition</a:t>
                      </a:r>
                      <a:endParaRPr lang="en-US" sz="1000" b="1" i="0" u="none" strike="noStrike">
                        <a:solidFill>
                          <a:srgbClr val="FFFFFF"/>
                        </a:solidFill>
                        <a:effectLst/>
                        <a:latin typeface="+mn-lt"/>
                      </a:endParaRPr>
                    </a:p>
                  </a:txBody>
                  <a:tcPr marL="45720" marR="45720" marT="9144" marB="9144" anchor="ctr"/>
                </a:tc>
                <a:extLst>
                  <a:ext uri="{0D108BD9-81ED-4DB2-BD59-A6C34878D82A}">
                    <a16:rowId xmlns:a16="http://schemas.microsoft.com/office/drawing/2014/main" val="1637559411"/>
                  </a:ext>
                </a:extLst>
              </a:tr>
              <a:tr h="457200">
                <a:tc rowSpan="8">
                  <a:txBody>
                    <a:bodyPr/>
                    <a:lstStyle/>
                    <a:p>
                      <a:pPr algn="ctr" fontAlgn="ctr">
                        <a:buNone/>
                      </a:pPr>
                      <a:r>
                        <a:rPr lang="en-US" sz="1000" b="1" u="none" strike="noStrike">
                          <a:solidFill>
                            <a:schemeClr val="bg1"/>
                          </a:solidFill>
                          <a:effectLst/>
                        </a:rPr>
                        <a:t>Change</a:t>
                      </a:r>
                      <a:endParaRPr lang="en-US" sz="1000" b="1" i="0" u="none" strike="noStrike">
                        <a:solidFill>
                          <a:schemeClr val="bg1"/>
                        </a:solidFill>
                        <a:effectLst/>
                        <a:latin typeface="+mn-lt"/>
                      </a:endParaRPr>
                    </a:p>
                  </a:txBody>
                  <a:tcPr marL="45720" marR="45720" marT="9144" marB="9144" anchor="ctr">
                    <a:solidFill>
                      <a:srgbClr val="00338D"/>
                    </a:solidFill>
                  </a:tcPr>
                </a:tc>
                <a:tc>
                  <a:txBody>
                    <a:bodyPr/>
                    <a:lstStyle/>
                    <a:p>
                      <a:pPr algn="l" fontAlgn="ctr">
                        <a:buNone/>
                      </a:pPr>
                      <a:r>
                        <a:rPr lang="en-US" sz="1000" b="1" u="none" strike="noStrike">
                          <a:solidFill>
                            <a:srgbClr val="000000"/>
                          </a:solidFill>
                          <a:effectLst/>
                        </a:rPr>
                        <a:t>Device &amp; Endpoint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processes, tools, and strategies used by organizations to monitor, secure, and maintain physical and virtual personal computing and productivity devices and endpoints used within the IT estate.</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3697072799"/>
                  </a:ext>
                </a:extLst>
              </a:tr>
              <a:tr h="64008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Network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processes, tools, and strategies used by organizations to design, monitor, maintain, and optimize their network infrastructure. These include overseeing hardware components, such as routers, switches, servers, and other network devices, as well as software applications and protocols responsible for handling network traffic, connectivity, and security.</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2433098536"/>
                  </a:ext>
                </a:extLst>
              </a:tr>
              <a:tr h="91440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Hosting Environment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 of organizing, controlling, and maintaining the server and storage infrastructure and resources where applications, websites, or other web-based services reside. This involves provisioning, monitoring, configuring, deploying, and optimizing the environment to ensure efficiency, security, stability, and availability. Hosting environments can be on premises, in the public cloud provided by hyperscalers, or hybrid. Typically, a Cloud Landing Zone is developed for each enterprise to manage public and private cloud resources, and to provide self-service access to engineers who are developing systems to be hosted in the cloud.</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886456590"/>
                  </a:ext>
                </a:extLst>
              </a:tr>
              <a:tr h="64008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Code &amp; Configuration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 of tracking and controlling changes to the source code or configuration of a product or an asset. It helps developers and configuration analysts to work collaboratively, maintain a history of revisions, prevent conflicts, and easily revert to previous versions if needed. It also helps enforce architectural, security, resilience, and data standards while development and configuration is happening.</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2662434345"/>
                  </a:ext>
                </a:extLst>
              </a:tr>
              <a:tr h="73152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API &amp; Integration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 of designing, implementing, monitoring, and maintaining APIs and integrations with other systems, applications, and services. This helps organizations connect software components, enable seamless data exchange, and expand the functionality of their systems. It also helps create a self-service experience for anyone seeking to leverage data or functionality from technologies that have already been built - internal or external (e.g., SaaS application).</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897160374"/>
                  </a:ext>
                </a:extLst>
              </a:tr>
              <a:tr h="54864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Data Engineering &amp; Analytics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 of organizing, controlling, and supervising data engineering &amp; analytics activities and resources within an organization. It involves the strategic planning, implementation, and evaluation of data-driven solutions that enable organizations to gain insights, make informed decisions, and achieve their goals.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423819862"/>
                  </a:ext>
                </a:extLst>
              </a:tr>
              <a:tr h="54864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User Interface &amp; Data Visualization Design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 of designing and creating visual representations of data and user interfaces for software applications, websites, or other digital products. It encompasses the design, layout, and overall look and feel of the user experience, ensuring that data visualization and interaction are informative, accessible, consistent, branded (where needed), efficient, and visually compelling.</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1800249401"/>
                  </a:ext>
                </a:extLst>
              </a:tr>
              <a:tr h="45720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Identity &amp; Access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A framework of policies and technologies used to ensure the appropriate level of access to an organization's systems, resources, and data. It involves the management of user identities, authentication, authorization, and access controls within a network or digital environment.</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1903708614"/>
                  </a:ext>
                </a:extLst>
              </a:tr>
            </a:tbl>
          </a:graphicData>
        </a:graphic>
      </p:graphicFrame>
    </p:spTree>
    <p:extLst>
      <p:ext uri="{BB962C8B-B14F-4D97-AF65-F5344CB8AC3E}">
        <p14:creationId xmlns:p14="http://schemas.microsoft.com/office/powerpoint/2010/main" val="2596462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63AB6-9635-DB7A-C7AC-9556EDB33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0B4D3-5BA1-4799-17B3-C88A1A237D5C}"/>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L2 Capability Definitions (4 of 5) </a:t>
            </a:r>
          </a:p>
        </p:txBody>
      </p:sp>
      <p:graphicFrame>
        <p:nvGraphicFramePr>
          <p:cNvPr id="4" name="Table 3">
            <a:extLst>
              <a:ext uri="{FF2B5EF4-FFF2-40B4-BE49-F238E27FC236}">
                <a16:creationId xmlns:a16="http://schemas.microsoft.com/office/drawing/2014/main" id="{C5424B80-D321-1DBD-E3A5-12091F5D9179}"/>
              </a:ext>
            </a:extLst>
          </p:cNvPr>
          <p:cNvGraphicFramePr>
            <a:graphicFrameLocks noGrp="1"/>
          </p:cNvGraphicFramePr>
          <p:nvPr>
            <p:extLst>
              <p:ext uri="{D42A27DB-BD31-4B8C-83A1-F6EECF244321}">
                <p14:modId xmlns:p14="http://schemas.microsoft.com/office/powerpoint/2010/main" val="1767045623"/>
              </p:ext>
            </p:extLst>
          </p:nvPr>
        </p:nvGraphicFramePr>
        <p:xfrm>
          <a:off x="495300" y="914400"/>
          <a:ext cx="11338560" cy="3645408"/>
        </p:xfrm>
        <a:graphic>
          <a:graphicData uri="http://schemas.openxmlformats.org/drawingml/2006/table">
            <a:tbl>
              <a:tblPr firstRow="1">
                <a:tableStyleId>{1FECB4D8-DB02-4DC6-A0A2-4F2EBAE1DC90}</a:tableStyleId>
              </a:tblPr>
              <a:tblGrid>
                <a:gridCol w="914400">
                  <a:extLst>
                    <a:ext uri="{9D8B030D-6E8A-4147-A177-3AD203B41FA5}">
                      <a16:colId xmlns:a16="http://schemas.microsoft.com/office/drawing/2014/main" val="871601655"/>
                    </a:ext>
                  </a:extLst>
                </a:gridCol>
                <a:gridCol w="1737360">
                  <a:extLst>
                    <a:ext uri="{9D8B030D-6E8A-4147-A177-3AD203B41FA5}">
                      <a16:colId xmlns:a16="http://schemas.microsoft.com/office/drawing/2014/main" val="1196094102"/>
                    </a:ext>
                  </a:extLst>
                </a:gridCol>
                <a:gridCol w="8686800">
                  <a:extLst>
                    <a:ext uri="{9D8B030D-6E8A-4147-A177-3AD203B41FA5}">
                      <a16:colId xmlns:a16="http://schemas.microsoft.com/office/drawing/2014/main" val="978199843"/>
                    </a:ext>
                  </a:extLst>
                </a:gridCol>
              </a:tblGrid>
              <a:tr h="63547">
                <a:tc>
                  <a:txBody>
                    <a:bodyPr/>
                    <a:lstStyle/>
                    <a:p>
                      <a:pPr algn="ctr" fontAlgn="ctr">
                        <a:buNone/>
                      </a:pPr>
                      <a:r>
                        <a:rPr lang="en-US" sz="1000" b="1" u="none" strike="noStrike">
                          <a:solidFill>
                            <a:srgbClr val="FFFFFF"/>
                          </a:solidFill>
                          <a:effectLst/>
                        </a:rPr>
                        <a:t>L1 Capability</a:t>
                      </a:r>
                      <a:endParaRPr lang="en-US" sz="1000" b="1" i="0" u="none" strike="noStrike">
                        <a:solidFill>
                          <a:srgbClr val="FFFFFF"/>
                        </a:solidFill>
                        <a:effectLst/>
                        <a:latin typeface="+mn-lt"/>
                      </a:endParaRPr>
                    </a:p>
                  </a:txBody>
                  <a:tcPr marL="45720" marR="45720" marT="9144" marB="9144" anchor="ctr"/>
                </a:tc>
                <a:tc>
                  <a:txBody>
                    <a:bodyPr/>
                    <a:lstStyle/>
                    <a:p>
                      <a:pPr algn="l" fontAlgn="ctr">
                        <a:buNone/>
                      </a:pPr>
                      <a:r>
                        <a:rPr lang="en-US" sz="1000" b="1" u="none" strike="noStrike">
                          <a:solidFill>
                            <a:srgbClr val="FFFFFF"/>
                          </a:solidFill>
                          <a:effectLst/>
                        </a:rPr>
                        <a:t>L2 Capability</a:t>
                      </a:r>
                      <a:endParaRPr lang="en-US" sz="1000" b="1" i="0" u="none" strike="noStrike">
                        <a:solidFill>
                          <a:srgbClr val="FFFFFF"/>
                        </a:solidFill>
                        <a:effectLst/>
                        <a:latin typeface="+mn-lt"/>
                      </a:endParaRPr>
                    </a:p>
                  </a:txBody>
                  <a:tcPr marL="45720" marR="45720" marT="9144" marB="9144" anchor="ctr"/>
                </a:tc>
                <a:tc>
                  <a:txBody>
                    <a:bodyPr/>
                    <a:lstStyle/>
                    <a:p>
                      <a:pPr algn="l" fontAlgn="ctr">
                        <a:buNone/>
                      </a:pPr>
                      <a:r>
                        <a:rPr lang="en-US" sz="1000" b="1" u="none" strike="noStrike">
                          <a:solidFill>
                            <a:srgbClr val="FFFFFF"/>
                          </a:solidFill>
                          <a:effectLst/>
                        </a:rPr>
                        <a:t>Definition</a:t>
                      </a:r>
                      <a:endParaRPr lang="en-US" sz="1000" b="1" i="0" u="none" strike="noStrike">
                        <a:solidFill>
                          <a:srgbClr val="FFFFFF"/>
                        </a:solidFill>
                        <a:effectLst/>
                        <a:latin typeface="+mn-lt"/>
                      </a:endParaRPr>
                    </a:p>
                  </a:txBody>
                  <a:tcPr marL="45720" marR="45720" marT="9144" marB="9144" anchor="ctr"/>
                </a:tc>
                <a:extLst>
                  <a:ext uri="{0D108BD9-81ED-4DB2-BD59-A6C34878D82A}">
                    <a16:rowId xmlns:a16="http://schemas.microsoft.com/office/drawing/2014/main" val="1637559411"/>
                  </a:ext>
                </a:extLst>
              </a:tr>
              <a:tr h="548640">
                <a:tc rowSpan="4">
                  <a:txBody>
                    <a:bodyPr/>
                    <a:lstStyle/>
                    <a:p>
                      <a:pPr algn="ctr" fontAlgn="ctr">
                        <a:buNone/>
                      </a:pPr>
                      <a:r>
                        <a:rPr lang="en-US" sz="1000" b="1" u="none" strike="noStrike">
                          <a:solidFill>
                            <a:schemeClr val="bg1"/>
                          </a:solidFill>
                          <a:effectLst/>
                        </a:rPr>
                        <a:t>Test</a:t>
                      </a:r>
                      <a:endParaRPr lang="en-US" sz="1000" b="1" i="0" u="none" strike="noStrike">
                        <a:solidFill>
                          <a:schemeClr val="bg1"/>
                        </a:solidFill>
                        <a:effectLst/>
                        <a:latin typeface="+mn-lt"/>
                      </a:endParaRPr>
                    </a:p>
                  </a:txBody>
                  <a:tcPr marL="45720" marR="45720" marT="9144" marB="9144" anchor="ctr">
                    <a:lnB w="12700" cap="flat" cmpd="sng" algn="ctr">
                      <a:solidFill>
                        <a:schemeClr val="bg1"/>
                      </a:solidFill>
                      <a:prstDash val="solid"/>
                      <a:round/>
                      <a:headEnd type="none" w="med" len="med"/>
                      <a:tailEnd type="none" w="med" len="med"/>
                    </a:lnB>
                    <a:solidFill>
                      <a:srgbClr val="00338D"/>
                    </a:solidFill>
                  </a:tcPr>
                </a:tc>
                <a:tc>
                  <a:txBody>
                    <a:bodyPr/>
                    <a:lstStyle/>
                    <a:p>
                      <a:pPr algn="l" fontAlgn="ctr">
                        <a:buNone/>
                      </a:pPr>
                      <a:r>
                        <a:rPr lang="en-US" sz="1000" b="1" u="none" strike="noStrike">
                          <a:solidFill>
                            <a:srgbClr val="000000"/>
                          </a:solidFill>
                          <a:effectLst/>
                        </a:rPr>
                        <a:t>Functional Test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Involves planning, organizing, and overseeing the testing of software applications to ensure that they perform according to specified functional requirements.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3146982594"/>
                  </a:ext>
                </a:extLst>
              </a:tr>
              <a:tr h="64008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Security Test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Checks whether software is vulnerable to cyber attacks, and tests the impact of malicious or unexpected inputs on its operations. It checks to determine if the change will risk violating applicable resilience requirements or standards set to assure minimum recoverability objectives can be met when running in production. It provides evidence that systems and information are safe and reliable, and that they do not accept unauthorized inputs.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3425876119"/>
                  </a:ext>
                </a:extLst>
              </a:tr>
              <a:tr h="54864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Non-Functional Test Management</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Evaluates software application’s performance, usability, dependability, and other non-functional characteristics. It is intended to test a system’s readiness according to non-functional criteria that functional testing never considers.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349641799"/>
                  </a:ext>
                </a:extLst>
              </a:tr>
              <a:tr h="54864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Viability Test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Involves planning, executing and evaluating tests to determine the feasibility and practicality of a new product, feature, or behavior to satisfy the intended end users. It assesses whether the proposed solution is technically, financially and operationally viable before committing further resources for development, if necessary.</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255493730"/>
                  </a:ext>
                </a:extLst>
              </a:tr>
              <a:tr h="548640">
                <a:tc rowSpan="2">
                  <a:txBody>
                    <a:bodyPr/>
                    <a:lstStyle/>
                    <a:p>
                      <a:pPr algn="ctr" fontAlgn="ctr">
                        <a:buNone/>
                      </a:pPr>
                      <a:r>
                        <a:rPr lang="en-US" sz="1000" b="1" u="none" strike="noStrike">
                          <a:solidFill>
                            <a:schemeClr val="bg1"/>
                          </a:solidFill>
                          <a:effectLst/>
                        </a:rPr>
                        <a:t>Deliver</a:t>
                      </a:r>
                      <a:endParaRPr lang="en-US" sz="1000" b="1" i="0" u="none" strike="noStrike">
                        <a:solidFill>
                          <a:schemeClr val="bg1"/>
                        </a:solidFill>
                        <a:effectLst/>
                        <a:latin typeface="+mn-lt"/>
                      </a:endParaRPr>
                    </a:p>
                  </a:txBody>
                  <a:tcPr marL="45720" marR="45720" marT="9144" marB="9144" anchor="ctr">
                    <a:lnT w="12700" cap="flat" cmpd="sng" algn="ctr">
                      <a:solidFill>
                        <a:schemeClr val="bg1"/>
                      </a:solidFill>
                      <a:prstDash val="solid"/>
                      <a:round/>
                      <a:headEnd type="none" w="med" len="med"/>
                      <a:tailEnd type="none" w="med" len="med"/>
                    </a:lnT>
                    <a:solidFill>
                      <a:srgbClr val="00338D"/>
                    </a:solidFill>
                  </a:tcPr>
                </a:tc>
                <a:tc>
                  <a:txBody>
                    <a:bodyPr/>
                    <a:lstStyle/>
                    <a:p>
                      <a:pPr algn="l" fontAlgn="ctr">
                        <a:buNone/>
                      </a:pPr>
                      <a:r>
                        <a:rPr lang="en-US" sz="1000" b="1" u="none" strike="noStrike">
                          <a:solidFill>
                            <a:srgbClr val="000000"/>
                          </a:solidFill>
                          <a:effectLst/>
                        </a:rPr>
                        <a:t>Change Readiness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systematic approach to help an organization identify impacted users and stakeholders, and assess their readiness to accept and gain best use of proposed changes.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4216743194"/>
                  </a:ext>
                </a:extLst>
              </a:tr>
              <a:tr h="640080">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Change &amp; Release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A comprehensive approach that ensures all changes to technology systems are assessed, approved, implemented, and released in a controlled and systematic manner. This approach ensures that IT changes enhance service quality and operational efficiency while minimizing disruption. The process aligns IT activities with business objectives, ensuring changes are delivered reliably and consistently.</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1862668973"/>
                  </a:ext>
                </a:extLst>
              </a:tr>
            </a:tbl>
          </a:graphicData>
        </a:graphic>
      </p:graphicFrame>
    </p:spTree>
    <p:extLst>
      <p:ext uri="{BB962C8B-B14F-4D97-AF65-F5344CB8AC3E}">
        <p14:creationId xmlns:p14="http://schemas.microsoft.com/office/powerpoint/2010/main" val="1861871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AD05E-C0E6-D804-B6C9-0ED07EC33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AFC4B-EFB1-DB87-608D-52DF15213DF0}"/>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L2 Capability Definitions (5 of 5) </a:t>
            </a:r>
          </a:p>
        </p:txBody>
      </p:sp>
      <p:graphicFrame>
        <p:nvGraphicFramePr>
          <p:cNvPr id="4" name="Table 3">
            <a:extLst>
              <a:ext uri="{FF2B5EF4-FFF2-40B4-BE49-F238E27FC236}">
                <a16:creationId xmlns:a16="http://schemas.microsoft.com/office/drawing/2014/main" id="{AFB04AF7-CCD0-2B3C-99EC-AAF54CA19721}"/>
              </a:ext>
            </a:extLst>
          </p:cNvPr>
          <p:cNvGraphicFramePr>
            <a:graphicFrameLocks noGrp="1"/>
          </p:cNvGraphicFramePr>
          <p:nvPr>
            <p:extLst>
              <p:ext uri="{D42A27DB-BD31-4B8C-83A1-F6EECF244321}">
                <p14:modId xmlns:p14="http://schemas.microsoft.com/office/powerpoint/2010/main" val="1883762294"/>
              </p:ext>
            </p:extLst>
          </p:nvPr>
        </p:nvGraphicFramePr>
        <p:xfrm>
          <a:off x="495300" y="914400"/>
          <a:ext cx="11338560" cy="5266944"/>
        </p:xfrm>
        <a:graphic>
          <a:graphicData uri="http://schemas.openxmlformats.org/drawingml/2006/table">
            <a:tbl>
              <a:tblPr firstRow="1">
                <a:tableStyleId>{1FECB4D8-DB02-4DC6-A0A2-4F2EBAE1DC90}</a:tableStyleId>
              </a:tblPr>
              <a:tblGrid>
                <a:gridCol w="914400">
                  <a:extLst>
                    <a:ext uri="{9D8B030D-6E8A-4147-A177-3AD203B41FA5}">
                      <a16:colId xmlns:a16="http://schemas.microsoft.com/office/drawing/2014/main" val="871601655"/>
                    </a:ext>
                  </a:extLst>
                </a:gridCol>
                <a:gridCol w="1737360">
                  <a:extLst>
                    <a:ext uri="{9D8B030D-6E8A-4147-A177-3AD203B41FA5}">
                      <a16:colId xmlns:a16="http://schemas.microsoft.com/office/drawing/2014/main" val="1196094102"/>
                    </a:ext>
                  </a:extLst>
                </a:gridCol>
                <a:gridCol w="8686800">
                  <a:extLst>
                    <a:ext uri="{9D8B030D-6E8A-4147-A177-3AD203B41FA5}">
                      <a16:colId xmlns:a16="http://schemas.microsoft.com/office/drawing/2014/main" val="978199843"/>
                    </a:ext>
                  </a:extLst>
                </a:gridCol>
              </a:tblGrid>
              <a:tr h="63547">
                <a:tc>
                  <a:txBody>
                    <a:bodyPr/>
                    <a:lstStyle/>
                    <a:p>
                      <a:pPr algn="ctr" fontAlgn="ctr">
                        <a:buNone/>
                      </a:pPr>
                      <a:r>
                        <a:rPr lang="en-US" sz="1000" b="1" u="none" strike="noStrike">
                          <a:solidFill>
                            <a:srgbClr val="FFFFFF"/>
                          </a:solidFill>
                          <a:effectLst/>
                        </a:rPr>
                        <a:t>L1 Capability</a:t>
                      </a:r>
                      <a:endParaRPr lang="en-US" sz="1000" b="1" i="0" u="none" strike="noStrike">
                        <a:solidFill>
                          <a:srgbClr val="FFFFFF"/>
                        </a:solidFill>
                        <a:effectLst/>
                        <a:latin typeface="+mn-lt"/>
                      </a:endParaRPr>
                    </a:p>
                  </a:txBody>
                  <a:tcPr marL="45720" marR="45720" marT="9144" marB="9144" anchor="ctr"/>
                </a:tc>
                <a:tc>
                  <a:txBody>
                    <a:bodyPr/>
                    <a:lstStyle/>
                    <a:p>
                      <a:pPr algn="l" fontAlgn="ctr">
                        <a:buNone/>
                      </a:pPr>
                      <a:r>
                        <a:rPr lang="en-US" sz="1000" b="1" u="none" strike="noStrike">
                          <a:solidFill>
                            <a:srgbClr val="FFFFFF"/>
                          </a:solidFill>
                          <a:effectLst/>
                        </a:rPr>
                        <a:t>L2 Capability</a:t>
                      </a:r>
                      <a:endParaRPr lang="en-US" sz="1000" b="1" i="0" u="none" strike="noStrike">
                        <a:solidFill>
                          <a:srgbClr val="FFFFFF"/>
                        </a:solidFill>
                        <a:effectLst/>
                        <a:latin typeface="+mn-lt"/>
                      </a:endParaRPr>
                    </a:p>
                  </a:txBody>
                  <a:tcPr marL="45720" marR="45720" marT="9144" marB="9144" anchor="ctr"/>
                </a:tc>
                <a:tc>
                  <a:txBody>
                    <a:bodyPr/>
                    <a:lstStyle/>
                    <a:p>
                      <a:pPr algn="l" fontAlgn="ctr">
                        <a:buNone/>
                      </a:pPr>
                      <a:r>
                        <a:rPr lang="en-US" sz="1000" b="1" u="none" strike="noStrike">
                          <a:solidFill>
                            <a:srgbClr val="FFFFFF"/>
                          </a:solidFill>
                          <a:effectLst/>
                        </a:rPr>
                        <a:t>Definition</a:t>
                      </a:r>
                      <a:endParaRPr lang="en-US" sz="1000" b="1" i="0" u="none" strike="noStrike">
                        <a:solidFill>
                          <a:srgbClr val="FFFFFF"/>
                        </a:solidFill>
                        <a:effectLst/>
                        <a:latin typeface="+mn-lt"/>
                      </a:endParaRPr>
                    </a:p>
                  </a:txBody>
                  <a:tcPr marL="45720" marR="45720" marT="9144" marB="9144" anchor="ctr"/>
                </a:tc>
                <a:extLst>
                  <a:ext uri="{0D108BD9-81ED-4DB2-BD59-A6C34878D82A}">
                    <a16:rowId xmlns:a16="http://schemas.microsoft.com/office/drawing/2014/main" val="1637559411"/>
                  </a:ext>
                </a:extLst>
              </a:tr>
              <a:tr h="111343">
                <a:tc rowSpan="12">
                  <a:txBody>
                    <a:bodyPr/>
                    <a:lstStyle/>
                    <a:p>
                      <a:pPr algn="ctr" fontAlgn="ctr">
                        <a:buNone/>
                      </a:pPr>
                      <a:r>
                        <a:rPr lang="en-US" sz="1000" b="1" u="none" strike="noStrike">
                          <a:solidFill>
                            <a:schemeClr val="bg1"/>
                          </a:solidFill>
                          <a:effectLst/>
                        </a:rPr>
                        <a:t>Sustain</a:t>
                      </a:r>
                      <a:endParaRPr lang="en-US" sz="1000" b="1" i="0" u="none" strike="noStrike">
                        <a:solidFill>
                          <a:schemeClr val="bg1"/>
                        </a:solidFill>
                        <a:effectLst/>
                        <a:latin typeface="+mn-lt"/>
                      </a:endParaRPr>
                    </a:p>
                  </a:txBody>
                  <a:tcPr marL="45720" marR="45720" marT="9144" marB="9144" anchor="ctr">
                    <a:solidFill>
                      <a:srgbClr val="00338D"/>
                    </a:solidFill>
                  </a:tcPr>
                </a:tc>
                <a:tc>
                  <a:txBody>
                    <a:bodyPr/>
                    <a:lstStyle/>
                    <a:p>
                      <a:pPr algn="l" fontAlgn="ctr">
                        <a:buNone/>
                      </a:pPr>
                      <a:r>
                        <a:rPr lang="en-US" sz="1000" b="1" u="none" strike="noStrike">
                          <a:solidFill>
                            <a:srgbClr val="000000"/>
                          </a:solidFill>
                          <a:effectLst/>
                        </a:rPr>
                        <a:t>Knowledge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practice of maintaining and improving the effective, efficient, and convenient use of information and knowledge across an organization. This practice involves the collection, analysis, storage, and sharing of knowledge within the organization to ensure it is accessible and useful for decision-making, thereby facilitating continual improvement in services.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76800242"/>
                  </a:ext>
                </a:extLst>
              </a:tr>
              <a:tr h="111343">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Incident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practice of minimizing the negative impact of incidents by restoring normal service operation as quickly as possible. This practice aims to ensure service quality and availability are maintained, focusing on rapid response, effective communication, and systematic resolution processes to address unexpected disruptions in service.</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2746875568"/>
                  </a:ext>
                </a:extLst>
              </a:tr>
              <a:tr h="159139">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Problem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practice of identifying, managing, and reducing incidents over time within an IT service. It involves analyzing incidents and problems to prevent recurrence, thereby improving service quality and availability. This practice not only addresses the root causes of incidents but also maintains information about problems and their workarounds, contributing to the overall improvement of IT services.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3848588783"/>
                  </a:ext>
                </a:extLst>
              </a:tr>
              <a:tr h="111343">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Request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practice of enabling service users to request and receive standard services, obtain information, and make changes. It ensures that requests are executed efficiently and effectively, enhancing user satisfaction and service access.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694125153"/>
                  </a:ext>
                </a:extLst>
              </a:tr>
              <a:tr h="63547">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Monitoring &amp; Event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Focuses on systematically observing services and service components, and recording and managing events that could impact service quality.</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590032977"/>
                  </a:ext>
                </a:extLst>
              </a:tr>
              <a:tr h="111343">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Service Asset &amp; Configuration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Involves planning, identifying, controlling, and verifying the assets and configurations that support an organization's services, ensuring accurate information about assets and configurations is available when and where it's needed.</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1742154497"/>
                  </a:ext>
                </a:extLst>
              </a:tr>
              <a:tr h="63547">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Threat Detection &amp; Response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strategies, processes, and technologies employed by organizations to detect and respond to cyber threats and security incidents impacting any technology used by the enterprise.</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3921807400"/>
                  </a:ext>
                </a:extLst>
              </a:tr>
              <a:tr h="111343">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IT Risk &amp; Compliance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 of identifying, assessing, monitoring, and mitigating potential risks within an organization's IT environment while ensuring adherence to internal policies, industry standards, and external regulations.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2857018578"/>
                  </a:ext>
                </a:extLst>
              </a:tr>
              <a:tr h="111343">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Recovery &amp; Resiliency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A comprehensive approach in which organizations develop and implement strategies, processes, and practices to anticipate and mitigate risk of downtime, minimize the impact of unexpected events, and ensure the rapid restoration and stable operation of their systems and services.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1180773722"/>
                  </a:ext>
                </a:extLst>
              </a:tr>
              <a:tr h="209108">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Data Management &amp; Governance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Encompasses the holistic approach to managing and governing an organization's data assets to ensure their quality, consistency, security, and compliance. This approach involves defining, creating, standardizing, and maintaining critical business entities through robust policies, procedures, and technologies. It aims to establish a single, authoritative source of truth for data, enhance decision-making, minimize risks, and ensure adherence to internal and external data standards and regulations, thereby supporting the organization's strategic objectives and operational efficiency.</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1134043452"/>
                  </a:ext>
                </a:extLst>
              </a:tr>
              <a:tr h="209108">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IT Talent &amp; Communications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comprehensive and strategic approach to managing the lifecycle of IT professionals within an organization and ensuring effective communication within IT. This unified domain involves attracting, developing, and retaining IT talents while establishing clear, impactful communication channels and strategies to support technology-related needs and goals. It encompasses job architecture, talent acquisition, learning and development, and performance management, alongside analyzing communication needs, channels, and executing strategies to foster a collaborative and high-performing IT culture.</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3618488018"/>
                  </a:ext>
                </a:extLst>
              </a:tr>
              <a:tr h="159139">
                <a:tc vMerge="1">
                  <a:txBody>
                    <a:bodyPr/>
                    <a:lstStyle/>
                    <a:p>
                      <a:endParaRPr/>
                    </a:p>
                  </a:txBody>
                  <a:tcPr marL="45720" marR="45720" marT="9144" marB="9144" anchor="ctr"/>
                </a:tc>
                <a:tc>
                  <a:txBody>
                    <a:bodyPr/>
                    <a:lstStyle/>
                    <a:p>
                      <a:pPr algn="l" fontAlgn="ctr">
                        <a:buNone/>
                      </a:pPr>
                      <a:r>
                        <a:rPr lang="en-US" sz="1000" b="1" u="none" strike="noStrike">
                          <a:solidFill>
                            <a:srgbClr val="000000"/>
                          </a:solidFill>
                          <a:effectLst/>
                        </a:rPr>
                        <a:t>IT Financial Management </a:t>
                      </a:r>
                      <a:endParaRPr lang="en-US" sz="1000" b="1" i="0" u="none" strike="noStrike">
                        <a:solidFill>
                          <a:srgbClr val="000000"/>
                        </a:solidFill>
                        <a:effectLst/>
                        <a:latin typeface="+mn-lt"/>
                      </a:endParaRPr>
                    </a:p>
                  </a:txBody>
                  <a:tcPr marL="45720" marR="45720" marT="9144" marB="9144" anchor="ctr">
                    <a:solidFill>
                      <a:schemeClr val="accent1">
                        <a:lumMod val="20000"/>
                        <a:lumOff val="80000"/>
                      </a:schemeClr>
                    </a:solidFill>
                  </a:tcPr>
                </a:tc>
                <a:tc>
                  <a:txBody>
                    <a:bodyPr/>
                    <a:lstStyle/>
                    <a:p>
                      <a:pPr algn="l" fontAlgn="ctr">
                        <a:buNone/>
                      </a:pPr>
                      <a:r>
                        <a:rPr lang="en-US" sz="1000" b="0" u="none" strike="noStrike">
                          <a:solidFill>
                            <a:srgbClr val="000000"/>
                          </a:solidFill>
                          <a:effectLst/>
                        </a:rPr>
                        <a:t>The process of strategically planning, monitoring, and optimizing the expenses and resources associated with an organization's information technology (IT) operations. It involves understanding and controlling IT-related costs, tracking investments in hardware, software, services, and personnel, and aligning IT spending with the organization's strategic objectives and budgetary constraints.</a:t>
                      </a:r>
                      <a:endParaRPr lang="en-US" sz="1000" b="0" i="0" u="none" strike="noStrike">
                        <a:solidFill>
                          <a:srgbClr val="000000"/>
                        </a:solidFill>
                        <a:effectLst/>
                        <a:latin typeface="+mn-lt"/>
                      </a:endParaRPr>
                    </a:p>
                  </a:txBody>
                  <a:tcPr marL="45720" marR="45720" marT="9144" marB="9144" anchor="ctr"/>
                </a:tc>
                <a:extLst>
                  <a:ext uri="{0D108BD9-81ED-4DB2-BD59-A6C34878D82A}">
                    <a16:rowId xmlns:a16="http://schemas.microsoft.com/office/drawing/2014/main" val="1858917267"/>
                  </a:ext>
                </a:extLst>
              </a:tr>
            </a:tbl>
          </a:graphicData>
        </a:graphic>
      </p:graphicFrame>
    </p:spTree>
    <p:extLst>
      <p:ext uri="{BB962C8B-B14F-4D97-AF65-F5344CB8AC3E}">
        <p14:creationId xmlns:p14="http://schemas.microsoft.com/office/powerpoint/2010/main" val="22527502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7B279-2B96-94A0-01FD-B7EA85372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FF890-FE83-6C57-4694-F0B935B2F722}"/>
              </a:ext>
            </a:extLst>
          </p:cNvPr>
          <p:cNvSpPr txBox="1">
            <a:spLocks/>
          </p:cNvSpPr>
          <p:nvPr/>
        </p:nvSpPr>
        <p:spPr>
          <a:xfrm>
            <a:off x="495300" y="431800"/>
            <a:ext cx="11204578" cy="4445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sz="3200"/>
              <a:t>Maturity Scale</a:t>
            </a:r>
          </a:p>
        </p:txBody>
      </p:sp>
      <p:sp>
        <p:nvSpPr>
          <p:cNvPr id="3" name="Rectangle 2">
            <a:extLst>
              <a:ext uri="{FF2B5EF4-FFF2-40B4-BE49-F238E27FC236}">
                <a16:creationId xmlns:a16="http://schemas.microsoft.com/office/drawing/2014/main" id="{7B882CD1-F8E1-D712-F112-C6E1E4EE7943}"/>
              </a:ext>
            </a:extLst>
          </p:cNvPr>
          <p:cNvSpPr>
            <a:spLocks/>
          </p:cNvSpPr>
          <p:nvPr/>
        </p:nvSpPr>
        <p:spPr>
          <a:xfrm>
            <a:off x="0" y="1330325"/>
            <a:ext cx="12192000" cy="4546600"/>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00" b="0" i="0" u="none" strike="noStrike" kern="1200" cap="none" spc="0" normalizeH="0" baseline="0" noProof="0">
              <a:ln>
                <a:noFill/>
              </a:ln>
              <a:solidFill>
                <a:prstClr val="white"/>
              </a:solidFill>
              <a:effectLst/>
              <a:uLnTx/>
              <a:uFillTx/>
              <a:latin typeface="Arial"/>
              <a:ea typeface="+mn-ea"/>
              <a:cs typeface="+mn-cs"/>
            </a:endParaRPr>
          </a:p>
        </p:txBody>
      </p:sp>
      <p:graphicFrame>
        <p:nvGraphicFramePr>
          <p:cNvPr id="5" name="Group 28">
            <a:extLst>
              <a:ext uri="{FF2B5EF4-FFF2-40B4-BE49-F238E27FC236}">
                <a16:creationId xmlns:a16="http://schemas.microsoft.com/office/drawing/2014/main" id="{C0812F13-C32A-5BC9-2994-4F777F2EAB4B}"/>
              </a:ext>
            </a:extLst>
          </p:cNvPr>
          <p:cNvGraphicFramePr>
            <a:graphicFrameLocks noGrp="1"/>
          </p:cNvGraphicFramePr>
          <p:nvPr/>
        </p:nvGraphicFramePr>
        <p:xfrm>
          <a:off x="995363" y="1463674"/>
          <a:ext cx="10066240" cy="4279903"/>
        </p:xfrm>
        <a:graphic>
          <a:graphicData uri="http://schemas.openxmlformats.org/drawingml/2006/table">
            <a:tbl>
              <a:tblPr/>
              <a:tblGrid>
                <a:gridCol w="1137923">
                  <a:extLst>
                    <a:ext uri="{9D8B030D-6E8A-4147-A177-3AD203B41FA5}">
                      <a16:colId xmlns:a16="http://schemas.microsoft.com/office/drawing/2014/main" val="20000"/>
                    </a:ext>
                  </a:extLst>
                </a:gridCol>
                <a:gridCol w="437663">
                  <a:extLst>
                    <a:ext uri="{9D8B030D-6E8A-4147-A177-3AD203B41FA5}">
                      <a16:colId xmlns:a16="http://schemas.microsoft.com/office/drawing/2014/main" val="20001"/>
                    </a:ext>
                  </a:extLst>
                </a:gridCol>
                <a:gridCol w="8490654">
                  <a:extLst>
                    <a:ext uri="{9D8B030D-6E8A-4147-A177-3AD203B41FA5}">
                      <a16:colId xmlns:a16="http://schemas.microsoft.com/office/drawing/2014/main" val="20002"/>
                    </a:ext>
                  </a:extLst>
                </a:gridCol>
              </a:tblGrid>
              <a:tr h="26998">
                <a:tc>
                  <a:txBody>
                    <a:bodyPr/>
                    <a:lstStyle/>
                    <a:p>
                      <a:pPr marL="0" marR="0" lvl="0" indent="0" algn="r" defTabSz="914400" rtl="0" eaLnBrk="1" fontAlgn="base" latinLnBrk="0" hangingPunct="1">
                        <a:lnSpc>
                          <a:spcPct val="100000"/>
                        </a:lnSpc>
                        <a:spcBef>
                          <a:spcPct val="50000"/>
                        </a:spcBef>
                        <a:spcAft>
                          <a:spcPct val="0"/>
                        </a:spcAft>
                        <a:buClrTx/>
                        <a:buSzTx/>
                        <a:buFontTx/>
                        <a:buNone/>
                        <a:tabLst/>
                      </a:pPr>
                      <a:endParaRPr kumimoji="0" lang="en-US" sz="100" b="1" i="0" u="none" strike="noStrike" cap="none" normalizeH="0" baseline="0">
                        <a:ln>
                          <a:noFill/>
                        </a:ln>
                        <a:solidFill>
                          <a:schemeClr val="bg1"/>
                        </a:solidFill>
                        <a:effectLst/>
                        <a:latin typeface="+mn-lt"/>
                      </a:endParaRPr>
                    </a:p>
                  </a:txBody>
                  <a:tcPr marL="0" marR="0" marT="0" marB="0" anchor="ctr" horzOverflow="overflow">
                    <a:lnL w="28575" cap="flat" cmpd="sng" algn="ctr">
                      <a:noFill/>
                      <a:prstDash val="solid"/>
                      <a:round/>
                      <a:headEnd type="none" w="med" len="med"/>
                      <a:tailEnd type="none" w="med" len="med"/>
                    </a:lnL>
                    <a:lnR w="5715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a:noFill/>
                    </a:lnTlToBr>
                    <a:lnBlToTr w="12700" cap="flat" cmpd="sng" algn="ctr">
                      <a:noFill/>
                      <a:prstDash val="sysDash"/>
                      <a:round/>
                      <a:headEnd type="none" w="med" len="med"/>
                      <a:tailEnd type="none" w="med" len="med"/>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sz="100" b="1" i="0" u="none" strike="noStrike" cap="none" normalizeH="0" baseline="0">
                        <a:ln>
                          <a:noFill/>
                        </a:ln>
                        <a:solidFill>
                          <a:srgbClr val="00338D"/>
                        </a:solidFill>
                        <a:effectLst/>
                        <a:latin typeface="+mn-lt"/>
                      </a:endParaRPr>
                    </a:p>
                  </a:txBody>
                  <a:tcPr marL="0" marR="0" marT="0" marB="0" anchor="ctr" horzOverflow="overflow">
                    <a:lnL w="57150" cap="flat" cmpd="sng" algn="ctr">
                      <a:noFill/>
                      <a:prstDash val="solid"/>
                      <a:round/>
                      <a:headEnd type="none" w="med" len="med"/>
                      <a:tailEnd type="none" w="med" len="med"/>
                    </a:lnL>
                    <a:lnR w="28575"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sz="100" b="1" i="0" u="none" strike="noStrike" cap="none" normalizeH="0" baseline="0">
                        <a:ln>
                          <a:noFill/>
                        </a:ln>
                        <a:solidFill>
                          <a:srgbClr val="00338D"/>
                        </a:solidFill>
                        <a:effectLst/>
                        <a:latin typeface="+mn-lt"/>
                      </a:endParaRPr>
                    </a:p>
                  </a:txBody>
                  <a:tcPr marL="0" marR="0" marT="0" marB="0"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14337">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1300" b="1" i="0" u="none" strike="noStrike" cap="none" normalizeH="0" baseline="0">
                          <a:ln>
                            <a:noFill/>
                          </a:ln>
                          <a:solidFill>
                            <a:schemeClr val="bg1"/>
                          </a:solidFill>
                          <a:effectLst/>
                          <a:latin typeface="+mn-lt"/>
                        </a:rPr>
                        <a:t>Optimized</a:t>
                      </a:r>
                      <a:br>
                        <a:rPr kumimoji="0" lang="en-US" sz="1100" b="1" i="0" u="none" strike="noStrike" cap="none" normalizeH="0" baseline="0">
                          <a:ln>
                            <a:noFill/>
                          </a:ln>
                          <a:solidFill>
                            <a:schemeClr val="bg1"/>
                          </a:solidFill>
                          <a:effectLst/>
                          <a:latin typeface="+mn-lt"/>
                        </a:rPr>
                      </a:br>
                      <a:r>
                        <a:rPr kumimoji="0" lang="en-US" sz="1100" b="1" i="0" u="none" strike="noStrike" cap="none" normalizeH="0" baseline="0">
                          <a:ln>
                            <a:noFill/>
                          </a:ln>
                          <a:solidFill>
                            <a:schemeClr val="bg1"/>
                          </a:solidFill>
                          <a:effectLst/>
                          <a:latin typeface="+mn-lt"/>
                        </a:rPr>
                        <a:t>Business Led</a:t>
                      </a:r>
                    </a:p>
                  </a:txBody>
                  <a:tcPr marL="137160" marT="91440" marB="0"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w="12700" cap="flat" cmpd="sng" algn="ctr">
                      <a:noFill/>
                      <a:prstDash val="sysDash"/>
                      <a:round/>
                      <a:headEnd type="none" w="med" len="med"/>
                      <a:tailEnd type="none" w="med" len="med"/>
                    </a:lnBlToTr>
                    <a:solidFill>
                      <a:srgbClr val="0C233C"/>
                    </a:solidFill>
                  </a:tcPr>
                </a:tc>
                <a:tc>
                  <a:txBody>
                    <a:bodyPr/>
                    <a:lstStyle/>
                    <a:p>
                      <a:pPr marL="0" marR="0" lvl="0" indent="0" algn="ctr" defTabSz="914400" rtl="0" eaLnBrk="1" fontAlgn="base" latinLnBrk="0" hangingPunct="1">
                        <a:lnSpc>
                          <a:spcPct val="75000"/>
                        </a:lnSpc>
                        <a:spcBef>
                          <a:spcPts val="0"/>
                        </a:spcBef>
                        <a:spcAft>
                          <a:spcPct val="0"/>
                        </a:spcAft>
                        <a:buClrTx/>
                        <a:buSzTx/>
                        <a:buFontTx/>
                        <a:buNone/>
                        <a:tabLst/>
                      </a:pPr>
                      <a:r>
                        <a:rPr kumimoji="0" lang="en-US" sz="3200" b="1" i="0" u="none" strike="noStrike" cap="none" normalizeH="0" baseline="0">
                          <a:ln>
                            <a:noFill/>
                          </a:ln>
                          <a:solidFill>
                            <a:schemeClr val="bg1"/>
                          </a:solidFill>
                          <a:effectLst/>
                          <a:latin typeface="+mj-lt"/>
                        </a:rPr>
                        <a:t>5</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0C233C"/>
                    </a:solidFill>
                  </a:tcPr>
                </a:tc>
                <a:tc>
                  <a:txBody>
                    <a:bodyPr/>
                    <a:lstStyle/>
                    <a:p>
                      <a:pPr marL="0" marR="0" lvl="0" indent="0" algn="l" defTabSz="914400" rtl="0" eaLnBrk="1" fontAlgn="base" latinLnBrk="0" hangingPunct="1">
                        <a:lnSpc>
                          <a:spcPct val="100000"/>
                        </a:lnSpc>
                        <a:spcBef>
                          <a:spcPts val="1200"/>
                        </a:spcBef>
                        <a:spcAft>
                          <a:spcPct val="0"/>
                        </a:spcAft>
                        <a:buClr>
                          <a:srgbClr val="00338D"/>
                        </a:buClr>
                        <a:buSzPct val="80000"/>
                        <a:buFont typeface="Wingdings" pitchFamily="2" charset="2"/>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The capability is seen as a differentiator and is sought out by the organization. Focus is on value realization with business relevant outcome metrics. The capability is constantly seeking to innovate and address future business challenges, adding strategic value with a sustainable role in the organization. It may be the organization is performing so well other organizations see their practices as the leading standard, and they might even seek to procure this capability as a service/product, generating revenue for the enterprise.</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65875">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endParaRPr kumimoji="0" lang="en-US" sz="100" b="1" i="0" u="none" strike="noStrike" cap="none" normalizeH="0" baseline="0">
                        <a:ln>
                          <a:noFill/>
                        </a:ln>
                        <a:solidFill>
                          <a:schemeClr val="bg1"/>
                        </a:solidFill>
                        <a:effectLst/>
                        <a:latin typeface="+mn-lt"/>
                      </a:endParaRPr>
                    </a:p>
                  </a:txBody>
                  <a:tcPr marL="0" marR="0" marT="18288" marB="18288" anchor="ctr" horzOverflow="overflow">
                    <a:lnL w="28575"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w="12700" cap="flat" cmpd="sng" algn="ctr">
                      <a:noFill/>
                      <a:prstDash val="sysDash"/>
                      <a:round/>
                      <a:headEnd type="none" w="med" len="med"/>
                      <a:tailEnd type="none" w="med" len="med"/>
                    </a:lnBlToTr>
                    <a:noFill/>
                  </a:tcPr>
                </a:tc>
                <a:tc>
                  <a:txBody>
                    <a:bodyPr/>
                    <a:lstStyle/>
                    <a:p>
                      <a:pPr marL="0" marR="0" lvl="0" indent="0" algn="ctr" defTabSz="914400" rtl="0" eaLnBrk="1" fontAlgn="base" latinLnBrk="0" hangingPunct="1">
                        <a:lnSpc>
                          <a:spcPct val="75000"/>
                        </a:lnSpc>
                        <a:spcBef>
                          <a:spcPts val="0"/>
                        </a:spcBef>
                        <a:spcAft>
                          <a:spcPct val="0"/>
                        </a:spcAft>
                        <a:buClrTx/>
                        <a:buSzTx/>
                        <a:buFontTx/>
                        <a:buNone/>
                        <a:tabLst/>
                      </a:pPr>
                      <a:endParaRPr kumimoji="0" lang="en-US" sz="400" b="1" i="0" u="none" strike="noStrike" cap="none" normalizeH="0" baseline="0">
                        <a:ln>
                          <a:noFill/>
                        </a:ln>
                        <a:solidFill>
                          <a:schemeClr val="bg1"/>
                        </a:solidFill>
                        <a:effectLst/>
                        <a:latin typeface="+mj-lt"/>
                      </a:endParaRPr>
                    </a:p>
                  </a:txBody>
                  <a:tcPr marL="0" marR="0" marT="0" marB="0" anchor="ctr" horzOverflow="overflow">
                    <a:lnL w="5715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sz="100" b="1" i="0" u="none" strike="noStrike" cap="none" normalizeH="0" baseline="0">
                        <a:ln>
                          <a:noFill/>
                        </a:ln>
                        <a:solidFill>
                          <a:schemeClr val="bg1"/>
                        </a:solidFill>
                        <a:effectLst/>
                        <a:latin typeface="+mn-lt"/>
                      </a:endParaRPr>
                    </a:p>
                  </a:txBody>
                  <a:tcPr marT="18288" marB="18288"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09939">
                <a:tc>
                  <a:txBody>
                    <a:bodyPr/>
                    <a:lstStyle/>
                    <a:p>
                      <a:pPr marL="0" marR="0" lvl="0" indent="0" algn="l" defTabSz="914400" rtl="0" eaLnBrk="1" fontAlgn="base" latinLnBrk="0" hangingPunct="1">
                        <a:lnSpc>
                          <a:spcPct val="100000"/>
                        </a:lnSpc>
                        <a:spcBef>
                          <a:spcPct val="50000"/>
                        </a:spcBef>
                        <a:spcAft>
                          <a:spcPct val="0"/>
                        </a:spcAft>
                        <a:buClrTx/>
                        <a:buSzTx/>
                        <a:buFontTx/>
                        <a:buNone/>
                        <a:tabLst>
                          <a:tab pos="800100" algn="l"/>
                        </a:tabLst>
                        <a:defRPr/>
                      </a:pPr>
                      <a:r>
                        <a:rPr kumimoji="0" lang="en-US" sz="1300" b="1" i="0" u="none" strike="noStrike" kern="1200" cap="none" normalizeH="0" baseline="0">
                          <a:ln>
                            <a:noFill/>
                          </a:ln>
                          <a:solidFill>
                            <a:schemeClr val="bg1"/>
                          </a:solidFill>
                          <a:effectLst/>
                          <a:latin typeface="+mn-lt"/>
                          <a:ea typeface="+mn-ea"/>
                          <a:cs typeface="+mn-cs"/>
                        </a:rPr>
                        <a:t>Advanced</a:t>
                      </a:r>
                      <a:r>
                        <a:rPr kumimoji="0" lang="en-US" sz="1100" b="1" i="0" u="none" strike="noStrike" cap="none" normalizeH="0" baseline="0">
                          <a:ln>
                            <a:noFill/>
                          </a:ln>
                          <a:solidFill>
                            <a:schemeClr val="bg1"/>
                          </a:solidFill>
                          <a:effectLst/>
                          <a:latin typeface="+mn-lt"/>
                        </a:rPr>
                        <a:t> Customer Focus</a:t>
                      </a:r>
                    </a:p>
                  </a:txBody>
                  <a:tcPr marL="137160" marT="91440" marB="0"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7213EA"/>
                    </a:solidFill>
                  </a:tcPr>
                </a:tc>
                <a:tc>
                  <a:txBody>
                    <a:bodyPr/>
                    <a:lstStyle/>
                    <a:p>
                      <a:pPr marL="0" marR="0" lvl="0" indent="0" algn="ctr" defTabSz="914400" rtl="0" eaLnBrk="1" fontAlgn="base" latinLnBrk="0" hangingPunct="1">
                        <a:lnSpc>
                          <a:spcPct val="75000"/>
                        </a:lnSpc>
                        <a:spcBef>
                          <a:spcPts val="0"/>
                        </a:spcBef>
                        <a:spcAft>
                          <a:spcPct val="0"/>
                        </a:spcAft>
                        <a:buClrTx/>
                        <a:buSzTx/>
                        <a:buFontTx/>
                        <a:buNone/>
                        <a:tabLst/>
                        <a:defRPr/>
                      </a:pPr>
                      <a:r>
                        <a:rPr kumimoji="0" lang="en-US" sz="3200" b="1" i="0" u="none" strike="noStrike" cap="none" normalizeH="0" baseline="0">
                          <a:ln>
                            <a:noFill/>
                          </a:ln>
                          <a:solidFill>
                            <a:schemeClr val="bg1"/>
                          </a:solidFill>
                          <a:effectLst/>
                          <a:latin typeface="+mj-lt"/>
                        </a:rPr>
                        <a:t>4</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7213EA"/>
                    </a:solidFill>
                  </a:tcPr>
                </a:tc>
                <a:tc>
                  <a:txBody>
                    <a:bodyPr/>
                    <a:lstStyle/>
                    <a:p>
                      <a:pPr marL="0" marR="0" lvl="0" indent="0" algn="l" defTabSz="914400" rtl="0" eaLnBrk="1" fontAlgn="base" latinLnBrk="0" hangingPunct="1">
                        <a:lnSpc>
                          <a:spcPct val="100000"/>
                        </a:lnSpc>
                        <a:spcBef>
                          <a:spcPts val="1200"/>
                        </a:spcBef>
                        <a:spcAft>
                          <a:spcPct val="0"/>
                        </a:spcAft>
                        <a:buClr>
                          <a:srgbClr val="00338D"/>
                        </a:buClr>
                        <a:buSzPct val="80000"/>
                        <a:buFont typeface="Wingdings" pitchFamily="2" charset="2"/>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The capability is aligned to the needs of the enterprise. Processes are fully recognized and adopted across the whole organization, with generally flawless execution. Standard tools and governance are in place to ensure the capability is seamlessly integrated in the organization. Performance is measured and proactively managed with a focus on operational excellence, continuous improvement and predictable outcomes.</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65875">
                <a:tc>
                  <a: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en-US" sz="100" b="1" i="0" u="none" strike="noStrike" cap="none" normalizeH="0" baseline="0">
                        <a:ln>
                          <a:noFill/>
                        </a:ln>
                        <a:solidFill>
                          <a:schemeClr val="bg1"/>
                        </a:solidFill>
                        <a:effectLst/>
                        <a:latin typeface="+mn-lt"/>
                      </a:endParaRPr>
                    </a:p>
                  </a:txBody>
                  <a:tcPr marL="0" marR="0" marT="18288" marB="18288" anchor="ctr" horzOverflow="overflow">
                    <a:lnL w="28575"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ts val="0"/>
                        </a:spcBef>
                        <a:spcAft>
                          <a:spcPct val="0"/>
                        </a:spcAft>
                        <a:buClrTx/>
                        <a:buSzTx/>
                        <a:buFontTx/>
                        <a:buNone/>
                        <a:tabLst/>
                        <a:defRPr/>
                      </a:pPr>
                      <a:endParaRPr kumimoji="0" lang="en-US" sz="400" b="1" i="0" u="none" strike="noStrike" cap="none" normalizeH="0" baseline="0">
                        <a:ln>
                          <a:noFill/>
                        </a:ln>
                        <a:solidFill>
                          <a:schemeClr val="bg1"/>
                        </a:solidFill>
                        <a:effectLst/>
                        <a:latin typeface="+mj-lt"/>
                      </a:endParaRPr>
                    </a:p>
                  </a:txBody>
                  <a:tcPr marL="0" marR="0" marT="0" marB="0" anchor="ctr" horzOverflow="overflow">
                    <a:lnL w="5715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en-US" sz="100" b="1" i="0" u="none" strike="noStrike" cap="none" normalizeH="0" baseline="0">
                        <a:ln>
                          <a:noFill/>
                        </a:ln>
                        <a:solidFill>
                          <a:srgbClr val="EBB700"/>
                        </a:solidFill>
                        <a:effectLst/>
                        <a:latin typeface="+mn-lt"/>
                      </a:endParaRPr>
                    </a:p>
                  </a:txBody>
                  <a:tcPr marT="18288" marB="18288"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809939">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1300" b="1" i="0" u="none" strike="noStrike" kern="1200" cap="none" normalizeH="0" baseline="0">
                          <a:ln>
                            <a:noFill/>
                          </a:ln>
                          <a:solidFill>
                            <a:schemeClr val="bg1"/>
                          </a:solidFill>
                          <a:effectLst/>
                          <a:latin typeface="+mn-lt"/>
                          <a:ea typeface="+mn-ea"/>
                          <a:cs typeface="+mn-cs"/>
                        </a:rPr>
                        <a:t>Managed</a:t>
                      </a:r>
                      <a:r>
                        <a:rPr kumimoji="0" lang="en-US" sz="1100" b="1" i="0" u="none" strike="noStrike" cap="none" normalizeH="0" baseline="0">
                          <a:ln>
                            <a:noFill/>
                          </a:ln>
                          <a:solidFill>
                            <a:schemeClr val="bg1"/>
                          </a:solidFill>
                          <a:effectLst/>
                          <a:latin typeface="+mn-lt"/>
                        </a:rPr>
                        <a:t> Service focus</a:t>
                      </a:r>
                    </a:p>
                    <a:p>
                      <a:pPr marL="0" marR="0" lvl="0" indent="0" algn="l" defTabSz="914400" rtl="0" eaLnBrk="1" fontAlgn="base" latinLnBrk="0" hangingPunct="1">
                        <a:lnSpc>
                          <a:spcPct val="100000"/>
                        </a:lnSpc>
                        <a:spcBef>
                          <a:spcPct val="50000"/>
                        </a:spcBef>
                        <a:spcAft>
                          <a:spcPct val="0"/>
                        </a:spcAft>
                        <a:buClrTx/>
                        <a:buSzTx/>
                        <a:buFontTx/>
                        <a:buNone/>
                        <a:tabLst/>
                      </a:pPr>
                      <a:endParaRPr lang="en-US" sz="900" b="0" kern="1200" noProof="0">
                        <a:solidFill>
                          <a:schemeClr val="bg1"/>
                        </a:solidFill>
                        <a:latin typeface="+mn-lt"/>
                        <a:ea typeface="+mn-ea"/>
                        <a:cs typeface="Arial" charset="0"/>
                      </a:endParaRPr>
                    </a:p>
                  </a:txBody>
                  <a:tcPr marL="137160" marT="91440" marB="0"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00B8F5"/>
                    </a:solidFill>
                  </a:tcPr>
                </a:tc>
                <a:tc>
                  <a:txBody>
                    <a:bodyPr/>
                    <a:lstStyle/>
                    <a:p>
                      <a:pPr marL="0" marR="0" lvl="0" indent="0" algn="ctr" defTabSz="914400" rtl="0" eaLnBrk="1" fontAlgn="base" latinLnBrk="0" hangingPunct="1">
                        <a:lnSpc>
                          <a:spcPct val="75000"/>
                        </a:lnSpc>
                        <a:spcBef>
                          <a:spcPts val="0"/>
                        </a:spcBef>
                        <a:spcAft>
                          <a:spcPct val="0"/>
                        </a:spcAft>
                        <a:buClrTx/>
                        <a:buSzTx/>
                        <a:buFontTx/>
                        <a:buNone/>
                        <a:tabLst/>
                      </a:pPr>
                      <a:r>
                        <a:rPr kumimoji="0" lang="en-US" sz="3200" b="1" i="0" u="none" strike="noStrike" cap="none" normalizeH="0" baseline="0">
                          <a:ln>
                            <a:noFill/>
                          </a:ln>
                          <a:solidFill>
                            <a:schemeClr val="bg1"/>
                          </a:solidFill>
                          <a:effectLst/>
                          <a:latin typeface="+mj-lt"/>
                        </a:rPr>
                        <a:t>3</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00B8F5"/>
                    </a:solidFill>
                  </a:tcPr>
                </a:tc>
                <a:tc>
                  <a:txBody>
                    <a:bodyPr/>
                    <a:lstStyle/>
                    <a:p>
                      <a:pPr marL="0" marR="0" lvl="0" indent="0" algn="l" defTabSz="914400" rtl="0" eaLnBrk="1" fontAlgn="base" latinLnBrk="0" hangingPunct="1">
                        <a:lnSpc>
                          <a:spcPct val="100000"/>
                        </a:lnSpc>
                        <a:spcBef>
                          <a:spcPts val="1200"/>
                        </a:spcBef>
                        <a:spcAft>
                          <a:spcPct val="0"/>
                        </a:spcAft>
                        <a:buClr>
                          <a:srgbClr val="00338D"/>
                        </a:buClr>
                        <a:buSzPct val="80000"/>
                        <a:buFont typeface="Wingdings" pitchFamily="2" charset="2"/>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Steady state capability exists and processes are implemented, leading to a consistent approach, but with a lack of integration to other functions. There is established governance, measurement and control. Processes and procedures are standardized and communicated through training but left to the individual to follow with little monitoring or measurement. The process has an owner, formal objectives and targets with allocated resources. </a:t>
                      </a:r>
                      <a:endParaRPr kumimoji="0" lang="en-US" altLang="zh-CN" sz="1100" b="0" i="0" u="none" strike="noStrike" kern="1200" cap="none" spc="0" normalizeH="0" baseline="0" noProof="0">
                        <a:ln>
                          <a:noFill/>
                        </a:ln>
                        <a:solidFill>
                          <a:srgbClr val="000000"/>
                        </a:solidFill>
                        <a:effectLst/>
                        <a:uLnTx/>
                        <a:uFillTx/>
                        <a:latin typeface="+mn-lt"/>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65875">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endParaRPr kumimoji="0" lang="en-US" sz="100" b="1" i="0" u="none" strike="noStrike" cap="none" normalizeH="0" baseline="0">
                        <a:ln>
                          <a:noFill/>
                        </a:ln>
                        <a:solidFill>
                          <a:schemeClr val="bg1"/>
                        </a:solidFill>
                        <a:effectLst/>
                        <a:latin typeface="+mn-lt"/>
                      </a:endParaRPr>
                    </a:p>
                  </a:txBody>
                  <a:tcPr marL="0" marR="0" marT="18288" marB="18288" anchor="ctr" horzOverflow="overflow">
                    <a:lnL w="28575"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ts val="0"/>
                        </a:spcBef>
                        <a:spcAft>
                          <a:spcPct val="0"/>
                        </a:spcAft>
                        <a:buClrTx/>
                        <a:buSzTx/>
                        <a:buFontTx/>
                        <a:buNone/>
                        <a:tabLst/>
                      </a:pPr>
                      <a:endParaRPr kumimoji="0" lang="en-US" sz="400" b="1" i="0" u="none" strike="noStrike" cap="none" normalizeH="0" baseline="0">
                        <a:ln>
                          <a:noFill/>
                        </a:ln>
                        <a:solidFill>
                          <a:schemeClr val="bg1"/>
                        </a:solidFill>
                        <a:effectLst/>
                        <a:latin typeface="+mj-lt"/>
                      </a:endParaRPr>
                    </a:p>
                  </a:txBody>
                  <a:tcPr marL="0" marR="0" marT="0" marB="0" anchor="ctr" horzOverflow="overflow">
                    <a:lnL w="5715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sz="100" b="0" i="0" u="none" strike="noStrike" cap="none" normalizeH="0" baseline="0">
                        <a:ln>
                          <a:noFill/>
                        </a:ln>
                        <a:solidFill>
                          <a:srgbClr val="7AB800"/>
                        </a:solidFill>
                        <a:effectLst/>
                        <a:latin typeface="+mn-lt"/>
                      </a:endParaRPr>
                    </a:p>
                  </a:txBody>
                  <a:tcPr marT="18288" marB="18288"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809939">
                <a:tc>
                  <a: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300" b="1" i="0" u="none" strike="noStrike" kern="1200" cap="none" normalizeH="0" baseline="0">
                          <a:ln>
                            <a:noFill/>
                          </a:ln>
                          <a:solidFill>
                            <a:schemeClr val="bg1"/>
                          </a:solidFill>
                          <a:effectLst/>
                          <a:latin typeface="+mn-lt"/>
                          <a:ea typeface="+mn-ea"/>
                          <a:cs typeface="+mn-cs"/>
                        </a:rPr>
                        <a:t>Emerging</a:t>
                      </a:r>
                      <a:br>
                        <a:rPr kumimoji="0" lang="en-US" sz="1100" b="1" i="0" u="none" strike="noStrike" cap="none" normalizeH="0" baseline="0">
                          <a:ln>
                            <a:noFill/>
                          </a:ln>
                          <a:solidFill>
                            <a:schemeClr val="bg1"/>
                          </a:solidFill>
                          <a:effectLst/>
                          <a:latin typeface="+mn-lt"/>
                        </a:rPr>
                      </a:br>
                      <a:r>
                        <a:rPr kumimoji="0" lang="en-US" sz="1100" b="1" i="0" u="none" strike="noStrike" cap="none" normalizeH="0" baseline="0">
                          <a:ln>
                            <a:noFill/>
                          </a:ln>
                          <a:solidFill>
                            <a:schemeClr val="bg1"/>
                          </a:solidFill>
                          <a:effectLst/>
                          <a:latin typeface="+mn-lt"/>
                        </a:rPr>
                        <a:t>Basic control</a:t>
                      </a:r>
                    </a:p>
                  </a:txBody>
                  <a:tcPr marL="137160" marT="91440" marB="0"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1E49E2"/>
                    </a:solidFill>
                  </a:tcPr>
                </a:tc>
                <a:tc>
                  <a:txBody>
                    <a:bodyPr/>
                    <a:lstStyle/>
                    <a:p>
                      <a:pPr marL="0" marR="0" lvl="0" indent="0" algn="ctr" defTabSz="914400" rtl="0" eaLnBrk="1" fontAlgn="base" latinLnBrk="0" hangingPunct="1">
                        <a:lnSpc>
                          <a:spcPct val="75000"/>
                        </a:lnSpc>
                        <a:spcBef>
                          <a:spcPts val="0"/>
                        </a:spcBef>
                        <a:spcAft>
                          <a:spcPct val="0"/>
                        </a:spcAft>
                        <a:buClrTx/>
                        <a:buSzTx/>
                        <a:buFontTx/>
                        <a:buNone/>
                        <a:tabLst/>
                        <a:defRPr/>
                      </a:pPr>
                      <a:r>
                        <a:rPr kumimoji="0" lang="en-US" sz="3200" b="1" i="0" u="none" strike="noStrike" cap="none" normalizeH="0" baseline="0">
                          <a:ln>
                            <a:noFill/>
                          </a:ln>
                          <a:solidFill>
                            <a:schemeClr val="bg1"/>
                          </a:solidFill>
                          <a:effectLst/>
                          <a:latin typeface="+mj-lt"/>
                        </a:rPr>
                        <a:t>2</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1E49E2"/>
                    </a:solidFill>
                  </a:tcPr>
                </a:tc>
                <a:tc>
                  <a:txBody>
                    <a:bodyPr/>
                    <a:lstStyle/>
                    <a:p>
                      <a:pPr marL="0" marR="0" lvl="0" indent="0" algn="l" defTabSz="914400" rtl="0" eaLnBrk="1" fontAlgn="base" latinLnBrk="0" hangingPunct="1">
                        <a:lnSpc>
                          <a:spcPct val="100000"/>
                        </a:lnSpc>
                        <a:spcBef>
                          <a:spcPts val="1200"/>
                        </a:spcBef>
                        <a:spcAft>
                          <a:spcPct val="0"/>
                        </a:spcAft>
                        <a:buClr>
                          <a:srgbClr val="00338D"/>
                        </a:buClr>
                        <a:buSzPct val="80000"/>
                        <a:buFont typeface="Wingdings" pitchFamily="2" charset="2"/>
                        <a:buNone/>
                        <a:tabLst/>
                        <a:defRPr/>
                      </a:pPr>
                      <a:r>
                        <a:rPr kumimoji="0" lang="en-US" altLang="zh-CN" sz="1100" b="0" i="0" u="none" strike="noStrike" kern="1200" cap="none" spc="0" normalizeH="0" baseline="0" noProof="0">
                          <a:ln>
                            <a:noFill/>
                          </a:ln>
                          <a:solidFill>
                            <a:srgbClr val="000000"/>
                          </a:solidFill>
                          <a:effectLst/>
                          <a:uLnTx/>
                          <a:uFillTx/>
                          <a:latin typeface="+mn-lt"/>
                          <a:ea typeface="+mn-ea"/>
                          <a:cs typeface="+mn-cs"/>
                        </a:rPr>
                        <a:t>Some capability exists, but discipline in undertaking the processes or communicating consistently is often lacking. Some semblance of controls exist but the function relies on the best intentions and skills of individuals. Typically, some process documentation is in place, often with missing elements. Limited standard procedures and tools in place, responsibility is left to individuals or groups with irregular coordination and results. </a:t>
                      </a:r>
                      <a:endParaRPr kumimoji="0" lang="en-US" sz="1100" b="0" i="0" u="none" strike="noStrike" kern="1200" cap="none" spc="0" normalizeH="0" baseline="0" noProof="0">
                        <a:ln>
                          <a:noFill/>
                        </a:ln>
                        <a:solidFill>
                          <a:srgbClr val="000000"/>
                        </a:solidFill>
                        <a:effectLst/>
                        <a:uLnTx/>
                        <a:uFillTx/>
                        <a:latin typeface="+mn-lt"/>
                        <a:ea typeface="+mn-ea"/>
                        <a:cs typeface="+mn-cs"/>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79374">
                <a:tc>
                  <a: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00" b="1" i="0" u="none" strike="noStrike" cap="none" normalizeH="0" baseline="0">
                          <a:ln>
                            <a:noFill/>
                          </a:ln>
                          <a:solidFill>
                            <a:schemeClr val="bg1"/>
                          </a:solidFill>
                          <a:effectLst/>
                          <a:latin typeface="+mn-lt"/>
                        </a:rPr>
                        <a:t>1</a:t>
                      </a:r>
                    </a:p>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en-US" sz="100" b="1" i="0" u="none" strike="noStrike" cap="none" normalizeH="0" baseline="0">
                        <a:ln>
                          <a:noFill/>
                        </a:ln>
                        <a:solidFill>
                          <a:schemeClr val="bg1"/>
                        </a:solidFill>
                        <a:effectLst/>
                        <a:latin typeface="+mn-lt"/>
                      </a:endParaRPr>
                    </a:p>
                  </a:txBody>
                  <a:tcPr marL="0" marR="0" marT="18288" marB="18288" anchor="ctr" horzOverflow="overflow">
                    <a:lnL w="28575"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75000"/>
                        </a:lnSpc>
                        <a:spcBef>
                          <a:spcPts val="0"/>
                        </a:spcBef>
                        <a:spcAft>
                          <a:spcPct val="0"/>
                        </a:spcAft>
                        <a:buClrTx/>
                        <a:buSzTx/>
                        <a:buFontTx/>
                        <a:buNone/>
                        <a:tabLst/>
                        <a:defRPr/>
                      </a:pPr>
                      <a:endParaRPr kumimoji="0" lang="en-US" sz="400" b="1" i="0" u="none" strike="noStrike" cap="none" normalizeH="0" baseline="0">
                        <a:ln>
                          <a:noFill/>
                        </a:ln>
                        <a:solidFill>
                          <a:schemeClr val="bg1"/>
                        </a:solidFill>
                        <a:effectLst/>
                        <a:latin typeface="+mj-lt"/>
                      </a:endParaRPr>
                    </a:p>
                  </a:txBody>
                  <a:tcPr marL="0" marR="0" marT="0" marB="0" anchor="ctr" horzOverflow="overflow">
                    <a:lnL w="57150"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en-US" sz="100" b="1" i="0" u="none" strike="noStrike" cap="none" normalizeH="0" baseline="0">
                        <a:ln>
                          <a:noFill/>
                        </a:ln>
                        <a:solidFill>
                          <a:srgbClr val="007C92"/>
                        </a:solidFill>
                        <a:effectLst/>
                        <a:latin typeface="+mn-lt"/>
                      </a:endParaRPr>
                    </a:p>
                  </a:txBody>
                  <a:tcPr marT="18288" marB="18288" anchor="ctr" horzOverflow="overflow">
                    <a:lnL w="28575" cap="flat" cmpd="sng" algn="ctr">
                      <a:no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631752">
                <a:tc>
                  <a:txBody>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300" b="1" i="0" u="none" strike="noStrike" kern="1200" cap="none" normalizeH="0" baseline="0">
                          <a:ln>
                            <a:noFill/>
                          </a:ln>
                          <a:solidFill>
                            <a:schemeClr val="bg1"/>
                          </a:solidFill>
                          <a:effectLst/>
                          <a:latin typeface="+mn-lt"/>
                          <a:ea typeface="+mn-ea"/>
                          <a:cs typeface="+mn-cs"/>
                        </a:rPr>
                        <a:t>Limited</a:t>
                      </a:r>
                      <a:br>
                        <a:rPr kumimoji="0" lang="en-US" sz="1100" b="1" i="0" u="none" strike="noStrike" cap="none" normalizeH="0" baseline="0">
                          <a:ln>
                            <a:noFill/>
                          </a:ln>
                          <a:solidFill>
                            <a:schemeClr val="bg1"/>
                          </a:solidFill>
                          <a:effectLst/>
                          <a:latin typeface="+mn-lt"/>
                        </a:rPr>
                      </a:br>
                      <a:r>
                        <a:rPr kumimoji="0" lang="en-US" sz="1100" b="1" i="0" u="none" strike="noStrike" cap="none" normalizeH="0" baseline="0">
                          <a:ln>
                            <a:noFill/>
                          </a:ln>
                          <a:solidFill>
                            <a:schemeClr val="bg1"/>
                          </a:solidFill>
                          <a:effectLst/>
                          <a:latin typeface="+mn-lt"/>
                        </a:rPr>
                        <a:t>Reactive</a:t>
                      </a:r>
                    </a:p>
                  </a:txBody>
                  <a:tcPr marL="137160" marT="91440" marB="0"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00338D"/>
                    </a:solidFill>
                  </a:tcPr>
                </a:tc>
                <a:tc>
                  <a:txBody>
                    <a:bodyPr/>
                    <a:lstStyle/>
                    <a:p>
                      <a:pPr marL="0" marR="0" lvl="0" indent="0" algn="ctr" defTabSz="914400" rtl="0" eaLnBrk="1" fontAlgn="base" latinLnBrk="0" hangingPunct="1">
                        <a:lnSpc>
                          <a:spcPct val="75000"/>
                        </a:lnSpc>
                        <a:spcBef>
                          <a:spcPts val="0"/>
                        </a:spcBef>
                        <a:spcAft>
                          <a:spcPct val="0"/>
                        </a:spcAft>
                        <a:buClrTx/>
                        <a:buSzTx/>
                        <a:buFontTx/>
                        <a:buNone/>
                        <a:tabLst/>
                        <a:defRPr/>
                      </a:pPr>
                      <a:r>
                        <a:rPr kumimoji="0" lang="en-US" sz="3200" b="1" i="0" u="none" strike="noStrike" cap="none" normalizeH="0" baseline="0">
                          <a:ln>
                            <a:noFill/>
                          </a:ln>
                          <a:solidFill>
                            <a:schemeClr val="bg1"/>
                          </a:solidFill>
                          <a:effectLst/>
                          <a:latin typeface="+mj-lt"/>
                        </a:rPr>
                        <a:t>1</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00338D"/>
                    </a:solidFill>
                  </a:tcPr>
                </a:tc>
                <a:tc>
                  <a:txBody>
                    <a:bodyPr/>
                    <a:lstStyle/>
                    <a:p>
                      <a:pPr marL="0" marR="0" lvl="0" indent="0" algn="l" defTabSz="914400" rtl="0" eaLnBrk="1" fontAlgn="base" latinLnBrk="0" hangingPunct="1">
                        <a:lnSpc>
                          <a:spcPct val="100000"/>
                        </a:lnSpc>
                        <a:spcBef>
                          <a:spcPts val="1200"/>
                        </a:spcBef>
                        <a:spcAft>
                          <a:spcPct val="0"/>
                        </a:spcAft>
                        <a:buClr>
                          <a:srgbClr val="00338D"/>
                        </a:buClr>
                        <a:buSzPct val="80000"/>
                        <a:buFont typeface="Wingdings" pitchFamily="2" charset="2"/>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Minimal capability in this area, with missing or informal processes and/or behaviors that are not systematic; the organization recognizes the need to be addressed. The function is a servant to the organization, tending to be reactive in its actions with a lack of governance or control. No standardized procedures or tools in place, with few resources allocated. </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4528123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KPMG Widescreen [16:9] Feb 2022">
  <a:themeElements>
    <a:clrScheme name="Custom Option">
      <a:dk1>
        <a:srgbClr val="000000"/>
      </a:dk1>
      <a:lt1>
        <a:sysClr val="window" lastClr="FFFFFF"/>
      </a:lt1>
      <a:dk2>
        <a:srgbClr val="00338D"/>
      </a:dk2>
      <a:lt2>
        <a:srgbClr val="ACEAFF"/>
      </a:lt2>
      <a:accent1>
        <a:srgbClr val="1E49E2"/>
      </a:accent1>
      <a:accent2>
        <a:srgbClr val="00338D"/>
      </a:accent2>
      <a:accent3>
        <a:srgbClr val="0C233C"/>
      </a:accent3>
      <a:accent4>
        <a:srgbClr val="00B8F5"/>
      </a:accent4>
      <a:accent5>
        <a:srgbClr val="7213EA"/>
      </a:accent5>
      <a:accent6>
        <a:srgbClr val="FD349C"/>
      </a:accent6>
      <a:hlink>
        <a:srgbClr val="1E49E2"/>
      </a:hlink>
      <a:folHlink>
        <a:srgbClr val="098E80"/>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alt">
      <a:srgbClr val="1E49E2"/>
    </a:custClr>
    <a:custClr name="Pacific Blue">
      <a:srgbClr val="00B8F5"/>
    </a:custClr>
    <a:custClr name="Purple">
      <a:srgbClr val="7213EA"/>
    </a:custClr>
    <a:custClr name="Dark Blue">
      <a:srgbClr val="0C233C"/>
    </a:custClr>
    <a:custClr name="Light Blue">
      <a:srgbClr val="ACEAFF"/>
    </a:custClr>
    <a:custClr name="Pink">
      <a:srgbClr val="FD349C"/>
    </a:custClr>
    <a:custClr name="Blank">
      <a:srgbClr val="FFFFFF"/>
    </a:custClr>
    <a:custClr name="Blank">
      <a:srgbClr val="FFFFFF"/>
    </a:custClr>
    <a:custClr name="Blank">
      <a:srgbClr val="FFFFFF"/>
    </a:custClr>
    <a:custClr name="Blue">
      <a:srgbClr val="76D2FF"/>
    </a:custClr>
    <a:custClr name="Dark Purple">
      <a:srgbClr val="510DBC"/>
    </a:custClr>
    <a:custClr name="Light Purple">
      <a:srgbClr val="B497FF"/>
    </a:custClr>
    <a:custClr name="Dark Pink">
      <a:srgbClr val="AB0D82"/>
    </a:custClr>
    <a:custClr name="Light Pink">
      <a:srgbClr val="FFA3DA"/>
    </a:custClr>
    <a:custClr name="Dark Green">
      <a:srgbClr val="098E7E"/>
    </a:custClr>
    <a:custClr name="Green">
      <a:srgbClr val="00C0AE"/>
    </a:custClr>
    <a:custClr name="Light Green">
      <a:srgbClr val="63EBDA"/>
    </a:custClr>
    <a:custClr name="Blank">
      <a:srgbClr val="FFFFFF"/>
    </a:custClr>
    <a:custClr name="Blank">
      <a:srgbClr val="FFFFFF"/>
    </a:custClr>
    <a:custClr name="Gray 1">
      <a:srgbClr val="333333"/>
    </a:custClr>
    <a:custClr name="Gray 2">
      <a:srgbClr val="666666"/>
    </a:custClr>
    <a:custClr name="Gray 3">
      <a:srgbClr val="989898"/>
    </a:custClr>
    <a:custClr name="Gray 4">
      <a:srgbClr val="B2B2B2"/>
    </a:custClr>
    <a:custClr name="Gray 5">
      <a:srgbClr val="E5E5E5"/>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KPMG Widescreen Standard Template.potx" id="{4291AF30-F72C-4DB8-BFB7-967C9154B194}" vid="{7DC4FF43-0719-43E1-BB30-D6E15250C092}"/>
    </a:ext>
  </a:extLst>
</a:theme>
</file>

<file path=ppt/theme/theme2.xml><?xml version="1.0" encoding="utf-8"?>
<a:theme xmlns:a="http://schemas.openxmlformats.org/drawingml/2006/main" name="2_Ignition 2022 - Primary Slide Layouts">
  <a:themeElements>
    <a:clrScheme name="KPMG Ignition New Brand">
      <a:dk1>
        <a:srgbClr val="000000"/>
      </a:dk1>
      <a:lt1>
        <a:sysClr val="window" lastClr="FFFFFF"/>
      </a:lt1>
      <a:dk2>
        <a:srgbClr val="00338D"/>
      </a:dk2>
      <a:lt2>
        <a:srgbClr val="F0F0F0"/>
      </a:lt2>
      <a:accent1>
        <a:srgbClr val="1E49E2"/>
      </a:accent1>
      <a:accent2>
        <a:srgbClr val="510DBC"/>
      </a:accent2>
      <a:accent3>
        <a:srgbClr val="00338D"/>
      </a:accent3>
      <a:accent4>
        <a:srgbClr val="00BBF5"/>
      </a:accent4>
      <a:accent5>
        <a:srgbClr val="AB0D82"/>
      </a:accent5>
      <a:accent6>
        <a:srgbClr val="098E7E"/>
      </a:accent6>
      <a:hlink>
        <a:srgbClr val="00BBF5"/>
      </a:hlink>
      <a:folHlink>
        <a:srgbClr val="00BBF5"/>
      </a:folHlink>
    </a:clrScheme>
    <a:fontScheme name="KMPG Ignition Fonts">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Presentation10" id="{6252C4D4-D9D8-40AB-ACBF-49F45409335C}" vid="{CDDC7481-1F3C-4336-93FA-8A84F2C4462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TemplafyFormConfiguration><![CDATA[{"formFields":[],"formDataEntries":[]}]]></TemplafyFormConfiguratio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TemplafyTemplateConfiguration><![CDATA[{"elementsMetadata":[],"transformationConfigurations":[],"templateName":"KPMG Widescreen Standard Template","templateDescription":"","enableDocumentContentUpdater":false,"version":"2.0"}]]></TemplafyTemplateConfiguration>
</file>

<file path=customXml/item4.xml><?xml version="1.0" encoding="utf-8"?>
<ct:contentTypeSchema xmlns:ct="http://schemas.microsoft.com/office/2006/metadata/contentType" xmlns:ma="http://schemas.microsoft.com/office/2006/metadata/properties/metaAttributes" ct:_="" ma:_="" ma:contentTypeName="Document" ma:contentTypeID="0x010100A2105077FDABEA4BAB6548081A26FFBE" ma:contentTypeVersion="14" ma:contentTypeDescription="Create a new document." ma:contentTypeScope="" ma:versionID="7094cadb40dd6179dbc8cf110db8a485">
  <xsd:schema xmlns:xsd="http://www.w3.org/2001/XMLSchema" xmlns:xs="http://www.w3.org/2001/XMLSchema" xmlns:p="http://schemas.microsoft.com/office/2006/metadata/properties" xmlns:ns2="5eb8c579-238f-4eea-aed0-8a77f99ef52b" xmlns:ns3="aab82533-8805-42aa-85e7-3e7c05ded623" targetNamespace="http://schemas.microsoft.com/office/2006/metadata/properties" ma:root="true" ma:fieldsID="c757aa786a6921dc2e3addfed922f49b" ns2:_="" ns3:_="">
    <xsd:import namespace="5eb8c579-238f-4eea-aed0-8a77f99ef52b"/>
    <xsd:import namespace="aab82533-8805-42aa-85e7-3e7c05ded62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b8c579-238f-4eea-aed0-8a77f99ef5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b82533-8805-42aa-85e7-3e7c05ded62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161ba98-a918-4ce1-a45a-04a9f4084e20}" ma:internalName="TaxCatchAll" ma:showField="CatchAllData" ma:web="aab82533-8805-42aa-85e7-3e7c05ded623">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836C542-49BD-43F1-B741-CC8296A3950F}">
  <ds:schemaRefs/>
</ds:datastoreItem>
</file>

<file path=customXml/itemProps2.xml><?xml version="1.0" encoding="utf-8"?>
<ds:datastoreItem xmlns:ds="http://schemas.openxmlformats.org/officeDocument/2006/customXml" ds:itemID="{F034BEFB-05FF-494F-A864-D5E449953329}">
  <ds:schemaRefs>
    <ds:schemaRef ds:uri="http://schemas.microsoft.com/sharepoint/v3/contenttype/forms"/>
  </ds:schemaRefs>
</ds:datastoreItem>
</file>

<file path=customXml/itemProps3.xml><?xml version="1.0" encoding="utf-8"?>
<ds:datastoreItem xmlns:ds="http://schemas.openxmlformats.org/officeDocument/2006/customXml" ds:itemID="{D52C02C2-4B81-4843-B251-18CD20520085}">
  <ds:schemaRefs/>
</ds:datastoreItem>
</file>

<file path=customXml/itemProps4.xml><?xml version="1.0" encoding="utf-8"?>
<ds:datastoreItem xmlns:ds="http://schemas.openxmlformats.org/officeDocument/2006/customXml" ds:itemID="{41B8C91B-52EB-45F4-AAE8-F4E3CE625EE1}">
  <ds:schemaRefs>
    <ds:schemaRef ds:uri="5eb8c579-238f-4eea-aed0-8a77f99ef52b"/>
    <ds:schemaRef ds:uri="aab82533-8805-42aa-85e7-3e7c05ded62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KPMG Widescreen Standard Template</Template>
  <TotalTime>0</TotalTime>
  <Words>8632</Words>
  <Application>Microsoft Office PowerPoint</Application>
  <PresentationFormat>Widescreen</PresentationFormat>
  <Paragraphs>1220</Paragraphs>
  <Slides>34</Slides>
  <Notes>15</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34</vt:i4>
      </vt:variant>
    </vt:vector>
  </HeadingPairs>
  <TitlesOfParts>
    <vt:vector size="38" baseType="lpstr">
      <vt:lpstr>KPMG Bold</vt:lpstr>
      <vt:lpstr>Open Sans Light</vt:lpstr>
      <vt:lpstr>KPMG Widescreen [16:9] Feb 2022</vt:lpstr>
      <vt:lpstr>2_Ignition 2022 - Primary Slide Layouts</vt:lpstr>
      <vt:lpstr>Bob’s Discount Furniture IT Maturity Assessment Report</vt:lpstr>
      <vt:lpstr>PowerPoint Presentation</vt:lpstr>
      <vt:lpstr>IT Maturity Assessment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Prioritized and Sequenced Capabilities for Action</vt:lpstr>
      <vt:lpstr>PowerPoint Presentation</vt:lpstr>
      <vt:lpstr>PowerPoint Presentation</vt:lpstr>
      <vt:lpstr>PowerPoint Presentation</vt:lpstr>
      <vt:lpstr>The Path Forward</vt:lpstr>
      <vt:lpstr>PowerPoint Presentation</vt:lpstr>
      <vt:lpstr>PowerPoint Presentation</vt:lpstr>
      <vt:lpstr>Appendix</vt:lpstr>
      <vt:lpstr>Resiliency Assessment Samples</vt:lpstr>
      <vt:lpstr>PowerPoint Presentation</vt:lpstr>
      <vt:lpstr>PowerPoint Presentation</vt:lpstr>
      <vt:lpstr>PowerPoint Presentation</vt:lpstr>
      <vt:lpstr>IT Capability Maturity Definitions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Gordon, Pamela</dc:creator>
  <cp:lastModifiedBy>Raff, Scott N</cp:lastModifiedBy>
  <cp:revision>1</cp:revision>
  <dcterms:created xsi:type="dcterms:W3CDTF">2025-09-09T05:03:51Z</dcterms:created>
  <dcterms:modified xsi:type="dcterms:W3CDTF">2025-12-17T07:49:31Z</dcterms:modified>
  <cp:category>KPMG Public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2025-09-08T20:51:03</vt:lpwstr>
  </property>
  <property fmtid="{D5CDD505-2E9C-101B-9397-08002B2CF9AE}" pid="3" name="TemplafyTenantId">
    <vt:lpwstr>kpmgamericas</vt:lpwstr>
  </property>
  <property fmtid="{D5CDD505-2E9C-101B-9397-08002B2CF9AE}" pid="4" name="TemplafyTemplateId">
    <vt:lpwstr>1270498244398416576</vt:lpwstr>
  </property>
  <property fmtid="{D5CDD505-2E9C-101B-9397-08002B2CF9AE}" pid="5" name="TemplafyUserProfileId">
    <vt:lpwstr>1161161417337077828</vt:lpwstr>
  </property>
  <property fmtid="{D5CDD505-2E9C-101B-9397-08002B2CF9AE}" pid="6" name="TemplafyFromBlank">
    <vt:bool>true</vt:bool>
  </property>
</Properties>
</file>